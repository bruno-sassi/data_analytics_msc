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382" r:id="rId3"/>
    <p:sldId id="344" r:id="rId4"/>
    <p:sldId id="357" r:id="rId5"/>
    <p:sldId id="383" r:id="rId6"/>
    <p:sldId id="356" r:id="rId7"/>
    <p:sldId id="355" r:id="rId8"/>
    <p:sldId id="354" r:id="rId9"/>
    <p:sldId id="353" r:id="rId10"/>
    <p:sldId id="375" r:id="rId11"/>
    <p:sldId id="352" r:id="rId12"/>
    <p:sldId id="351" r:id="rId13"/>
    <p:sldId id="350" r:id="rId14"/>
    <p:sldId id="385" r:id="rId15"/>
    <p:sldId id="384" r:id="rId16"/>
    <p:sldId id="349" r:id="rId17"/>
    <p:sldId id="348" r:id="rId18"/>
    <p:sldId id="347" r:id="rId19"/>
    <p:sldId id="371" r:id="rId20"/>
    <p:sldId id="386" r:id="rId21"/>
    <p:sldId id="374" r:id="rId22"/>
    <p:sldId id="388" r:id="rId23"/>
    <p:sldId id="363" r:id="rId24"/>
    <p:sldId id="387" r:id="rId25"/>
    <p:sldId id="361" r:id="rId26"/>
    <p:sldId id="389" r:id="rId27"/>
    <p:sldId id="360" r:id="rId28"/>
    <p:sldId id="359" r:id="rId29"/>
    <p:sldId id="358" r:id="rId30"/>
    <p:sldId id="390" r:id="rId31"/>
    <p:sldId id="339" r:id="rId32"/>
    <p:sldId id="379" r:id="rId33"/>
    <p:sldId id="366" r:id="rId34"/>
    <p:sldId id="380" r:id="rId35"/>
    <p:sldId id="365" r:id="rId36"/>
    <p:sldId id="381" r:id="rId37"/>
    <p:sldId id="364" r:id="rId38"/>
    <p:sldId id="367" r:id="rId39"/>
    <p:sldId id="391" r:id="rId40"/>
    <p:sldId id="369" r:id="rId41"/>
    <p:sldId id="394" r:id="rId42"/>
    <p:sldId id="393" r:id="rId43"/>
    <p:sldId id="392" r:id="rId44"/>
    <p:sldId id="36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181E6-CBBD-4DAC-8B80-8D847D3B9D1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8F513-4459-46C1-9043-10E5B6401B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753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07A6-5530-40E3-B073-95FF9F03A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08987-43D0-4849-90C4-C7278BCE4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4C436-C31E-4537-ACE7-EC9F7B2C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EEBC-C62E-48D2-8F8A-734B72D603FD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0C278-2145-4DA6-BF0E-0B0450CFA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3D8E4-8778-46C3-9548-85C12E2F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3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B452-8672-40C9-B678-CDD7B16A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7F57-2597-4AD9-8B6A-DBB4790A3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4F267-B76C-421B-8A7C-48EEA017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FB104-3E9E-4DA0-A309-1A6653AFC5D5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37D46-F4AE-408C-A1FF-A04829C4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B3429-CA9B-4E27-BAA7-7B1C1403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83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7816-737E-4F9D-90EF-6FA3F45E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B0C60-626F-4B8D-B22C-80357B146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8526D-5DF3-4485-AE2A-500B0D80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32DE-5DB3-477F-A4C4-DF479FFC3FE7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7EFD1-2833-40D9-AFEB-7464B86F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E50F-826E-4A52-A7C5-D1E057C0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6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2F65-C96F-416D-9103-A6779037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D3BA-434F-4B1D-AD95-87324981F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8100B-2BC4-4B85-BCED-88B3C8CAF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D93FF-B635-4DF0-BB65-CC76F02B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03D-1C10-4C09-B0BB-2236F150414F}" type="datetime1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5995B-7A31-4B9C-903A-C21B3046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45119-DD59-4F5F-BA45-A8B97373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1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9C38-D7CA-4A6D-AF1F-506E1370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0D0B6-90F8-4837-AC5C-98A219294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45032-B732-4D51-B785-99F811320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B6C36-5278-4B00-B6CA-6CF204D90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1E88B-8817-4CF2-AC65-4BA70C061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A1807-1BB6-47A4-9ABE-953AEBE4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E992E-D4E8-4D29-BF3E-7884FD927D3E}" type="datetime1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C0196-DD34-4266-9D62-4F54D24A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A43022-1370-40A6-81DB-3CFB9AB9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07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A058-AFAF-4A34-8B8D-4A3E141A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38831-CD0F-497F-8CA6-5B0C396E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899C-8D25-40EC-BAAA-0424CF34B81A}" type="datetime1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5C0D9-CEB0-4E9A-B901-4106AF8B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A8A31-9139-4488-8955-CE6CC342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143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CF9BC-E583-4649-81BC-4D9FB82E0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CBC0-B9B3-4C9B-A720-676774D5C063}" type="datetime1">
              <a:rPr lang="en-CA" smtClean="0"/>
              <a:t>2025-05-25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ABCA3-CC69-4C14-B48F-252D9F5F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97CA3-19F9-44B1-B8FB-271F8253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75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ED02-E3CF-4DC9-B623-09F7215EC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46F9B-59B1-434E-9B6E-A56974758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2AD9C-0F90-4237-8A71-977F34112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743DA-FCD1-4966-AEB6-9F1F25A6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440F-8CF1-460A-9026-02C2B841BA91}" type="datetime1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CBCF7-C594-4942-AC16-9C6D5317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E2C2A-7E89-4C0E-A3B7-75C76ECD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746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60FE-256A-428D-9C88-2260B653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B3180-737A-45AD-A46E-30A9F557F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99C3B-8A52-49E3-A8FA-F6CE41212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5FE04-FC19-4E8E-9375-3811B65E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A637-CF19-4E2E-9397-34A9F7FA1D60}" type="datetime1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33D77-4DF3-46D0-B81C-077942A6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29990-6A2A-47DC-A50A-8F78C5AE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32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F984-85CE-48D7-B690-1FEDDB43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F0180-8F5A-43A4-905C-40C8196AB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C210C-919F-4DD5-8663-DCE45CC7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DBC67-2335-4A0E-BE80-2DCC8F709644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5DF1-0C99-46FC-B3DF-2C719C68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8612E-2538-4426-B95C-7FA94034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426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03242-E69C-4B77-990C-7EB07AE3A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BB309-EA58-4073-923C-DE34F58BB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346D1-053B-499D-A3CF-D091817A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EA40-8CD8-4BEC-BDCE-B400AD5032F2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87247-B987-42EA-BE0A-BA3FAFC4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BCB90-CA30-4843-AA33-D893D32F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733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2A941-BF70-41DE-B662-AE8BEE10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B534C-41E9-45CB-A725-10DCC68CC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6B1D-CEFB-4947-B615-85318B6B2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5B058-5749-493B-86AE-C4E240017BE4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EEC3-E918-45F1-A2E1-13634926C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5AC07-95FA-48D2-B0EF-B9D39F70D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84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18132-EA5B-1239-5EFD-0836A5959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266" y="2667569"/>
            <a:ext cx="5838994" cy="71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45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A1C7D-1CAA-A9AB-0C4F-FFAA90AC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63" y="1585608"/>
            <a:ext cx="10332250" cy="327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6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8E2096-60F3-AD0D-0090-C564B1CA5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739143"/>
            <a:ext cx="110966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49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4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B028D-6D3D-2711-A9B9-F209AC961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76655"/>
            <a:ext cx="11163300" cy="2781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BFEFBE-8203-1555-3546-4B54800F2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658" y="2476802"/>
            <a:ext cx="5100942" cy="385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3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5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A6270-1E57-0E72-C94D-CB6BF82AD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711" y="2747861"/>
            <a:ext cx="587692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4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6</a:t>
            </a:fld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29A0E-5BE4-3F75-74CB-CC4B5CE5A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354" y="1789571"/>
            <a:ext cx="7140196" cy="4142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9F1FE1-7F27-1839-A2B4-7914F9BDDA10}"/>
              </a:ext>
            </a:extLst>
          </p:cNvPr>
          <p:cNvSpPr txBox="1"/>
          <p:nvPr/>
        </p:nvSpPr>
        <p:spPr>
          <a:xfrm>
            <a:off x="885216" y="485435"/>
            <a:ext cx="5552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Recall the Regression Line</a:t>
            </a:r>
            <a:endParaRPr lang="en-CA" sz="4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26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7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B36F27-7F40-16AA-96AD-A31837545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104775"/>
            <a:ext cx="1081087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8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67A0F-1CA9-1A85-76B9-9995665F5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990600"/>
            <a:ext cx="82867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9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F01F6-8CED-E816-E5CB-53AC4A3A4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852487"/>
            <a:ext cx="77438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23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10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1B59D-B197-AAB4-AB3E-8C30305A6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674451"/>
            <a:ext cx="7660937" cy="48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8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11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6A76B0-BD7C-1D17-7EEC-A2A202F84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698" y="917575"/>
            <a:ext cx="791527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41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12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AD1FF3-4C41-3AEE-141B-0DB04E30E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752475"/>
            <a:ext cx="896302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2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13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36F6EC-C583-CB41-624E-D4524B4AC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66787"/>
            <a:ext cx="96012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07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14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83329-6586-B846-6B82-CD0835E1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881" y="2164295"/>
            <a:ext cx="73056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45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15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36F6EC-C583-CB41-624E-D4524B4AC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66787"/>
            <a:ext cx="96012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78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16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EFD3F3-133A-9F56-8E6A-8B329ED6E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82" y="307975"/>
            <a:ext cx="881062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36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17</a:t>
            </a:fld>
            <a:endParaRPr lang="en-CA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61734C-F6F6-9926-687C-51CFBEA7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715" y="1436249"/>
            <a:ext cx="9144000" cy="47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8116BE-704A-35AE-BA38-682E7FED7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08" y="368738"/>
            <a:ext cx="46196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81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18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CC8DB-9E0C-2548-5AB8-83C727D09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8" y="227753"/>
            <a:ext cx="9610725" cy="438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35BC9E-D58C-2441-0602-E3643100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37" y="1166812"/>
            <a:ext cx="110775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9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19</a:t>
            </a:fld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04FB7-A6AB-4155-C39C-8196F25F0EA1}"/>
              </a:ext>
            </a:extLst>
          </p:cNvPr>
          <p:cNvSpPr txBox="1"/>
          <p:nvPr/>
        </p:nvSpPr>
        <p:spPr>
          <a:xfrm>
            <a:off x="535021" y="719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1C8A87-EA42-AADD-EA87-C4FF1D5AD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2723157"/>
            <a:ext cx="751522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06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20</a:t>
            </a:fld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04FB7-A6AB-4155-C39C-8196F25F0EA1}"/>
              </a:ext>
            </a:extLst>
          </p:cNvPr>
          <p:cNvSpPr txBox="1"/>
          <p:nvPr/>
        </p:nvSpPr>
        <p:spPr>
          <a:xfrm>
            <a:off x="535021" y="719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79D12-5D5C-C3EF-ADAA-0F47C722F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21" y="425686"/>
            <a:ext cx="999172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70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21</a:t>
            </a:fld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04FB7-A6AB-4155-C39C-8196F25F0EA1}"/>
              </a:ext>
            </a:extLst>
          </p:cNvPr>
          <p:cNvSpPr txBox="1"/>
          <p:nvPr/>
        </p:nvSpPr>
        <p:spPr>
          <a:xfrm>
            <a:off x="535021" y="719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08F0C-A27A-5D92-07BD-63D0BBD29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87526"/>
            <a:ext cx="9134475" cy="4438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4BB333-5188-FD5F-6036-BEF4E4356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51" y="729415"/>
            <a:ext cx="6994283" cy="44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16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22</a:t>
            </a:fld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04FB7-A6AB-4155-C39C-8196F25F0EA1}"/>
              </a:ext>
            </a:extLst>
          </p:cNvPr>
          <p:cNvSpPr txBox="1"/>
          <p:nvPr/>
        </p:nvSpPr>
        <p:spPr>
          <a:xfrm>
            <a:off x="535021" y="719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7123C-D996-53CB-BEED-EB89AD4C5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571500"/>
            <a:ext cx="999172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41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23</a:t>
            </a:fld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04FB7-A6AB-4155-C39C-8196F25F0EA1}"/>
              </a:ext>
            </a:extLst>
          </p:cNvPr>
          <p:cNvSpPr txBox="1"/>
          <p:nvPr/>
        </p:nvSpPr>
        <p:spPr>
          <a:xfrm>
            <a:off x="535021" y="719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F5EED-307D-7B9C-0A11-55CE76A30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414" y="2208069"/>
            <a:ext cx="4972589" cy="129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9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24</a:t>
            </a:fld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04FB7-A6AB-4155-C39C-8196F25F0EA1}"/>
              </a:ext>
            </a:extLst>
          </p:cNvPr>
          <p:cNvSpPr txBox="1"/>
          <p:nvPr/>
        </p:nvSpPr>
        <p:spPr>
          <a:xfrm>
            <a:off x="535021" y="719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9BE03B-ECE8-0B2D-A1B1-29D66219C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5" y="904513"/>
            <a:ext cx="112776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90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25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C9E5B3-8224-380D-BDD0-15520D34B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3" y="396445"/>
            <a:ext cx="4248150" cy="704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792EC3-EDBB-BD2C-38BF-3E652F627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91" y="1979629"/>
            <a:ext cx="56959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21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26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C9E5B3-8224-380D-BDD0-15520D34B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6" y="253375"/>
            <a:ext cx="3686718" cy="611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792EC3-EDBB-BD2C-38BF-3E652F627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98" y="1036047"/>
            <a:ext cx="4925209" cy="3212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09900C-D6CC-8E47-7D03-9FB6C2FAC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98" y="4419114"/>
            <a:ext cx="8153400" cy="828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336A4D-AF4F-579E-3CB0-DDD8290C1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93" y="5651046"/>
            <a:ext cx="24384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49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27</a:t>
            </a:fld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F6ECBE-9975-957B-F0E1-7B344E25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3" y="396445"/>
            <a:ext cx="4248150" cy="704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48FD8-96C6-711C-32EE-FCE37042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37" y="1979629"/>
            <a:ext cx="86201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78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28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B7BF2-1C68-1F10-1693-CC0C20DC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175"/>
            <a:ext cx="12192000" cy="220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92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29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E05C3-8488-3A17-A5AC-09E032F28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513"/>
            <a:ext cx="12192000" cy="254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21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30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606D5-6060-F160-7831-97DB5B93C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611" y="1979629"/>
            <a:ext cx="63722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37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31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FF100-3B0E-2E0A-D6BE-047631A2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085749"/>
            <a:ext cx="120300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03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32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CA433B-C12C-ABEA-E151-435148D53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2221"/>
            <a:ext cx="108204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83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33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74822-3EE7-0678-AB77-791686896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423"/>
            <a:ext cx="12192000" cy="3506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D4BCEF-BFD5-29B8-F0B0-BE07D62D5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96" y="4802434"/>
            <a:ext cx="1056322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17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34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321CC1-841E-0EEC-1F3E-CC34FFD4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05" y="807396"/>
            <a:ext cx="114014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32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35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5FF50-77C9-9FD5-AFF4-33701CF3E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3" y="816964"/>
            <a:ext cx="1164907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7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36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A913D7-ECA7-A00C-968E-EC69FC577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577311"/>
            <a:ext cx="11144250" cy="1771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AB4772-75B4-8926-40E7-2DE123FE0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2524125"/>
            <a:ext cx="11210925" cy="1809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574091-C42D-F491-1319-06810D90F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52" y="4792662"/>
            <a:ext cx="30575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62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37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4C0DE-621C-510C-0A58-4970A0773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3480"/>
            <a:ext cx="12192000" cy="50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518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38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1708A-71CD-5560-D483-2CD26F09F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592"/>
            <a:ext cx="12192000" cy="33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11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39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B0BE1-30EE-31BE-7278-D50893750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78" y="662189"/>
            <a:ext cx="6383852" cy="560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453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40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A79268-C3CB-05B2-2B64-D7943FD02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2504973"/>
            <a:ext cx="90868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36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41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998ED5-9CF9-119B-846F-E8162339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29" y="1565675"/>
            <a:ext cx="9029700" cy="962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B4C29F-09D5-F065-269E-6CACC6936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9" y="680658"/>
            <a:ext cx="1190625" cy="4572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776A35B-30DB-71A9-4418-A28BC157A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97" y="2749553"/>
            <a:ext cx="5965989" cy="397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725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42</a:t>
            </a:fld>
            <a:endParaRPr lang="en-CA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EB61B0-499E-15AE-1252-F8126C5A3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12" y="599264"/>
            <a:ext cx="7885889" cy="525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820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43</a:t>
            </a:fld>
            <a:endParaRPr lang="en-CA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214B33-BE1F-79F8-E267-31D9AB9E0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764634"/>
            <a:ext cx="7779017" cy="517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56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44</a:t>
            </a:fld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369287-E164-81E2-5D67-54805E96E72D}"/>
              </a:ext>
            </a:extLst>
          </p:cNvPr>
          <p:cNvSpPr txBox="1"/>
          <p:nvPr/>
        </p:nvSpPr>
        <p:spPr>
          <a:xfrm>
            <a:off x="4143983" y="2645923"/>
            <a:ext cx="33152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Thank you!</a:t>
            </a:r>
            <a:endParaRPr lang="en-CA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20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6081</TotalTime>
  <Words>139</Words>
  <Application>Microsoft Office PowerPoint</Application>
  <PresentationFormat>Widescreen</PresentationFormat>
  <Paragraphs>90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Zeeshan Ahmad</dc:creator>
  <cp:lastModifiedBy>Zeeshan Ahmad</cp:lastModifiedBy>
  <cp:revision>649</cp:revision>
  <dcterms:created xsi:type="dcterms:W3CDTF">2020-05-02T06:29:33Z</dcterms:created>
  <dcterms:modified xsi:type="dcterms:W3CDTF">2025-05-26T01:56:28Z</dcterms:modified>
</cp:coreProperties>
</file>