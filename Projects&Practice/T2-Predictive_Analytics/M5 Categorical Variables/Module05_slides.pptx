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63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282" r:id="rId17"/>
    <p:sldId id="313" r:id="rId18"/>
    <p:sldId id="314" r:id="rId19"/>
    <p:sldId id="31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67347"/>
  </p:normalViewPr>
  <p:slideViewPr>
    <p:cSldViewPr snapToGrid="0">
      <p:cViewPr varScale="1">
        <p:scale>
          <a:sx n="56" d="100"/>
          <a:sy n="56" d="100"/>
        </p:scale>
        <p:origin x="14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5853E-474B-4072-85CB-20E0AC6DC219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3FE62-E306-4BB8-824C-2A452316CB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524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601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878B-74D6-48DD-5A6F-F424A726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902DC-3857-9C63-D79A-5C9998A90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17CF5-928C-B55C-07C2-6C001690F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962F3-FFF2-29F3-00F4-B5B65311C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3114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5808-74CA-C305-A72A-2E20126E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6209D-B47B-9A97-E79D-81FFB5A3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82A75-1A9B-E353-1926-2A5AF706D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ACD14-D037-512C-18BC-B2B07A690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382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6AA7-0324-3E3D-A422-FAC710E2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ED67C-24A1-BFDA-8BE0-E07AA3474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B1467-D30E-1925-8910-0ACD1ECF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A5F3-5BC1-DD03-1CA4-83F3467BE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1492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502F-D538-86EE-F994-8DC3844D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9D887-F580-B2B4-8913-B86F528F1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0DC71-8ECE-5439-B03F-889CE85DA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F73DC-A961-DF19-D669-F2A13780B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1351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BB7F-65FD-53B3-C7FA-04492055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B31C5-D750-FE73-E890-0F6FC9E83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42C31-AA40-6C4A-023D-E0AF8348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F1316-3D10-2C49-3990-55BEA3002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1176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AA197-5BB1-C3ED-7D47-28913E2F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47E97-E375-0CC3-14C1-965F87A3D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0C735-F7D4-C4E7-87A7-429E2AD43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8942A-14C1-7BD8-D46F-86B5DB380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8829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DE69-9F9C-8004-A5A3-6DD3D065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A50BA-E328-8232-2196-A0231F471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896AD-0B7D-9C0D-280E-2F38330EE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96917-2AC6-20FE-2527-D10978922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9949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AFF6-830A-7819-0F0F-A9D28A1A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069E3-C205-096D-6DB9-311402D6C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4D6DA-04DD-E7EB-71B1-915FE3F7F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FC180-464A-AB35-5BBB-665024AA1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116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1EB1-EACA-7069-5F1D-7AD6DDA8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FBFE5-A884-0A9F-0D8B-7B8E52035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5A990-180C-D914-51C5-2AE92C411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9104F-DD80-25E5-DCE0-DE03ECE7D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5354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B4C3-AB31-8276-2B1E-C9A2FEC3C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91779-EF0A-7C2D-C784-FBAF2AB7A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BFC33-7C90-5890-5FA9-BE9D702F8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65297-ECB3-9996-A21C-5570747BF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8143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3FE62-E306-4BB8-824C-2A452316CB59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847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742D-D33B-E615-FCCD-1734A460F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B775A-E014-975D-873B-BA786DC42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99BE6-0BA5-A25D-3ED9-E3886FED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13258-5FBF-418C-BBF3-122E4B5A391E}" type="datetime1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1B166-F586-FC44-CAF8-DF9A646F7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FAADF-C337-AFE5-3817-A829A935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621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A818-D1EE-7E91-7A94-A11AD615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9EBA-F8FD-A2A0-6085-158DFAB5B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40C9A-8560-D922-68F7-802939C2A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2B77-89FB-440C-B06C-D2BED6A2B2BB}" type="datetime1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A55E4-E856-E621-23B3-6D67545C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22FA0-B7C9-7981-1BCC-715CCCB8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648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ACF3-5B22-2985-8618-A31BC0D53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A15EB-9A95-CC63-AA3E-CCAF15CA9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A326F-286D-852D-2FD2-BDA335FB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60A40-54E1-4F39-8182-6AF09823B1F6}" type="datetime1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979A-2856-B247-8208-B19298702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7D22B-CECB-97D1-94E7-188F8F28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837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58E6-26C8-B558-EE50-637BE27C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93318-6101-5427-5E29-1738EE2B3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534DE-5D7F-1424-0574-4145631DD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AED46-04D8-D7CB-EB61-F4F68E1F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9BF70-47C9-4D52-A36E-AD49F3F7193E}" type="datetime1">
              <a:rPr lang="en-CA" smtClean="0"/>
              <a:t>2025-05-08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7DCCE-F252-33A9-C1D1-81805243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2AA8B-3179-91B7-5AD7-06A76507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558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9BE6-30F1-B9C0-0247-CAF2443D6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715F-3099-C1B4-025D-2EEB12B1C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46324-A7E5-906C-4FBE-A1C0AC6A5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C604C0-A2FF-B572-E857-D52F8EA9F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33A16-B472-E05D-60FE-DB423F873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70566-630B-F289-35D2-6CE445FB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6E46-591A-4ADD-A791-19B07CA77C06}" type="datetime1">
              <a:rPr lang="en-CA" smtClean="0"/>
              <a:t>2025-05-08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6B4D1-A89B-0094-868E-DBA5473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90D30-EFF5-6C27-74D3-A35A1134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425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B0F5-3E4A-B1FD-D75B-A85F4766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BCCE5-9E8A-56D8-A233-7C52A4BA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53EB-207A-4E3F-8E01-A2E29C34D23A}" type="datetime1">
              <a:rPr lang="en-CA" smtClean="0"/>
              <a:t>2025-05-08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25154-FFAB-B66B-84E7-DD7E5132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7632F-C075-EF41-3521-A12DE21B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593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D8817-8BA6-96C3-1827-A84F976B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6E01-8763-4267-8B1C-4F9EFE2F2321}" type="datetime1">
              <a:rPr lang="en-CA" smtClean="0"/>
              <a:t>2025-05-08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BE2D7-CAFC-8495-1293-28C188D4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D3FF9-49F9-59E2-3DAF-B472DD51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354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E32E-C8F0-1A54-6C90-F0464671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009CA-5044-E3CF-8F2B-A7D8C2E9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A83BB-CFDF-2065-BFBE-11C3A9134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1862-52A3-2F91-C974-551E5013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E6E0-4F61-45BA-AD2D-916A7A300019}" type="datetime1">
              <a:rPr lang="en-CA" smtClean="0"/>
              <a:t>2025-05-08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37200-AEB9-FD42-8391-0AA2DD96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F7005-5284-D029-902D-FEEF18EC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28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3C30-A691-6720-4872-8E9D25DE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8F788-237F-4A33-3D6F-D25A6C7207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5A26A-0060-FF3B-094E-206D162EC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ED2AC-15E3-B789-54D1-8789CC99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D258B-D475-4BB1-A141-996CE591B619}" type="datetime1">
              <a:rPr lang="en-CA" smtClean="0"/>
              <a:t>2025-05-08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DC4D7-5DE4-3F9F-47C1-9A78A39C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91FD1-27B5-03BE-E145-03840AF0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064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D59A-36D4-A4C9-1C2B-AF543A50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58FBE-56AB-789F-9396-21B8B7A0C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11DF-1105-7740-16F4-79958B96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8DE-B3C6-4A36-A1F9-AD15BBC74F2E}" type="datetime1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0A834-B264-2EA1-C5FB-CD890DDC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7616C-D402-C58B-14B5-A6E4ABD6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181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9C75A-4BC1-2BB7-5305-0B7F7D8FF8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E9A85-46CA-09F9-6964-4609F24BB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41F36-BF0A-8BEB-D568-867D1291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8561-E33F-41DD-9461-E6F1D5B5B53C}" type="datetime1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FC7CD-8CA6-4A28-2391-8FA3C367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F45A6-C4B7-E2A4-3CA2-E4160EBC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102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4D43A-8391-566F-8256-9B8976D6A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4B1C-8521-4C03-2E82-DC56D985B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6D271-E198-7659-8E98-42ACEEB0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846E8-C2A8-4FDB-9A77-4C178A69F396}" type="datetime1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669E-0597-0731-24E7-EF1ED4FC7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1E2FD-CA93-FEB2-53D5-F49E7DC2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617DE-9128-45AC-AE8A-BB47684C53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758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75825"/>
            <a:ext cx="9144000" cy="2387600"/>
          </a:xfrm>
        </p:spPr>
        <p:txBody>
          <a:bodyPr>
            <a:normAutofit/>
          </a:bodyPr>
          <a:lstStyle/>
          <a:p>
            <a:r>
              <a:rPr lang="en-CA" dirty="0"/>
              <a:t>DAMO 510</a:t>
            </a:r>
            <a:br>
              <a:rPr lang="en-CA" dirty="0"/>
            </a:br>
            <a:r>
              <a:rPr lang="en-CA" dirty="0"/>
              <a:t>Predictive Analytics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/>
          </a:bodyPr>
          <a:lstStyle/>
          <a:p>
            <a:r>
              <a:rPr lang="en-CA" dirty="0"/>
              <a:t>Module 05</a:t>
            </a:r>
          </a:p>
          <a:p>
            <a:r>
              <a:rPr lang="en-CA" dirty="0"/>
              <a:t>Working with categorical variables</a:t>
            </a:r>
          </a:p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D4CE3-2FEA-D4E5-F0D5-5FB788CD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</a:t>
            </a:fld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7FA4-95E6-E63A-0FE5-3540972F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3477-015D-1C5A-C3B7-E5BD8AA59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805" y="357563"/>
            <a:ext cx="9737002" cy="1325563"/>
          </a:xfrm>
        </p:spPr>
        <p:txBody>
          <a:bodyPr>
            <a:normAutofit/>
          </a:bodyPr>
          <a:lstStyle/>
          <a:p>
            <a:r>
              <a:rPr lang="en-CA" sz="4000" dirty="0"/>
              <a:t>Quick Review of Module 4</a:t>
            </a:r>
            <a:endParaRPr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3D85-733B-50B2-5F5F-2EC73DB76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126"/>
            <a:ext cx="10515600" cy="4351338"/>
          </a:xfrm>
        </p:spPr>
        <p:txBody>
          <a:bodyPr>
            <a:normAutofit/>
          </a:bodyPr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Data Transformations</a:t>
            </a:r>
          </a:p>
          <a:p>
            <a:pPr lvl="1"/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Power Transformation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solidFill>
                  <a:srgbClr val="00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power transformation each data point is raised to a power. This transformation is used to stabilize variance, make data  distribution look like normal and to improve the linearity in statistical modeling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Log Transformation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: In </a:t>
            </a:r>
            <a:r>
              <a:rPr 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 transformation, each value in a dataset is replaced with its logarithm. It's often used to address skewness in data, make patterns more visible, and help statistical models meet their assumptions.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Box-cox Transformation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: This transformation is often used to make the data more look like a normal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C22E1-32CB-FEDE-199D-62D1917D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546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DC52-CA29-55B7-AC44-C3A9C0A5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199F-2C38-FA8E-D230-2A953371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805" y="357563"/>
            <a:ext cx="9737002" cy="1325563"/>
          </a:xfrm>
        </p:spPr>
        <p:txBody>
          <a:bodyPr>
            <a:normAutofit/>
          </a:bodyPr>
          <a:lstStyle/>
          <a:p>
            <a:r>
              <a:rPr lang="en-CA" sz="4000" dirty="0"/>
              <a:t>Quick Review of Module 4</a:t>
            </a:r>
            <a:endParaRPr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98B7F-5374-17A1-0646-A7610C936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12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Non-Linear Regression Using Transformations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Non-linear regression models the relationship between a dependent variable and independent variables using a non-linear function. </a:t>
            </a:r>
          </a:p>
          <a:p>
            <a:r>
              <a:rPr lang="en-US" dirty="0">
                <a:solidFill>
                  <a:srgbClr val="00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use data t</a:t>
            </a:r>
            <a:r>
              <a:rPr 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ransformations techniques to fit a linear model on a non-linear data. Commonly used transformations include logarithmic transformation and box-cox transformations of the variables to linearize relationships among the variables.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27797-E1B2-C740-793C-42C27B84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182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67A7-8E19-E96B-481D-47FA13EB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DE0A7-37DD-EC7F-477E-4F401F3E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805" y="357563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0BE9-8D98-31FC-061D-BBBBB08FA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12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often see categorical variables, also known as qualitative variables, in our datasets. </a:t>
            </a:r>
            <a:r>
              <a:rPr lang="en-CA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They represent qualitative data, such as gender, region, </a:t>
            </a:r>
            <a:r>
              <a:rPr 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hierarchy of professor ranks in a university and</a:t>
            </a:r>
            <a:r>
              <a:rPr lang="en-CA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product type.</a:t>
            </a:r>
          </a:p>
          <a:p>
            <a:r>
              <a:rPr lang="en-CA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They are used in analyzing the trend and pattern in the data. For instance, to analyze the spread of the disease in different region of the world.</a:t>
            </a:r>
            <a:endParaRPr lang="en-CA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They can also be used to identify the pattern of sales in different regions of interest.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618DA-AABB-1761-5B0F-CFB7BAD4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538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46C5-AB8A-6E4F-A22E-3AC67580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0C1C-D019-71E1-1DF3-5F7EEC69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793" y="203674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34C977-2EE3-A5E9-9405-250A3877B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823" y="3669215"/>
            <a:ext cx="4332678" cy="2950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3C106B-D9B0-7C53-4920-D2282BD2BD97}"/>
              </a:ext>
            </a:extLst>
          </p:cNvPr>
          <p:cNvSpPr txBox="1"/>
          <p:nvPr/>
        </p:nvSpPr>
        <p:spPr>
          <a:xfrm>
            <a:off x="1742793" y="1243947"/>
            <a:ext cx="1065541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Consider a dataset with categorical variable “ Gender”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having two categories “ Male” and “Female”. The aim is to predict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Salary from independent variables “ Age” and “Gender”.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However, first we have to deal with the categorical variable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 Gender”</a:t>
            </a:r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5D7A96-6BFD-285B-14E1-2988E4B1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997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A10B-142E-63A4-7AE0-72CC16B7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4AB0-3413-2731-5782-1265EECC1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05" y="0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4AC81-C312-B892-0C25-93A76D613FB6}"/>
              </a:ext>
            </a:extLst>
          </p:cNvPr>
          <p:cNvSpPr txBox="1"/>
          <p:nvPr/>
        </p:nvSpPr>
        <p:spPr>
          <a:xfrm>
            <a:off x="1799943" y="1041032"/>
            <a:ext cx="988283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order to deal with categorical variables, we need to create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dummy variables or binary variables for  two categories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“ Male” and “Female” as shown below.</a:t>
            </a:r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A2E7C-605C-5FD3-5D27-5A5F08BD0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18" y="2683781"/>
            <a:ext cx="7553325" cy="37147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2EF82-36B8-E5A4-0E82-FFC23CF50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117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2541-FA02-957A-47CD-66B5C136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5D23-60DE-CAC1-CC61-FF1F554F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05" y="0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45FDB-F005-A184-5E61-33BE71999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842" y="1182528"/>
            <a:ext cx="5779973" cy="2842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A5672D-40C2-C45B-8206-88BE19BD7452}"/>
              </a:ext>
            </a:extLst>
          </p:cNvPr>
          <p:cNvSpPr txBox="1"/>
          <p:nvPr/>
        </p:nvSpPr>
        <p:spPr>
          <a:xfrm>
            <a:off x="1831940" y="4341525"/>
            <a:ext cx="9774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Regression Equation in terms of dummy Variable is given by</a:t>
            </a:r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220E8B-157B-B34A-442B-F5F87921B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427" y="5207666"/>
            <a:ext cx="4962525" cy="61912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92A1D4C-0D0D-9791-A429-8C403EC1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261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24D5-4369-8D49-8783-C8C6B6A8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C863-CF78-359D-3406-7BE7DBC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05" y="0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917C7-A4A7-C51E-6BBF-0FEC4CCD4D82}"/>
              </a:ext>
            </a:extLst>
          </p:cNvPr>
          <p:cNvSpPr txBox="1"/>
          <p:nvPr/>
        </p:nvSpPr>
        <p:spPr>
          <a:xfrm>
            <a:off x="2104895" y="1190619"/>
            <a:ext cx="9774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Regression Equation in terms of dummy Variable is given by</a:t>
            </a:r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ACC36E-6788-959E-530D-F77AE3160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791" y="1933022"/>
            <a:ext cx="4962525" cy="619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9B299F-B6F2-EA76-2FF2-4972E178F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353" y="3196191"/>
            <a:ext cx="5981700" cy="2219325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2B23AE-DEF0-361E-208A-7F155F60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9298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38F5-6CAF-51FD-D80B-D7CC33E6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A050-E0FB-744A-D596-40A2A8B1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05" y="0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DFA62C-FED1-2228-BD1A-3293896BD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620" y="1076182"/>
            <a:ext cx="5369114" cy="2623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430FEC-7D5F-30F2-06FB-BC8A3D4109B8}"/>
              </a:ext>
            </a:extLst>
          </p:cNvPr>
          <p:cNvSpPr txBox="1"/>
          <p:nvPr/>
        </p:nvSpPr>
        <p:spPr>
          <a:xfrm>
            <a:off x="1787857" y="3903260"/>
            <a:ext cx="1033321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observe that the sum of the dummy variables for “Male” and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“Female” is 1 for all the samples of dataset.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5B8691-7DCF-BD0D-2690-C2227F0DF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088" y="5166056"/>
            <a:ext cx="2162175" cy="4572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5CB1A8A-6A8D-33FF-6CD4-B99FBF62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563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4533-3151-CCF4-B364-9F65663B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71E8-7F64-B32E-24CA-24A1E12E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05" y="0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C6363-A0CB-3B59-B6FB-D626C7354CA5}"/>
              </a:ext>
            </a:extLst>
          </p:cNvPr>
          <p:cNvSpPr txBox="1"/>
          <p:nvPr/>
        </p:nvSpPr>
        <p:spPr>
          <a:xfrm>
            <a:off x="1664207" y="933001"/>
            <a:ext cx="1033321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observe that the sum of the dummy variables for “Male” and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“Female” is 1 for all the samples of dataset.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E44954-38CF-6F5F-84C2-BEEDCFAA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769" y="1985287"/>
            <a:ext cx="2162175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4E3BAF-DFA9-DE89-0D6C-19F57E1E032C}"/>
              </a:ext>
            </a:extLst>
          </p:cNvPr>
          <p:cNvSpPr txBox="1"/>
          <p:nvPr/>
        </p:nvSpPr>
        <p:spPr>
          <a:xfrm>
            <a:off x="1962769" y="2594994"/>
            <a:ext cx="78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978A73-3D07-C776-B6F2-49804B395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195" y="3254718"/>
            <a:ext cx="2076450" cy="47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BD5120-AB6B-E0E3-B140-FFDBC02B5645}"/>
              </a:ext>
            </a:extLst>
          </p:cNvPr>
          <p:cNvSpPr txBox="1"/>
          <p:nvPr/>
        </p:nvSpPr>
        <p:spPr>
          <a:xfrm>
            <a:off x="2076195" y="4380931"/>
            <a:ext cx="1016015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From the above equations, we can clearly see that two dummy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variables are highly correlated and they depend upon each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other and thus violating the condition that the independent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variables for Regression Analysis should be uncorrelated.</a:t>
            </a:r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A0C4831-F8B3-67C2-6302-66F24337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52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8425-F748-3DE9-684B-73EAEE9B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5E0D-4435-2CCA-F591-47BBF16C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05" y="0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BDE20-5F59-95C0-B0E4-32FBA5192038}"/>
              </a:ext>
            </a:extLst>
          </p:cNvPr>
          <p:cNvSpPr txBox="1"/>
          <p:nvPr/>
        </p:nvSpPr>
        <p:spPr>
          <a:xfrm>
            <a:off x="1087422" y="933158"/>
            <a:ext cx="1110457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High Correlation between dummy variables leads to the problem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of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multicollinearity OR dummy variable trap.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avoid dummy variable trap, we need to drop one of the dummy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variable</a:t>
            </a:r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73AE74-8AA3-88B1-493C-18D4424DA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494" y="3678073"/>
            <a:ext cx="5848350" cy="288607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16C441-9A74-262C-CF67-8BC9A7D8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083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2564-2C2E-4881-7736-4842DA1A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17B7-9697-4E11-FA32-476AED58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05" y="0"/>
            <a:ext cx="973700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Dealing with C</a:t>
            </a:r>
            <a:r>
              <a:rPr lang="en-CA" sz="4000" b="1" dirty="0" err="1"/>
              <a:t>ategorical</a:t>
            </a:r>
            <a:r>
              <a:rPr lang="en-CA" sz="4000" b="1" dirty="0"/>
              <a:t> Variables</a:t>
            </a:r>
            <a:endParaRPr sz="4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04125A-1130-7719-471F-4B36B2E32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117" y="975816"/>
            <a:ext cx="5848350" cy="2886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7B3867-E7EE-03EE-3CAA-3265299AA2DE}"/>
              </a:ext>
            </a:extLst>
          </p:cNvPr>
          <p:cNvSpPr txBox="1"/>
          <p:nvPr/>
        </p:nvSpPr>
        <p:spPr>
          <a:xfrm>
            <a:off x="1998117" y="4435522"/>
            <a:ext cx="79351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Male = 1,  means that the individual is “Male”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Male = 0,  means that the individual is “Female</a:t>
            </a:r>
            <a:r>
              <a:rPr lang="en-US" dirty="0"/>
              <a:t>”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4E5A-5F18-6064-5E41-5A3A35A7C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725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EA927-A6E8-5DB9-CC2D-6D1AA06D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BEA7E5-B879-23A1-FC62-74389785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672" y="2275812"/>
            <a:ext cx="10515600" cy="1325563"/>
          </a:xfrm>
        </p:spPr>
        <p:txBody>
          <a:bodyPr/>
          <a:lstStyle/>
          <a:p>
            <a:r>
              <a:rPr lang="en-US" dirty="0"/>
              <a:t>Explanation with codes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103148-4883-1E46-F2E6-9630C487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472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F19C-843B-890C-F1B8-68D31BCD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839" y="3206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Class Activity</a:t>
            </a:r>
            <a:endParaRPr lang="en-C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8087B-358B-4D81-ED37-91C8BEBB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Students are required to open python file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ClassActivity_Moduele05.ipynb.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dataset “Salaries.csv” has already been imported in the file.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Students are required to create dummy variables for categorical features and perform Multi-linear Regression to predict the “salary” from the given independent features.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Multi-linear Regression should be performed using both Statistical and Machine Learning approaches.</a:t>
            </a: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DB172-798A-180F-1A62-CAD7C4A7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4440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80C01-B0FC-D533-C118-CFD26C90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D1EA-0580-D5D3-3205-367A0ED8B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722" y="266808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Thank you !</a:t>
            </a:r>
            <a:endParaRPr lang="en-C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B112-8503-B1F1-545B-CD28A343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8416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696B-277F-7EFE-216B-0A7CC405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2B16-CD66-1B16-9249-785FBAACC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722" y="266808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Thank you !</a:t>
            </a:r>
            <a:endParaRPr lang="en-C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B6476-E6E4-CFB8-013E-F4EA3F51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617DE-9128-45AC-AE8A-BB47684C535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4413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5911E5B83B29458A7638B95C434622" ma:contentTypeVersion="3" ma:contentTypeDescription="Create a new document." ma:contentTypeScope="" ma:versionID="793ff8a7c2f2d00c298f26b75d90ad07">
  <xsd:schema xmlns:xsd="http://www.w3.org/2001/XMLSchema" xmlns:xs="http://www.w3.org/2001/XMLSchema" xmlns:p="http://schemas.microsoft.com/office/2006/metadata/properties" xmlns:ns2="c6b925ea-3b76-4b6f-ba8d-655f5d26c3d2" targetNamespace="http://schemas.microsoft.com/office/2006/metadata/properties" ma:root="true" ma:fieldsID="662bea795ffa1eee09bca4eeaadc2825" ns2:_="">
    <xsd:import namespace="c6b925ea-3b76-4b6f-ba8d-655f5d26c3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b925ea-3b76-4b6f-ba8d-655f5d26c3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0885CE-76E2-4811-9D84-6E8D34B20E72}">
  <ds:schemaRefs>
    <ds:schemaRef ds:uri="http://schemas.microsoft.com/office/2006/metadata/properties"/>
    <ds:schemaRef ds:uri="http://schemas.microsoft.com/office/infopath/2007/PartnerControls"/>
    <ds:schemaRef ds:uri="c17789b6-6eac-441d-af7f-1e7a2463e4cd"/>
    <ds:schemaRef ds:uri="f3a87461-78f6-4f51-abef-578cc95b2078"/>
  </ds:schemaRefs>
</ds:datastoreItem>
</file>

<file path=customXml/itemProps2.xml><?xml version="1.0" encoding="utf-8"?>
<ds:datastoreItem xmlns:ds="http://schemas.openxmlformats.org/officeDocument/2006/customXml" ds:itemID="{AE0AF387-01AC-4EE7-9BC4-AA5100AFFF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b925ea-3b76-4b6f-ba8d-655f5d26c3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54B21D-023F-4D95-9767-3087365437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659</Words>
  <Application>Microsoft Office PowerPoint</Application>
  <PresentationFormat>Widescreen</PresentationFormat>
  <Paragraphs>86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DAMO 510 Predictive Analytics</vt:lpstr>
      <vt:lpstr>Quick Review of Module 4</vt:lpstr>
      <vt:lpstr>Quick Review of Module 4</vt:lpstr>
      <vt:lpstr>Categorical Variables</vt:lpstr>
      <vt:lpstr>Dealing with Categorical Variables</vt:lpstr>
      <vt:lpstr>Dealing with Categorical Variables</vt:lpstr>
      <vt:lpstr>Dealing with Categorical Variables</vt:lpstr>
      <vt:lpstr>Dealing with Categorical Variables</vt:lpstr>
      <vt:lpstr>Dealing with Categorical Variables</vt:lpstr>
      <vt:lpstr>Dealing with Categorical Variables</vt:lpstr>
      <vt:lpstr>Dealing with Categorical Variables</vt:lpstr>
      <vt:lpstr>Dealing with Categorical Variables</vt:lpstr>
      <vt:lpstr>Explanation with codes</vt:lpstr>
      <vt:lpstr>Class Activity</vt:lpstr>
      <vt:lpstr>Thank you !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Hany Osman</dc:creator>
  <cp:lastModifiedBy>Zeeshan Ahmad</cp:lastModifiedBy>
  <cp:revision>189</cp:revision>
  <dcterms:created xsi:type="dcterms:W3CDTF">2024-09-29T22:50:07Z</dcterms:created>
  <dcterms:modified xsi:type="dcterms:W3CDTF">2025-05-09T00:41:52Z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0x010100D75911E5B83B29458A7638B95C434622</vt:lpwstr>
  </property>
</Properties>
</file>