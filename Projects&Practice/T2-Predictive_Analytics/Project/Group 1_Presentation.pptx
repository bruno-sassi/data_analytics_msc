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3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4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5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0" r:id="rId2"/>
    <p:sldMasterId id="2147483693" r:id="rId3"/>
    <p:sldMasterId id="2147483723" r:id="rId4"/>
    <p:sldMasterId id="2147483726" r:id="rId5"/>
    <p:sldMasterId id="2147483756" r:id="rId6"/>
  </p:sldMasterIdLst>
  <p:notesMasterIdLst>
    <p:notesMasterId r:id="rId16"/>
  </p:notesMasterIdLst>
  <p:handoutMasterIdLst>
    <p:handoutMasterId r:id="rId17"/>
  </p:handoutMasterIdLst>
  <p:sldIdLst>
    <p:sldId id="256" r:id="rId7"/>
    <p:sldId id="257" r:id="rId8"/>
    <p:sldId id="269" r:id="rId9"/>
    <p:sldId id="265" r:id="rId10"/>
    <p:sldId id="266" r:id="rId11"/>
    <p:sldId id="261" r:id="rId12"/>
    <p:sldId id="267" r:id="rId13"/>
    <p:sldId id="268" r:id="rId14"/>
    <p:sldId id="264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B95439-FBA5-4425-B0E3-FEFBAC6961C7}" v="189" dt="2025-06-15T21:54:31.7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3" autoAdjust="0"/>
    <p:restoredTop sz="94660"/>
  </p:normalViewPr>
  <p:slideViewPr>
    <p:cSldViewPr snapToGrid="0">
      <p:cViewPr>
        <p:scale>
          <a:sx n="80" d="100"/>
          <a:sy n="80" d="100"/>
        </p:scale>
        <p:origin x="480" y="-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microsoft.com/office/2015/10/relationships/revisionInfo" Target="revisionInfo.xml"/><Relationship Id="rId10" Type="http://schemas.openxmlformats.org/officeDocument/2006/relationships/slide" Target="slides/slide4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iana Popa" userId="39b55844ee52a52b" providerId="LiveId" clId="{EDB95439-FBA5-4425-B0E3-FEFBAC6961C7}"/>
    <pc:docChg chg="undo custSel addSld delSld modSld">
      <pc:chgData name="Luciana Popa" userId="39b55844ee52a52b" providerId="LiveId" clId="{EDB95439-FBA5-4425-B0E3-FEFBAC6961C7}" dt="2025-06-15T21:55:54.880" v="939" actId="20577"/>
      <pc:docMkLst>
        <pc:docMk/>
      </pc:docMkLst>
      <pc:sldChg chg="modSp mod">
        <pc:chgData name="Luciana Popa" userId="39b55844ee52a52b" providerId="LiveId" clId="{EDB95439-FBA5-4425-B0E3-FEFBAC6961C7}" dt="2025-06-15T21:55:54.880" v="939" actId="20577"/>
        <pc:sldMkLst>
          <pc:docMk/>
          <pc:sldMk cId="530414930" sldId="256"/>
        </pc:sldMkLst>
        <pc:spChg chg="mod">
          <ac:chgData name="Luciana Popa" userId="39b55844ee52a52b" providerId="LiveId" clId="{EDB95439-FBA5-4425-B0E3-FEFBAC6961C7}" dt="2025-06-15T21:20:48.367" v="353"/>
          <ac:spMkLst>
            <pc:docMk/>
            <pc:sldMk cId="530414930" sldId="256"/>
            <ac:spMk id="2" creationId="{8EA711FD-F249-C889-349F-C826F039A22E}"/>
          </ac:spMkLst>
        </pc:spChg>
        <pc:spChg chg="mod">
          <ac:chgData name="Luciana Popa" userId="39b55844ee52a52b" providerId="LiveId" clId="{EDB95439-FBA5-4425-B0E3-FEFBAC6961C7}" dt="2025-06-15T21:55:54.880" v="939" actId="20577"/>
          <ac:spMkLst>
            <pc:docMk/>
            <pc:sldMk cId="530414930" sldId="256"/>
            <ac:spMk id="3" creationId="{31107D13-BB6E-C86E-DF4B-72185D8312F8}"/>
          </ac:spMkLst>
        </pc:spChg>
      </pc:sldChg>
      <pc:sldChg chg="addSp modSp mod modClrScheme chgLayout">
        <pc:chgData name="Luciana Popa" userId="39b55844ee52a52b" providerId="LiveId" clId="{EDB95439-FBA5-4425-B0E3-FEFBAC6961C7}" dt="2025-06-15T21:53:51.299" v="907" actId="1076"/>
        <pc:sldMkLst>
          <pc:docMk/>
          <pc:sldMk cId="1030028722" sldId="257"/>
        </pc:sldMkLst>
        <pc:spChg chg="mod">
          <ac:chgData name="Luciana Popa" userId="39b55844ee52a52b" providerId="LiveId" clId="{EDB95439-FBA5-4425-B0E3-FEFBAC6961C7}" dt="2025-06-15T21:20:48.367" v="353"/>
          <ac:spMkLst>
            <pc:docMk/>
            <pc:sldMk cId="1030028722" sldId="257"/>
            <ac:spMk id="2" creationId="{BFA29AA0-1856-0457-0B38-DFA90676E9B4}"/>
          </ac:spMkLst>
        </pc:spChg>
        <pc:spChg chg="mod">
          <ac:chgData name="Luciana Popa" userId="39b55844ee52a52b" providerId="LiveId" clId="{EDB95439-FBA5-4425-B0E3-FEFBAC6961C7}" dt="2025-06-15T21:48:01.827" v="867" actId="21"/>
          <ac:spMkLst>
            <pc:docMk/>
            <pc:sldMk cId="1030028722" sldId="257"/>
            <ac:spMk id="3" creationId="{E62D156D-FA0C-8ED5-DDF1-AA05E4CF8E6F}"/>
          </ac:spMkLst>
        </pc:spChg>
        <pc:spChg chg="add mod">
          <ac:chgData name="Luciana Popa" userId="39b55844ee52a52b" providerId="LiveId" clId="{EDB95439-FBA5-4425-B0E3-FEFBAC6961C7}" dt="2025-06-15T21:25:45.471" v="426"/>
          <ac:spMkLst>
            <pc:docMk/>
            <pc:sldMk cId="1030028722" sldId="257"/>
            <ac:spMk id="5" creationId="{F6B6023F-C00C-DF15-1143-97D2FEC670A5}"/>
          </ac:spMkLst>
        </pc:spChg>
        <pc:spChg chg="add mod">
          <ac:chgData name="Luciana Popa" userId="39b55844ee52a52b" providerId="LiveId" clId="{EDB95439-FBA5-4425-B0E3-FEFBAC6961C7}" dt="2025-06-15T21:25:45.471" v="426"/>
          <ac:spMkLst>
            <pc:docMk/>
            <pc:sldMk cId="1030028722" sldId="257"/>
            <ac:spMk id="6" creationId="{9390D3C0-C312-162E-9744-B72EB76D4FF7}"/>
          </ac:spMkLst>
        </pc:spChg>
        <pc:spChg chg="add mod">
          <ac:chgData name="Luciana Popa" userId="39b55844ee52a52b" providerId="LiveId" clId="{EDB95439-FBA5-4425-B0E3-FEFBAC6961C7}" dt="2025-06-15T21:53:51.299" v="907" actId="1076"/>
          <ac:spMkLst>
            <pc:docMk/>
            <pc:sldMk cId="1030028722" sldId="257"/>
            <ac:spMk id="10" creationId="{D43ED3CC-1145-8905-1FA5-194C88FDA702}"/>
          </ac:spMkLst>
        </pc:spChg>
        <pc:graphicFrameChg chg="add mod modGraphic">
          <ac:chgData name="Luciana Popa" userId="39b55844ee52a52b" providerId="LiveId" clId="{EDB95439-FBA5-4425-B0E3-FEFBAC6961C7}" dt="2025-06-15T21:48:35.042" v="877" actId="1076"/>
          <ac:graphicFrameMkLst>
            <pc:docMk/>
            <pc:sldMk cId="1030028722" sldId="257"/>
            <ac:graphicFrameMk id="9" creationId="{29ACC87A-0404-E6A1-3ED7-D2750BDBCA48}"/>
          </ac:graphicFrameMkLst>
        </pc:graphicFrameChg>
        <pc:picChg chg="add mod">
          <ac:chgData name="Luciana Popa" userId="39b55844ee52a52b" providerId="LiveId" clId="{EDB95439-FBA5-4425-B0E3-FEFBAC6961C7}" dt="2025-06-15T21:25:44.363" v="425"/>
          <ac:picMkLst>
            <pc:docMk/>
            <pc:sldMk cId="1030028722" sldId="257"/>
            <ac:picMk id="7" creationId="{F521B752-DED9-0895-7075-C07C46C44BDF}"/>
          </ac:picMkLst>
        </pc:picChg>
        <pc:picChg chg="add mod">
          <ac:chgData name="Luciana Popa" userId="39b55844ee52a52b" providerId="LiveId" clId="{EDB95439-FBA5-4425-B0E3-FEFBAC6961C7}" dt="2025-06-15T21:25:44.363" v="425"/>
          <ac:picMkLst>
            <pc:docMk/>
            <pc:sldMk cId="1030028722" sldId="257"/>
            <ac:picMk id="8" creationId="{83A0E42D-546C-86DB-010B-650644C6066E}"/>
          </ac:picMkLst>
        </pc:picChg>
      </pc:sldChg>
      <pc:sldChg chg="modSp del mod modClrScheme chgLayout">
        <pc:chgData name="Luciana Popa" userId="39b55844ee52a52b" providerId="LiveId" clId="{EDB95439-FBA5-4425-B0E3-FEFBAC6961C7}" dt="2025-06-15T21:46:22.789" v="845" actId="47"/>
        <pc:sldMkLst>
          <pc:docMk/>
          <pc:sldMk cId="2751987378" sldId="258"/>
        </pc:sldMkLst>
        <pc:spChg chg="mod">
          <ac:chgData name="Luciana Popa" userId="39b55844ee52a52b" providerId="LiveId" clId="{EDB95439-FBA5-4425-B0E3-FEFBAC6961C7}" dt="2025-06-15T21:20:48.367" v="353"/>
          <ac:spMkLst>
            <pc:docMk/>
            <pc:sldMk cId="2751987378" sldId="258"/>
            <ac:spMk id="2" creationId="{5485E326-3ED2-CB81-F465-718DB70201B5}"/>
          </ac:spMkLst>
        </pc:spChg>
        <pc:spChg chg="mod">
          <ac:chgData name="Luciana Popa" userId="39b55844ee52a52b" providerId="LiveId" clId="{EDB95439-FBA5-4425-B0E3-FEFBAC6961C7}" dt="2025-06-15T21:38:23.423" v="679" actId="21"/>
          <ac:spMkLst>
            <pc:docMk/>
            <pc:sldMk cId="2751987378" sldId="258"/>
            <ac:spMk id="3" creationId="{7A19BCA1-8EEA-4F62-1977-13C223123114}"/>
          </ac:spMkLst>
        </pc:spChg>
      </pc:sldChg>
      <pc:sldChg chg="addSp modSp del mod">
        <pc:chgData name="Luciana Popa" userId="39b55844ee52a52b" providerId="LiveId" clId="{EDB95439-FBA5-4425-B0E3-FEFBAC6961C7}" dt="2025-06-15T21:18:26.159" v="333" actId="47"/>
        <pc:sldMkLst>
          <pc:docMk/>
          <pc:sldMk cId="36856875" sldId="259"/>
        </pc:sldMkLst>
        <pc:spChg chg="mod">
          <ac:chgData name="Luciana Popa" userId="39b55844ee52a52b" providerId="LiveId" clId="{EDB95439-FBA5-4425-B0E3-FEFBAC6961C7}" dt="2025-06-15T21:17:59.483" v="326" actId="21"/>
          <ac:spMkLst>
            <pc:docMk/>
            <pc:sldMk cId="36856875" sldId="259"/>
            <ac:spMk id="2" creationId="{BAD38007-9879-553A-58B3-96E69AD2974E}"/>
          </ac:spMkLst>
        </pc:spChg>
        <pc:spChg chg="mod">
          <ac:chgData name="Luciana Popa" userId="39b55844ee52a52b" providerId="LiveId" clId="{EDB95439-FBA5-4425-B0E3-FEFBAC6961C7}" dt="2025-06-15T21:15:35.080" v="312"/>
          <ac:spMkLst>
            <pc:docMk/>
            <pc:sldMk cId="36856875" sldId="259"/>
            <ac:spMk id="3" creationId="{02296387-7B60-6A33-AC6B-98B3AE6C9B38}"/>
          </ac:spMkLst>
        </pc:spChg>
        <pc:graphicFrameChg chg="add mod modGraphic">
          <ac:chgData name="Luciana Popa" userId="39b55844ee52a52b" providerId="LiveId" clId="{EDB95439-FBA5-4425-B0E3-FEFBAC6961C7}" dt="2025-06-15T21:17:33.732" v="324" actId="12100"/>
          <ac:graphicFrameMkLst>
            <pc:docMk/>
            <pc:sldMk cId="36856875" sldId="259"/>
            <ac:graphicFrameMk id="5" creationId="{0FAD6B28-4C0B-F506-3F78-40E10313FD6E}"/>
          </ac:graphicFrameMkLst>
        </pc:graphicFrameChg>
      </pc:sldChg>
      <pc:sldChg chg="addSp delSp modSp del mod setBg">
        <pc:chgData name="Luciana Popa" userId="39b55844ee52a52b" providerId="LiveId" clId="{EDB95439-FBA5-4425-B0E3-FEFBAC6961C7}" dt="2025-06-15T21:21:29.030" v="358" actId="47"/>
        <pc:sldMkLst>
          <pc:docMk/>
          <pc:sldMk cId="1202826744" sldId="260"/>
        </pc:sldMkLst>
        <pc:spChg chg="mod">
          <ac:chgData name="Luciana Popa" userId="39b55844ee52a52b" providerId="LiveId" clId="{EDB95439-FBA5-4425-B0E3-FEFBAC6961C7}" dt="2025-06-15T20:46:29.363" v="157" actId="27636"/>
          <ac:spMkLst>
            <pc:docMk/>
            <pc:sldMk cId="1202826744" sldId="260"/>
            <ac:spMk id="2" creationId="{31B48A05-10FA-38D7-A684-51956EEE5C18}"/>
          </ac:spMkLst>
        </pc:spChg>
        <pc:spChg chg="mod">
          <ac:chgData name="Luciana Popa" userId="39b55844ee52a52b" providerId="LiveId" clId="{EDB95439-FBA5-4425-B0E3-FEFBAC6961C7}" dt="2025-06-15T21:13:31.454" v="281" actId="27636"/>
          <ac:spMkLst>
            <pc:docMk/>
            <pc:sldMk cId="1202826744" sldId="260"/>
            <ac:spMk id="3" creationId="{59FA80D9-C381-0A78-D97A-C0D5BE06B854}"/>
          </ac:spMkLst>
        </pc:spChg>
        <pc:spChg chg="add del">
          <ac:chgData name="Luciana Popa" userId="39b55844ee52a52b" providerId="LiveId" clId="{EDB95439-FBA5-4425-B0E3-FEFBAC6961C7}" dt="2025-06-15T20:43:18.657" v="107" actId="26606"/>
          <ac:spMkLst>
            <pc:docMk/>
            <pc:sldMk cId="1202826744" sldId="260"/>
            <ac:spMk id="16" creationId="{A3C210E6-A35A-4F68-8D60-801A019C75B8}"/>
          </ac:spMkLst>
        </pc:spChg>
        <pc:spChg chg="add del">
          <ac:chgData name="Luciana Popa" userId="39b55844ee52a52b" providerId="LiveId" clId="{EDB95439-FBA5-4425-B0E3-FEFBAC6961C7}" dt="2025-06-15T20:43:18.657" v="107" actId="26606"/>
          <ac:spMkLst>
            <pc:docMk/>
            <pc:sldMk cId="1202826744" sldId="260"/>
            <ac:spMk id="18" creationId="{AC0D06B0-F19C-459E-B221-A34B506FB5E3}"/>
          </ac:spMkLst>
        </pc:spChg>
        <pc:spChg chg="add del">
          <ac:chgData name="Luciana Popa" userId="39b55844ee52a52b" providerId="LiveId" clId="{EDB95439-FBA5-4425-B0E3-FEFBAC6961C7}" dt="2025-06-15T20:43:18.657" v="107" actId="26606"/>
          <ac:spMkLst>
            <pc:docMk/>
            <pc:sldMk cId="1202826744" sldId="260"/>
            <ac:spMk id="20" creationId="{345B26DA-1C6B-4C66-81C9-9C1877FC2DB1}"/>
          </ac:spMkLst>
        </pc:spChg>
        <pc:spChg chg="add del">
          <ac:chgData name="Luciana Popa" userId="39b55844ee52a52b" providerId="LiveId" clId="{EDB95439-FBA5-4425-B0E3-FEFBAC6961C7}" dt="2025-06-15T20:43:18.657" v="107" actId="26606"/>
          <ac:spMkLst>
            <pc:docMk/>
            <pc:sldMk cId="1202826744" sldId="260"/>
            <ac:spMk id="22" creationId="{98DE6C44-43F8-4DE4-AB81-66853FFEA09A}"/>
          </ac:spMkLst>
        </pc:spChg>
        <pc:spChg chg="add del">
          <ac:chgData name="Luciana Popa" userId="39b55844ee52a52b" providerId="LiveId" clId="{EDB95439-FBA5-4425-B0E3-FEFBAC6961C7}" dt="2025-06-15T20:43:18.657" v="107" actId="26606"/>
          <ac:spMkLst>
            <pc:docMk/>
            <pc:sldMk cId="1202826744" sldId="260"/>
            <ac:spMk id="24" creationId="{2409529B-9B56-4F10-BE4D-F934DB89E57E}"/>
          </ac:spMkLst>
        </pc:spChg>
        <pc:picChg chg="add del mod">
          <ac:chgData name="Luciana Popa" userId="39b55844ee52a52b" providerId="LiveId" clId="{EDB95439-FBA5-4425-B0E3-FEFBAC6961C7}" dt="2025-06-15T20:55:44.431" v="240" actId="478"/>
          <ac:picMkLst>
            <pc:docMk/>
            <pc:sldMk cId="1202826744" sldId="260"/>
            <ac:picMk id="5" creationId="{BD1F0AB5-6E05-CFF5-2684-11465AB15C27}"/>
          </ac:picMkLst>
        </pc:picChg>
        <pc:picChg chg="add mod ord">
          <ac:chgData name="Luciana Popa" userId="39b55844ee52a52b" providerId="LiveId" clId="{EDB95439-FBA5-4425-B0E3-FEFBAC6961C7}" dt="2025-06-15T20:55:53.927" v="243" actId="1076"/>
          <ac:picMkLst>
            <pc:docMk/>
            <pc:sldMk cId="1202826744" sldId="260"/>
            <ac:picMk id="7" creationId="{9E8A5258-AF8A-E26E-115E-5E3DF7B44A6F}"/>
          </ac:picMkLst>
        </pc:picChg>
        <pc:picChg chg="add mod ord">
          <ac:chgData name="Luciana Popa" userId="39b55844ee52a52b" providerId="LiveId" clId="{EDB95439-FBA5-4425-B0E3-FEFBAC6961C7}" dt="2025-06-15T20:55:58.027" v="244" actId="1076"/>
          <ac:picMkLst>
            <pc:docMk/>
            <pc:sldMk cId="1202826744" sldId="260"/>
            <ac:picMk id="9" creationId="{31C66137-8E90-53E0-6C1B-E1CDCF3D5893}"/>
          </ac:picMkLst>
        </pc:picChg>
        <pc:picChg chg="add del mod ord">
          <ac:chgData name="Luciana Popa" userId="39b55844ee52a52b" providerId="LiveId" clId="{EDB95439-FBA5-4425-B0E3-FEFBAC6961C7}" dt="2025-06-15T20:45:55.546" v="143" actId="21"/>
          <ac:picMkLst>
            <pc:docMk/>
            <pc:sldMk cId="1202826744" sldId="260"/>
            <ac:picMk id="11" creationId="{A8A82C91-2F6A-F92E-8496-CF01E22533C4}"/>
          </ac:picMkLst>
        </pc:picChg>
        <pc:cxnChg chg="add del">
          <ac:chgData name="Luciana Popa" userId="39b55844ee52a52b" providerId="LiveId" clId="{EDB95439-FBA5-4425-B0E3-FEFBAC6961C7}" dt="2025-06-15T20:43:28.930" v="111" actId="26606"/>
          <ac:cxnSpMkLst>
            <pc:docMk/>
            <pc:sldMk cId="1202826744" sldId="260"/>
            <ac:cxnSpMk id="26" creationId="{1503BFE4-729B-D9D0-C17B-501E6AF1127A}"/>
          </ac:cxnSpMkLst>
        </pc:cxnChg>
      </pc:sldChg>
      <pc:sldChg chg="addSp modSp mod modClrScheme chgLayout">
        <pc:chgData name="Luciana Popa" userId="39b55844ee52a52b" providerId="LiveId" clId="{EDB95439-FBA5-4425-B0E3-FEFBAC6961C7}" dt="2025-06-15T21:54:15.784" v="919" actId="20577"/>
        <pc:sldMkLst>
          <pc:docMk/>
          <pc:sldMk cId="1311609797" sldId="261"/>
        </pc:sldMkLst>
        <pc:spChg chg="mod">
          <ac:chgData name="Luciana Popa" userId="39b55844ee52a52b" providerId="LiveId" clId="{EDB95439-FBA5-4425-B0E3-FEFBAC6961C7}" dt="2025-06-15T21:20:23.790" v="350" actId="26606"/>
          <ac:spMkLst>
            <pc:docMk/>
            <pc:sldMk cId="1311609797" sldId="261"/>
            <ac:spMk id="2" creationId="{5FA73226-DEA1-2969-9DB1-E2C1FAEA4F6D}"/>
          </ac:spMkLst>
        </pc:spChg>
        <pc:spChg chg="mod">
          <ac:chgData name="Luciana Popa" userId="39b55844ee52a52b" providerId="LiveId" clId="{EDB95439-FBA5-4425-B0E3-FEFBAC6961C7}" dt="2025-06-15T21:30:14.283" v="471" actId="27636"/>
          <ac:spMkLst>
            <pc:docMk/>
            <pc:sldMk cId="1311609797" sldId="261"/>
            <ac:spMk id="3" creationId="{55A3892F-F0B2-F154-7F08-4F0D16717050}"/>
          </ac:spMkLst>
        </pc:spChg>
        <pc:spChg chg="add mod">
          <ac:chgData name="Luciana Popa" userId="39b55844ee52a52b" providerId="LiveId" clId="{EDB95439-FBA5-4425-B0E3-FEFBAC6961C7}" dt="2025-06-15T21:54:15.784" v="919" actId="20577"/>
          <ac:spMkLst>
            <pc:docMk/>
            <pc:sldMk cId="1311609797" sldId="261"/>
            <ac:spMk id="7" creationId="{505936E5-9FEF-875C-CFD0-50A490EE4369}"/>
          </ac:spMkLst>
        </pc:spChg>
        <pc:picChg chg="add mod">
          <ac:chgData name="Luciana Popa" userId="39b55844ee52a52b" providerId="LiveId" clId="{EDB95439-FBA5-4425-B0E3-FEFBAC6961C7}" dt="2025-06-15T21:20:30.280" v="352" actId="14100"/>
          <ac:picMkLst>
            <pc:docMk/>
            <pc:sldMk cId="1311609797" sldId="261"/>
            <ac:picMk id="6" creationId="{68321A69-911B-9691-A219-8379207DD8D4}"/>
          </ac:picMkLst>
        </pc:picChg>
      </pc:sldChg>
      <pc:sldChg chg="addSp delSp modSp del mod">
        <pc:chgData name="Luciana Popa" userId="39b55844ee52a52b" providerId="LiveId" clId="{EDB95439-FBA5-4425-B0E3-FEFBAC6961C7}" dt="2025-06-15T21:22:34.786" v="393" actId="47"/>
        <pc:sldMkLst>
          <pc:docMk/>
          <pc:sldMk cId="2752813930" sldId="262"/>
        </pc:sldMkLst>
        <pc:spChg chg="mod">
          <ac:chgData name="Luciana Popa" userId="39b55844ee52a52b" providerId="LiveId" clId="{EDB95439-FBA5-4425-B0E3-FEFBAC6961C7}" dt="2025-06-15T20:53:05.612" v="239" actId="27636"/>
          <ac:spMkLst>
            <pc:docMk/>
            <pc:sldMk cId="2752813930" sldId="262"/>
            <ac:spMk id="2" creationId="{9A00D26A-9172-A6C6-E59A-3335F03728A2}"/>
          </ac:spMkLst>
        </pc:spChg>
        <pc:spChg chg="mod">
          <ac:chgData name="Luciana Popa" userId="39b55844ee52a52b" providerId="LiveId" clId="{EDB95439-FBA5-4425-B0E3-FEFBAC6961C7}" dt="2025-06-15T21:13:31.553" v="283" actId="27636"/>
          <ac:spMkLst>
            <pc:docMk/>
            <pc:sldMk cId="2752813930" sldId="262"/>
            <ac:spMk id="3" creationId="{931CCAA5-A0AD-CDEB-0DAA-C13288DD9F3D}"/>
          </ac:spMkLst>
        </pc:spChg>
        <pc:picChg chg="add mod">
          <ac:chgData name="Luciana Popa" userId="39b55844ee52a52b" providerId="LiveId" clId="{EDB95439-FBA5-4425-B0E3-FEFBAC6961C7}" dt="2025-06-15T20:52:53.138" v="234" actId="1076"/>
          <ac:picMkLst>
            <pc:docMk/>
            <pc:sldMk cId="2752813930" sldId="262"/>
            <ac:picMk id="6" creationId="{7881FE6B-3302-BFC8-F8C4-43D93A0ACE2E}"/>
          </ac:picMkLst>
        </pc:picChg>
        <pc:picChg chg="add del mod">
          <ac:chgData name="Luciana Popa" userId="39b55844ee52a52b" providerId="LiveId" clId="{EDB95439-FBA5-4425-B0E3-FEFBAC6961C7}" dt="2025-06-15T20:52:48.116" v="232" actId="478"/>
          <ac:picMkLst>
            <pc:docMk/>
            <pc:sldMk cId="2752813930" sldId="262"/>
            <ac:picMk id="8" creationId="{83DFE73A-BA50-3925-E3AD-6C6E64BD69E6}"/>
          </ac:picMkLst>
        </pc:picChg>
        <pc:picChg chg="add mod">
          <ac:chgData name="Luciana Popa" userId="39b55844ee52a52b" providerId="LiveId" clId="{EDB95439-FBA5-4425-B0E3-FEFBAC6961C7}" dt="2025-06-15T20:52:56.351" v="235" actId="1076"/>
          <ac:picMkLst>
            <pc:docMk/>
            <pc:sldMk cId="2752813930" sldId="262"/>
            <ac:picMk id="10" creationId="{80561867-88C1-02CA-4DE5-46A7D1ECE31B}"/>
          </ac:picMkLst>
        </pc:picChg>
      </pc:sldChg>
      <pc:sldChg chg="addSp delSp modSp del mod modClrScheme chgLayout">
        <pc:chgData name="Luciana Popa" userId="39b55844ee52a52b" providerId="LiveId" clId="{EDB95439-FBA5-4425-B0E3-FEFBAC6961C7}" dt="2025-06-15T21:35:26.724" v="614" actId="47"/>
        <pc:sldMkLst>
          <pc:docMk/>
          <pc:sldMk cId="2699556022" sldId="263"/>
        </pc:sldMkLst>
        <pc:spChg chg="mod">
          <ac:chgData name="Luciana Popa" userId="39b55844ee52a52b" providerId="LiveId" clId="{EDB95439-FBA5-4425-B0E3-FEFBAC6961C7}" dt="2025-06-15T21:20:48.367" v="353"/>
          <ac:spMkLst>
            <pc:docMk/>
            <pc:sldMk cId="2699556022" sldId="263"/>
            <ac:spMk id="2" creationId="{8E8BC2CB-B178-77B1-F4A3-6AE27D00FE6B}"/>
          </ac:spMkLst>
        </pc:spChg>
        <pc:spChg chg="add del mod">
          <ac:chgData name="Luciana Popa" userId="39b55844ee52a52b" providerId="LiveId" clId="{EDB95439-FBA5-4425-B0E3-FEFBAC6961C7}" dt="2025-06-15T21:33:54.842" v="536" actId="21"/>
          <ac:spMkLst>
            <pc:docMk/>
            <pc:sldMk cId="2699556022" sldId="263"/>
            <ac:spMk id="3" creationId="{33428170-AAE6-F612-B7A6-8DEF4D44F739}"/>
          </ac:spMkLst>
        </pc:spChg>
        <pc:spChg chg="add del mod">
          <ac:chgData name="Luciana Popa" userId="39b55844ee52a52b" providerId="LiveId" clId="{EDB95439-FBA5-4425-B0E3-FEFBAC6961C7}" dt="2025-06-15T21:31:35.706" v="511" actId="478"/>
          <ac:spMkLst>
            <pc:docMk/>
            <pc:sldMk cId="2699556022" sldId="263"/>
            <ac:spMk id="5" creationId="{974803C7-3FD1-CEEE-DEAA-06B06C23CC99}"/>
          </ac:spMkLst>
        </pc:spChg>
        <pc:spChg chg="add del mod">
          <ac:chgData name="Luciana Popa" userId="39b55844ee52a52b" providerId="LiveId" clId="{EDB95439-FBA5-4425-B0E3-FEFBAC6961C7}" dt="2025-06-15T21:31:35.706" v="511" actId="478"/>
          <ac:spMkLst>
            <pc:docMk/>
            <pc:sldMk cId="2699556022" sldId="263"/>
            <ac:spMk id="6" creationId="{84D52929-0F87-B2DF-F9F2-6ADA8D79E93E}"/>
          </ac:spMkLst>
        </pc:spChg>
        <pc:spChg chg="add mod">
          <ac:chgData name="Luciana Popa" userId="39b55844ee52a52b" providerId="LiveId" clId="{EDB95439-FBA5-4425-B0E3-FEFBAC6961C7}" dt="2025-06-15T21:31:30.977" v="509" actId="1076"/>
          <ac:spMkLst>
            <pc:docMk/>
            <pc:sldMk cId="2699556022" sldId="263"/>
            <ac:spMk id="7" creationId="{D222C6F8-174E-6336-26D0-C7E034F928C6}"/>
          </ac:spMkLst>
        </pc:spChg>
        <pc:spChg chg="add mod">
          <ac:chgData name="Luciana Popa" userId="39b55844ee52a52b" providerId="LiveId" clId="{EDB95439-FBA5-4425-B0E3-FEFBAC6961C7}" dt="2025-06-15T21:31:29.511" v="506" actId="1076"/>
          <ac:spMkLst>
            <pc:docMk/>
            <pc:sldMk cId="2699556022" sldId="263"/>
            <ac:spMk id="8" creationId="{4DBEEE9B-1A7E-E6DE-8E9C-A3E88FB4C256}"/>
          </ac:spMkLst>
        </pc:spChg>
        <pc:spChg chg="add mod">
          <ac:chgData name="Luciana Popa" userId="39b55844ee52a52b" providerId="LiveId" clId="{EDB95439-FBA5-4425-B0E3-FEFBAC6961C7}" dt="2025-06-15T21:31:27.437" v="501" actId="1076"/>
          <ac:spMkLst>
            <pc:docMk/>
            <pc:sldMk cId="2699556022" sldId="263"/>
            <ac:spMk id="9" creationId="{15D950AA-E6F5-50C9-4BAA-1EE6F6A54DEA}"/>
          </ac:spMkLst>
        </pc:spChg>
        <pc:spChg chg="add del mod">
          <ac:chgData name="Luciana Popa" userId="39b55844ee52a52b" providerId="LiveId" clId="{EDB95439-FBA5-4425-B0E3-FEFBAC6961C7}" dt="2025-06-15T21:31:25.554" v="497" actId="478"/>
          <ac:spMkLst>
            <pc:docMk/>
            <pc:sldMk cId="2699556022" sldId="263"/>
            <ac:spMk id="11" creationId="{17DD1842-A2BD-19BE-A77D-465F16E89EFE}"/>
          </ac:spMkLst>
        </pc:spChg>
        <pc:spChg chg="add mod">
          <ac:chgData name="Luciana Popa" userId="39b55844ee52a52b" providerId="LiveId" clId="{EDB95439-FBA5-4425-B0E3-FEFBAC6961C7}" dt="2025-06-15T21:35:13.903" v="609" actId="21"/>
          <ac:spMkLst>
            <pc:docMk/>
            <pc:sldMk cId="2699556022" sldId="263"/>
            <ac:spMk id="12" creationId="{A5EB1DD9-DA27-540B-F15E-66175237BFAC}"/>
          </ac:spMkLst>
        </pc:spChg>
      </pc:sldChg>
      <pc:sldChg chg="addSp delSp modSp mod setBg modClrScheme delDesignElem chgLayout">
        <pc:chgData name="Luciana Popa" userId="39b55844ee52a52b" providerId="LiveId" clId="{EDB95439-FBA5-4425-B0E3-FEFBAC6961C7}" dt="2025-06-15T21:36:15.385" v="645" actId="404"/>
        <pc:sldMkLst>
          <pc:docMk/>
          <pc:sldMk cId="563680138" sldId="264"/>
        </pc:sldMkLst>
        <pc:spChg chg="add del">
          <ac:chgData name="Luciana Popa" userId="39b55844ee52a52b" providerId="LiveId" clId="{EDB95439-FBA5-4425-B0E3-FEFBAC6961C7}" dt="2025-06-15T21:28:13.127" v="457" actId="26606"/>
          <ac:spMkLst>
            <pc:docMk/>
            <pc:sldMk cId="563680138" sldId="264"/>
            <ac:spMk id="3" creationId="{8754D4F4-D330-4071-ADD6-87381C82581D}"/>
          </ac:spMkLst>
        </pc:spChg>
        <pc:spChg chg="add del mod">
          <ac:chgData name="Luciana Popa" userId="39b55844ee52a52b" providerId="LiveId" clId="{EDB95439-FBA5-4425-B0E3-FEFBAC6961C7}" dt="2025-06-15T21:28:19.517" v="459" actId="478"/>
          <ac:spMkLst>
            <pc:docMk/>
            <pc:sldMk cId="563680138" sldId="264"/>
            <ac:spMk id="8" creationId="{31E200D9-D071-3135-F191-C55378CA0E20}"/>
          </ac:spMkLst>
        </pc:spChg>
        <pc:spChg chg="add del">
          <ac:chgData name="Luciana Popa" userId="39b55844ee52a52b" providerId="LiveId" clId="{EDB95439-FBA5-4425-B0E3-FEFBAC6961C7}" dt="2025-06-15T21:28:13.119" v="456" actId="26606"/>
          <ac:spMkLst>
            <pc:docMk/>
            <pc:sldMk cId="563680138" sldId="264"/>
            <ac:spMk id="9" creationId="{C9C6E293-E922-FE7A-DEBB-A5CB097C9639}"/>
          </ac:spMkLst>
        </pc:spChg>
        <pc:spChg chg="add mod">
          <ac:chgData name="Luciana Popa" userId="39b55844ee52a52b" providerId="LiveId" clId="{EDB95439-FBA5-4425-B0E3-FEFBAC6961C7}" dt="2025-06-15T21:36:15.385" v="645" actId="404"/>
          <ac:spMkLst>
            <pc:docMk/>
            <pc:sldMk cId="563680138" sldId="264"/>
            <ac:spMk id="11" creationId="{8754D4F4-D330-4071-ADD6-87381C82581D}"/>
          </ac:spMkLst>
        </pc:spChg>
        <pc:spChg chg="del">
          <ac:chgData name="Luciana Popa" userId="39b55844ee52a52b" providerId="LiveId" clId="{EDB95439-FBA5-4425-B0E3-FEFBAC6961C7}" dt="2025-06-15T21:13:30.520" v="279"/>
          <ac:spMkLst>
            <pc:docMk/>
            <pc:sldMk cId="563680138" sldId="264"/>
            <ac:spMk id="12" creationId="{04812C46-200A-4DEB-A05E-3ED6C68C2387}"/>
          </ac:spMkLst>
        </pc:spChg>
        <pc:spChg chg="del">
          <ac:chgData name="Luciana Popa" userId="39b55844ee52a52b" providerId="LiveId" clId="{EDB95439-FBA5-4425-B0E3-FEFBAC6961C7}" dt="2025-06-15T21:13:30.520" v="279"/>
          <ac:spMkLst>
            <pc:docMk/>
            <pc:sldMk cId="563680138" sldId="264"/>
            <ac:spMk id="14" creationId="{D1EA859B-E555-4109-94F3-6700E046E008}"/>
          </ac:spMkLst>
        </pc:spChg>
        <pc:graphicFrameChg chg="add del">
          <ac:chgData name="Luciana Popa" userId="39b55844ee52a52b" providerId="LiveId" clId="{EDB95439-FBA5-4425-B0E3-FEFBAC6961C7}" dt="2025-06-15T21:28:13.119" v="456" actId="26606"/>
          <ac:graphicFrameMkLst>
            <pc:docMk/>
            <pc:sldMk cId="563680138" sldId="264"/>
            <ac:graphicFrameMk id="5" creationId="{026B9D8E-7DC2-E929-35D7-E2C6900AC5E5}"/>
          </ac:graphicFrameMkLst>
        </pc:graphicFrameChg>
        <pc:picChg chg="del">
          <ac:chgData name="Luciana Popa" userId="39b55844ee52a52b" providerId="LiveId" clId="{EDB95439-FBA5-4425-B0E3-FEFBAC6961C7}" dt="2025-06-15T21:27:47.876" v="454" actId="478"/>
          <ac:picMkLst>
            <pc:docMk/>
            <pc:sldMk cId="563680138" sldId="264"/>
            <ac:picMk id="7" creationId="{EA128473-C660-C2A5-1048-B06DB2F64279}"/>
          </ac:picMkLst>
        </pc:picChg>
      </pc:sldChg>
      <pc:sldChg chg="addSp delSp modSp new mod">
        <pc:chgData name="Luciana Popa" userId="39b55844ee52a52b" providerId="LiveId" clId="{EDB95439-FBA5-4425-B0E3-FEFBAC6961C7}" dt="2025-06-15T21:54:05.270" v="913" actId="20577"/>
        <pc:sldMkLst>
          <pc:docMk/>
          <pc:sldMk cId="2704433937" sldId="265"/>
        </pc:sldMkLst>
        <pc:spChg chg="mod">
          <ac:chgData name="Luciana Popa" userId="39b55844ee52a52b" providerId="LiveId" clId="{EDB95439-FBA5-4425-B0E3-FEFBAC6961C7}" dt="2025-06-15T21:20:48.367" v="353"/>
          <ac:spMkLst>
            <pc:docMk/>
            <pc:sldMk cId="2704433937" sldId="265"/>
            <ac:spMk id="2" creationId="{072D416E-334C-FC1A-63F9-8B9B963173EB}"/>
          </ac:spMkLst>
        </pc:spChg>
        <pc:spChg chg="del">
          <ac:chgData name="Luciana Popa" userId="39b55844ee52a52b" providerId="LiveId" clId="{EDB95439-FBA5-4425-B0E3-FEFBAC6961C7}" dt="2025-06-15T21:18:11.681" v="330" actId="478"/>
          <ac:spMkLst>
            <pc:docMk/>
            <pc:sldMk cId="2704433937" sldId="265"/>
            <ac:spMk id="3" creationId="{2CCAA5A6-5C50-9A23-2486-C42DD3E6E8FE}"/>
          </ac:spMkLst>
        </pc:spChg>
        <pc:spChg chg="add mod">
          <ac:chgData name="Luciana Popa" userId="39b55844ee52a52b" providerId="LiveId" clId="{EDB95439-FBA5-4425-B0E3-FEFBAC6961C7}" dt="2025-06-15T21:26:31.957" v="439" actId="12"/>
          <ac:spMkLst>
            <pc:docMk/>
            <pc:sldMk cId="2704433937" sldId="265"/>
            <ac:spMk id="4" creationId="{FAA4E539-5DF2-062F-E5A0-769E54F975F6}"/>
          </ac:spMkLst>
        </pc:spChg>
        <pc:spChg chg="add mod">
          <ac:chgData name="Luciana Popa" userId="39b55844ee52a52b" providerId="LiveId" clId="{EDB95439-FBA5-4425-B0E3-FEFBAC6961C7}" dt="2025-06-15T21:54:05.270" v="913" actId="20577"/>
          <ac:spMkLst>
            <pc:docMk/>
            <pc:sldMk cId="2704433937" sldId="265"/>
            <ac:spMk id="6" creationId="{25E3A1D2-02C1-7B8F-625D-66BE7205B966}"/>
          </ac:spMkLst>
        </pc:spChg>
        <pc:graphicFrameChg chg="add mod">
          <ac:chgData name="Luciana Popa" userId="39b55844ee52a52b" providerId="LiveId" clId="{EDB95439-FBA5-4425-B0E3-FEFBAC6961C7}" dt="2025-06-15T21:27:02.507" v="448" actId="12269"/>
          <ac:graphicFrameMkLst>
            <pc:docMk/>
            <pc:sldMk cId="2704433937" sldId="265"/>
            <ac:graphicFrameMk id="5" creationId="{91AA4731-AB34-E79E-3F48-5775780EDEAC}"/>
          </ac:graphicFrameMkLst>
        </pc:graphicFrameChg>
      </pc:sldChg>
      <pc:sldChg chg="addSp modSp new mod">
        <pc:chgData name="Luciana Popa" userId="39b55844ee52a52b" providerId="LiveId" clId="{EDB95439-FBA5-4425-B0E3-FEFBAC6961C7}" dt="2025-06-15T21:54:10.922" v="916" actId="20577"/>
        <pc:sldMkLst>
          <pc:docMk/>
          <pc:sldMk cId="3146765447" sldId="266"/>
        </pc:sldMkLst>
        <pc:spChg chg="mod">
          <ac:chgData name="Luciana Popa" userId="39b55844ee52a52b" providerId="LiveId" clId="{EDB95439-FBA5-4425-B0E3-FEFBAC6961C7}" dt="2025-06-15T21:21:11.319" v="355"/>
          <ac:spMkLst>
            <pc:docMk/>
            <pc:sldMk cId="3146765447" sldId="266"/>
            <ac:spMk id="2" creationId="{49AA29C0-195F-7FAA-CD72-311C5E0E5AE0}"/>
          </ac:spMkLst>
        </pc:spChg>
        <pc:spChg chg="mod">
          <ac:chgData name="Luciana Popa" userId="39b55844ee52a52b" providerId="LiveId" clId="{EDB95439-FBA5-4425-B0E3-FEFBAC6961C7}" dt="2025-06-15T21:21:51.606" v="364" actId="2710"/>
          <ac:spMkLst>
            <pc:docMk/>
            <pc:sldMk cId="3146765447" sldId="266"/>
            <ac:spMk id="3" creationId="{5BA151E8-EF33-F045-B92B-023D5A546E23}"/>
          </ac:spMkLst>
        </pc:spChg>
        <pc:spChg chg="add mod">
          <ac:chgData name="Luciana Popa" userId="39b55844ee52a52b" providerId="LiveId" clId="{EDB95439-FBA5-4425-B0E3-FEFBAC6961C7}" dt="2025-06-15T21:54:10.922" v="916" actId="20577"/>
          <ac:spMkLst>
            <pc:docMk/>
            <pc:sldMk cId="3146765447" sldId="266"/>
            <ac:spMk id="6" creationId="{BD69E220-1A92-79E5-7821-6B401FC5B755}"/>
          </ac:spMkLst>
        </pc:spChg>
        <pc:picChg chg="add mod">
          <ac:chgData name="Luciana Popa" userId="39b55844ee52a52b" providerId="LiveId" clId="{EDB95439-FBA5-4425-B0E3-FEFBAC6961C7}" dt="2025-06-15T21:21:56.539" v="388" actId="1035"/>
          <ac:picMkLst>
            <pc:docMk/>
            <pc:sldMk cId="3146765447" sldId="266"/>
            <ac:picMk id="4" creationId="{F79AC501-56E2-2A66-640B-1873EF7C2FEC}"/>
          </ac:picMkLst>
        </pc:picChg>
        <pc:picChg chg="add mod">
          <ac:chgData name="Luciana Popa" userId="39b55844ee52a52b" providerId="LiveId" clId="{EDB95439-FBA5-4425-B0E3-FEFBAC6961C7}" dt="2025-06-15T21:21:56.539" v="388" actId="1035"/>
          <ac:picMkLst>
            <pc:docMk/>
            <pc:sldMk cId="3146765447" sldId="266"/>
            <ac:picMk id="5" creationId="{22A22286-98DE-0A89-937B-6770CF1DB26F}"/>
          </ac:picMkLst>
        </pc:picChg>
      </pc:sldChg>
      <pc:sldChg chg="new del">
        <pc:chgData name="Luciana Popa" userId="39b55844ee52a52b" providerId="LiveId" clId="{EDB95439-FBA5-4425-B0E3-FEFBAC6961C7}" dt="2025-06-15T21:22:13.583" v="390" actId="47"/>
        <pc:sldMkLst>
          <pc:docMk/>
          <pc:sldMk cId="68007087" sldId="267"/>
        </pc:sldMkLst>
      </pc:sldChg>
      <pc:sldChg chg="addSp modSp new mod">
        <pc:chgData name="Luciana Popa" userId="39b55844ee52a52b" providerId="LiveId" clId="{EDB95439-FBA5-4425-B0E3-FEFBAC6961C7}" dt="2025-06-15T21:54:27.071" v="925" actId="1076"/>
        <pc:sldMkLst>
          <pc:docMk/>
          <pc:sldMk cId="1448590489" sldId="267"/>
        </pc:sldMkLst>
        <pc:spChg chg="add mod">
          <ac:chgData name="Luciana Popa" userId="39b55844ee52a52b" providerId="LiveId" clId="{EDB95439-FBA5-4425-B0E3-FEFBAC6961C7}" dt="2025-06-15T21:25:02.884" v="421" actId="27636"/>
          <ac:spMkLst>
            <pc:docMk/>
            <pc:sldMk cId="1448590489" sldId="267"/>
            <ac:spMk id="2" creationId="{9E5AAA9F-2994-57BC-A54D-542A3B6A5A9C}"/>
          </ac:spMkLst>
        </pc:spChg>
        <pc:spChg chg="add mod">
          <ac:chgData name="Luciana Popa" userId="39b55844ee52a52b" providerId="LiveId" clId="{EDB95439-FBA5-4425-B0E3-FEFBAC6961C7}" dt="2025-06-15T21:51:33.649" v="904" actId="27636"/>
          <ac:spMkLst>
            <pc:docMk/>
            <pc:sldMk cId="1448590489" sldId="267"/>
            <ac:spMk id="3" creationId="{49FCB5FD-C52B-2225-B568-1EB39FAC7DEC}"/>
          </ac:spMkLst>
        </pc:spChg>
        <pc:spChg chg="add mod">
          <ac:chgData name="Luciana Popa" userId="39b55844ee52a52b" providerId="LiveId" clId="{EDB95439-FBA5-4425-B0E3-FEFBAC6961C7}" dt="2025-06-15T21:54:22.639" v="924" actId="20577"/>
          <ac:spMkLst>
            <pc:docMk/>
            <pc:sldMk cId="1448590489" sldId="267"/>
            <ac:spMk id="6" creationId="{3AD779E0-A61C-C040-6DA8-13A0EAC4BD73}"/>
          </ac:spMkLst>
        </pc:spChg>
        <pc:picChg chg="add mod">
          <ac:chgData name="Luciana Popa" userId="39b55844ee52a52b" providerId="LiveId" clId="{EDB95439-FBA5-4425-B0E3-FEFBAC6961C7}" dt="2025-06-15T21:24:34.824" v="414" actId="14100"/>
          <ac:picMkLst>
            <pc:docMk/>
            <pc:sldMk cId="1448590489" sldId="267"/>
            <ac:picMk id="4" creationId="{6CF1A5BB-7A92-4BD1-3EB6-41DA891EC395}"/>
          </ac:picMkLst>
        </pc:picChg>
        <pc:picChg chg="add mod">
          <ac:chgData name="Luciana Popa" userId="39b55844ee52a52b" providerId="LiveId" clId="{EDB95439-FBA5-4425-B0E3-FEFBAC6961C7}" dt="2025-06-15T21:54:27.071" v="925" actId="1076"/>
          <ac:picMkLst>
            <pc:docMk/>
            <pc:sldMk cId="1448590489" sldId="267"/>
            <ac:picMk id="5" creationId="{39A32836-0D4C-7896-D487-4BF2D72D29EE}"/>
          </ac:picMkLst>
        </pc:picChg>
      </pc:sldChg>
      <pc:sldChg chg="new del">
        <pc:chgData name="Luciana Popa" userId="39b55844ee52a52b" providerId="LiveId" clId="{EDB95439-FBA5-4425-B0E3-FEFBAC6961C7}" dt="2025-06-15T21:32:43.322" v="526" actId="47"/>
        <pc:sldMkLst>
          <pc:docMk/>
          <pc:sldMk cId="674522307" sldId="268"/>
        </pc:sldMkLst>
      </pc:sldChg>
      <pc:sldChg chg="new del">
        <pc:chgData name="Luciana Popa" userId="39b55844ee52a52b" providerId="LiveId" clId="{EDB95439-FBA5-4425-B0E3-FEFBAC6961C7}" dt="2025-06-15T21:32:21.537" v="524" actId="47"/>
        <pc:sldMkLst>
          <pc:docMk/>
          <pc:sldMk cId="1149806303" sldId="268"/>
        </pc:sldMkLst>
      </pc:sldChg>
      <pc:sldChg chg="addSp modSp new mod">
        <pc:chgData name="Luciana Popa" userId="39b55844ee52a52b" providerId="LiveId" clId="{EDB95439-FBA5-4425-B0E3-FEFBAC6961C7}" dt="2025-06-15T21:54:34.788" v="928" actId="20577"/>
        <pc:sldMkLst>
          <pc:docMk/>
          <pc:sldMk cId="3271687053" sldId="268"/>
        </pc:sldMkLst>
        <pc:spChg chg="mod">
          <ac:chgData name="Luciana Popa" userId="39b55844ee52a52b" providerId="LiveId" clId="{EDB95439-FBA5-4425-B0E3-FEFBAC6961C7}" dt="2025-06-15T21:33:32.650" v="529"/>
          <ac:spMkLst>
            <pc:docMk/>
            <pc:sldMk cId="3271687053" sldId="268"/>
            <ac:spMk id="2" creationId="{C244913C-43C3-72E5-D220-47CC89700DAB}"/>
          </ac:spMkLst>
        </pc:spChg>
        <pc:spChg chg="mod">
          <ac:chgData name="Luciana Popa" userId="39b55844ee52a52b" providerId="LiveId" clId="{EDB95439-FBA5-4425-B0E3-FEFBAC6961C7}" dt="2025-06-15T21:35:43.453" v="623" actId="20577"/>
          <ac:spMkLst>
            <pc:docMk/>
            <pc:sldMk cId="3271687053" sldId="268"/>
            <ac:spMk id="3" creationId="{D4D13087-5EDF-11EC-FFE8-9D2FA9799F55}"/>
          </ac:spMkLst>
        </pc:spChg>
        <pc:spChg chg="mod">
          <ac:chgData name="Luciana Popa" userId="39b55844ee52a52b" providerId="LiveId" clId="{EDB95439-FBA5-4425-B0E3-FEFBAC6961C7}" dt="2025-06-15T21:35:35.363" v="622" actId="1036"/>
          <ac:spMkLst>
            <pc:docMk/>
            <pc:sldMk cId="3271687053" sldId="268"/>
            <ac:spMk id="4" creationId="{44D776E3-A3AF-DB73-D07B-ACEAB67C0D19}"/>
          </ac:spMkLst>
        </pc:spChg>
        <pc:spChg chg="mod">
          <ac:chgData name="Luciana Popa" userId="39b55844ee52a52b" providerId="LiveId" clId="{EDB95439-FBA5-4425-B0E3-FEFBAC6961C7}" dt="2025-06-15T21:35:35.363" v="622" actId="1036"/>
          <ac:spMkLst>
            <pc:docMk/>
            <pc:sldMk cId="3271687053" sldId="268"/>
            <ac:spMk id="5" creationId="{52809801-66CE-94AF-71BD-3810AB6B4C89}"/>
          </ac:spMkLst>
        </pc:spChg>
        <pc:spChg chg="mod">
          <ac:chgData name="Luciana Popa" userId="39b55844ee52a52b" providerId="LiveId" clId="{EDB95439-FBA5-4425-B0E3-FEFBAC6961C7}" dt="2025-06-15T21:35:35.363" v="622" actId="1036"/>
          <ac:spMkLst>
            <pc:docMk/>
            <pc:sldMk cId="3271687053" sldId="268"/>
            <ac:spMk id="6" creationId="{4ADB41A6-74D7-5387-2E2A-26264D0FA1D7}"/>
          </ac:spMkLst>
        </pc:spChg>
        <pc:spChg chg="mod">
          <ac:chgData name="Luciana Popa" userId="39b55844ee52a52b" providerId="LiveId" clId="{EDB95439-FBA5-4425-B0E3-FEFBAC6961C7}" dt="2025-06-15T21:35:35.363" v="622" actId="1036"/>
          <ac:spMkLst>
            <pc:docMk/>
            <pc:sldMk cId="3271687053" sldId="268"/>
            <ac:spMk id="7" creationId="{0C6C040E-455E-DA94-DBB0-DE47743987DC}"/>
          </ac:spMkLst>
        </pc:spChg>
        <pc:spChg chg="mod">
          <ac:chgData name="Luciana Popa" userId="39b55844ee52a52b" providerId="LiveId" clId="{EDB95439-FBA5-4425-B0E3-FEFBAC6961C7}" dt="2025-06-15T21:35:35.363" v="622" actId="1036"/>
          <ac:spMkLst>
            <pc:docMk/>
            <pc:sldMk cId="3271687053" sldId="268"/>
            <ac:spMk id="8" creationId="{A32D24E7-0062-67F4-F357-3D88F733E811}"/>
          </ac:spMkLst>
        </pc:spChg>
        <pc:spChg chg="add mod">
          <ac:chgData name="Luciana Popa" userId="39b55844ee52a52b" providerId="LiveId" clId="{EDB95439-FBA5-4425-B0E3-FEFBAC6961C7}" dt="2025-06-15T21:35:53.342" v="640" actId="1038"/>
          <ac:spMkLst>
            <pc:docMk/>
            <pc:sldMk cId="3271687053" sldId="268"/>
            <ac:spMk id="9" creationId="{33E8A1E0-4BDE-5BED-DA8B-0C15DA9A6625}"/>
          </ac:spMkLst>
        </pc:spChg>
        <pc:spChg chg="add mod">
          <ac:chgData name="Luciana Popa" userId="39b55844ee52a52b" providerId="LiveId" clId="{EDB95439-FBA5-4425-B0E3-FEFBAC6961C7}" dt="2025-06-15T21:35:53.342" v="640" actId="1038"/>
          <ac:spMkLst>
            <pc:docMk/>
            <pc:sldMk cId="3271687053" sldId="268"/>
            <ac:spMk id="10" creationId="{58C57614-0B5D-9F4A-A94D-D38DA4F51E39}"/>
          </ac:spMkLst>
        </pc:spChg>
        <pc:spChg chg="add mod">
          <ac:chgData name="Luciana Popa" userId="39b55844ee52a52b" providerId="LiveId" clId="{EDB95439-FBA5-4425-B0E3-FEFBAC6961C7}" dt="2025-06-15T21:35:53.342" v="640" actId="1038"/>
          <ac:spMkLst>
            <pc:docMk/>
            <pc:sldMk cId="3271687053" sldId="268"/>
            <ac:spMk id="11" creationId="{673BA79A-1881-C337-3080-2C9AA4874935}"/>
          </ac:spMkLst>
        </pc:spChg>
        <pc:spChg chg="add mod">
          <ac:chgData name="Luciana Popa" userId="39b55844ee52a52b" providerId="LiveId" clId="{EDB95439-FBA5-4425-B0E3-FEFBAC6961C7}" dt="2025-06-15T21:35:53.342" v="640" actId="1038"/>
          <ac:spMkLst>
            <pc:docMk/>
            <pc:sldMk cId="3271687053" sldId="268"/>
            <ac:spMk id="12" creationId="{8E53A900-C8A0-C55C-0EA1-EBDCDE6C473E}"/>
          </ac:spMkLst>
        </pc:spChg>
        <pc:spChg chg="add mod">
          <ac:chgData name="Luciana Popa" userId="39b55844ee52a52b" providerId="LiveId" clId="{EDB95439-FBA5-4425-B0E3-FEFBAC6961C7}" dt="2025-06-15T21:54:34.788" v="928" actId="20577"/>
          <ac:spMkLst>
            <pc:docMk/>
            <pc:sldMk cId="3271687053" sldId="268"/>
            <ac:spMk id="13" creationId="{9D0D67D1-FA70-C0B2-264C-889F5D4DC6CD}"/>
          </ac:spMkLst>
        </pc:spChg>
      </pc:sldChg>
      <pc:sldChg chg="addSp delSp modSp new mod">
        <pc:chgData name="Luciana Popa" userId="39b55844ee52a52b" providerId="LiveId" clId="{EDB95439-FBA5-4425-B0E3-FEFBAC6961C7}" dt="2025-06-15T21:53:57.912" v="910" actId="20577"/>
        <pc:sldMkLst>
          <pc:docMk/>
          <pc:sldMk cId="3585443257" sldId="269"/>
        </pc:sldMkLst>
        <pc:spChg chg="mod">
          <ac:chgData name="Luciana Popa" userId="39b55844ee52a52b" providerId="LiveId" clId="{EDB95439-FBA5-4425-B0E3-FEFBAC6961C7}" dt="2025-06-15T21:36:59.418" v="647"/>
          <ac:spMkLst>
            <pc:docMk/>
            <pc:sldMk cId="3585443257" sldId="269"/>
            <ac:spMk id="2" creationId="{5D2A3625-055B-9C00-2592-FCAE66A8D2CE}"/>
          </ac:spMkLst>
        </pc:spChg>
        <pc:spChg chg="mod">
          <ac:chgData name="Luciana Popa" userId="39b55844ee52a52b" providerId="LiveId" clId="{EDB95439-FBA5-4425-B0E3-FEFBAC6961C7}" dt="2025-06-15T21:50:59.891" v="902" actId="1076"/>
          <ac:spMkLst>
            <pc:docMk/>
            <pc:sldMk cId="3585443257" sldId="269"/>
            <ac:spMk id="3" creationId="{55CFAA57-EDE9-BBD0-D739-E69CE652343B}"/>
          </ac:spMkLst>
        </pc:spChg>
        <pc:spChg chg="mod">
          <ac:chgData name="Luciana Popa" userId="39b55844ee52a52b" providerId="LiveId" clId="{EDB95439-FBA5-4425-B0E3-FEFBAC6961C7}" dt="2025-06-15T21:50:48.079" v="900" actId="1076"/>
          <ac:spMkLst>
            <pc:docMk/>
            <pc:sldMk cId="3585443257" sldId="269"/>
            <ac:spMk id="4" creationId="{31CFF332-8D3B-3BC6-2110-7E837A5881BB}"/>
          </ac:spMkLst>
        </pc:spChg>
        <pc:spChg chg="mod">
          <ac:chgData name="Luciana Popa" userId="39b55844ee52a52b" providerId="LiveId" clId="{EDB95439-FBA5-4425-B0E3-FEFBAC6961C7}" dt="2025-06-15T21:50:54.002" v="901" actId="1076"/>
          <ac:spMkLst>
            <pc:docMk/>
            <pc:sldMk cId="3585443257" sldId="269"/>
            <ac:spMk id="5" creationId="{A1EA5994-EFF7-D827-FC22-BE3A6EA7EBBE}"/>
          </ac:spMkLst>
        </pc:spChg>
        <pc:spChg chg="del">
          <ac:chgData name="Luciana Popa" userId="39b55844ee52a52b" providerId="LiveId" clId="{EDB95439-FBA5-4425-B0E3-FEFBAC6961C7}" dt="2025-06-15T21:39:58.494" v="693" actId="478"/>
          <ac:spMkLst>
            <pc:docMk/>
            <pc:sldMk cId="3585443257" sldId="269"/>
            <ac:spMk id="6" creationId="{C29EB443-2B42-7433-50A9-8B0A85F83A67}"/>
          </ac:spMkLst>
        </pc:spChg>
        <pc:spChg chg="mod">
          <ac:chgData name="Luciana Popa" userId="39b55844ee52a52b" providerId="LiveId" clId="{EDB95439-FBA5-4425-B0E3-FEFBAC6961C7}" dt="2025-06-15T21:51:05.199" v="903" actId="1076"/>
          <ac:spMkLst>
            <pc:docMk/>
            <pc:sldMk cId="3585443257" sldId="269"/>
            <ac:spMk id="7" creationId="{016FCF5B-A3CA-1B0E-4D32-0C7394551478}"/>
          </ac:spMkLst>
        </pc:spChg>
        <pc:spChg chg="del">
          <ac:chgData name="Luciana Popa" userId="39b55844ee52a52b" providerId="LiveId" clId="{EDB95439-FBA5-4425-B0E3-FEFBAC6961C7}" dt="2025-06-15T21:39:58.494" v="693" actId="478"/>
          <ac:spMkLst>
            <pc:docMk/>
            <pc:sldMk cId="3585443257" sldId="269"/>
            <ac:spMk id="8" creationId="{4BCCD393-4C1C-D889-EF1E-B827AC9BD9CF}"/>
          </ac:spMkLst>
        </pc:spChg>
        <pc:spChg chg="mod">
          <ac:chgData name="Luciana Popa" userId="39b55844ee52a52b" providerId="LiveId" clId="{EDB95439-FBA5-4425-B0E3-FEFBAC6961C7}" dt="2025-06-15T21:50:41.097" v="899" actId="120"/>
          <ac:spMkLst>
            <pc:docMk/>
            <pc:sldMk cId="3585443257" sldId="269"/>
            <ac:spMk id="9" creationId="{EB643BFB-75E8-593D-84A6-5FED776BF975}"/>
          </ac:spMkLst>
        </pc:spChg>
        <pc:spChg chg="mod">
          <ac:chgData name="Luciana Popa" userId="39b55844ee52a52b" providerId="LiveId" clId="{EDB95439-FBA5-4425-B0E3-FEFBAC6961C7}" dt="2025-06-15T21:50:41.097" v="899" actId="120"/>
          <ac:spMkLst>
            <pc:docMk/>
            <pc:sldMk cId="3585443257" sldId="269"/>
            <ac:spMk id="10" creationId="{79AA9A61-5E12-AE24-3D25-14E149D1CB09}"/>
          </ac:spMkLst>
        </pc:spChg>
        <pc:spChg chg="mod">
          <ac:chgData name="Luciana Popa" userId="39b55844ee52a52b" providerId="LiveId" clId="{EDB95439-FBA5-4425-B0E3-FEFBAC6961C7}" dt="2025-06-15T21:50:41.097" v="899" actId="120"/>
          <ac:spMkLst>
            <pc:docMk/>
            <pc:sldMk cId="3585443257" sldId="269"/>
            <ac:spMk id="11" creationId="{C2A53D6C-AD89-5B27-019A-53BFCCD4E156}"/>
          </ac:spMkLst>
        </pc:spChg>
        <pc:spChg chg="mod">
          <ac:chgData name="Luciana Popa" userId="39b55844ee52a52b" providerId="LiveId" clId="{EDB95439-FBA5-4425-B0E3-FEFBAC6961C7}" dt="2025-06-15T21:50:41.097" v="899" actId="120"/>
          <ac:spMkLst>
            <pc:docMk/>
            <pc:sldMk cId="3585443257" sldId="269"/>
            <ac:spMk id="12" creationId="{6A7C36A9-5B03-F020-2EF7-51161DD30495}"/>
          </ac:spMkLst>
        </pc:spChg>
        <pc:spChg chg="del">
          <ac:chgData name="Luciana Popa" userId="39b55844ee52a52b" providerId="LiveId" clId="{EDB95439-FBA5-4425-B0E3-FEFBAC6961C7}" dt="2025-06-15T21:39:58.494" v="693" actId="478"/>
          <ac:spMkLst>
            <pc:docMk/>
            <pc:sldMk cId="3585443257" sldId="269"/>
            <ac:spMk id="13" creationId="{EA51A9DC-F581-398D-73FF-E9DC2E15BDBB}"/>
          </ac:spMkLst>
        </pc:spChg>
        <pc:spChg chg="del">
          <ac:chgData name="Luciana Popa" userId="39b55844ee52a52b" providerId="LiveId" clId="{EDB95439-FBA5-4425-B0E3-FEFBAC6961C7}" dt="2025-06-15T21:39:54.537" v="692" actId="478"/>
          <ac:spMkLst>
            <pc:docMk/>
            <pc:sldMk cId="3585443257" sldId="269"/>
            <ac:spMk id="14" creationId="{25EC4E68-DDC1-B99C-82AA-0D3D656217F0}"/>
          </ac:spMkLst>
        </pc:spChg>
        <pc:spChg chg="add mod">
          <ac:chgData name="Luciana Popa" userId="39b55844ee52a52b" providerId="LiveId" clId="{EDB95439-FBA5-4425-B0E3-FEFBAC6961C7}" dt="2025-06-15T21:53:57.912" v="910" actId="20577"/>
          <ac:spMkLst>
            <pc:docMk/>
            <pc:sldMk cId="3585443257" sldId="269"/>
            <ac:spMk id="15" creationId="{16F252D8-46DA-CAB5-2B0D-C5F3ADEF8ACF}"/>
          </ac:spMkLst>
        </pc:spChg>
      </pc:sldChg>
      <pc:sldMasterChg chg="delSldLayout">
        <pc:chgData name="Luciana Popa" userId="39b55844ee52a52b" providerId="LiveId" clId="{EDB95439-FBA5-4425-B0E3-FEFBAC6961C7}" dt="2025-06-15T21:35:26.724" v="614" actId="47"/>
        <pc:sldMasterMkLst>
          <pc:docMk/>
          <pc:sldMasterMk cId="1200406721" sldId="2147483726"/>
        </pc:sldMasterMkLst>
        <pc:sldLayoutChg chg="del">
          <pc:chgData name="Luciana Popa" userId="39b55844ee52a52b" providerId="LiveId" clId="{EDB95439-FBA5-4425-B0E3-FEFBAC6961C7}" dt="2025-06-15T21:35:26.724" v="614" actId="47"/>
          <pc:sldLayoutMkLst>
            <pc:docMk/>
            <pc:sldMasterMk cId="1200406721" sldId="2147483726"/>
            <pc:sldLayoutMk cId="2803780461" sldId="2147483732"/>
          </pc:sldLayoutMkLst>
        </pc:sldLayoutChg>
        <pc:sldLayoutChg chg="del">
          <pc:chgData name="Luciana Popa" userId="39b55844ee52a52b" providerId="LiveId" clId="{EDB95439-FBA5-4425-B0E3-FEFBAC6961C7}" dt="2025-06-15T21:32:43.322" v="526" actId="47"/>
          <pc:sldLayoutMkLst>
            <pc:docMk/>
            <pc:sldMasterMk cId="1200406721" sldId="2147483726"/>
            <pc:sldLayoutMk cId="3614166217" sldId="2147483749"/>
          </pc:sldLayoutMkLst>
        </pc:sldLayoutChg>
        <pc:sldLayoutChg chg="del">
          <pc:chgData name="Luciana Popa" userId="39b55844ee52a52b" providerId="LiveId" clId="{EDB95439-FBA5-4425-B0E3-FEFBAC6961C7}" dt="2025-06-15T21:32:21.537" v="524" actId="47"/>
          <pc:sldLayoutMkLst>
            <pc:docMk/>
            <pc:sldMasterMk cId="1200406721" sldId="2147483726"/>
            <pc:sldLayoutMk cId="2348051075" sldId="2147483751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B54F88-F5E2-4080-AFB0-DCE01B4FE855}" type="doc">
      <dgm:prSet loTypeId="urn:microsoft.com/office/officeart/2005/8/layout/h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CA"/>
        </a:p>
      </dgm:t>
    </dgm:pt>
    <dgm:pt modelId="{775A1BC9-4B83-4373-B8F7-13DC835C0AAE}">
      <dgm:prSet phldrT="[Text]"/>
      <dgm:spPr/>
      <dgm:t>
        <a:bodyPr/>
        <a:lstStyle/>
        <a:p>
          <a:r>
            <a:rPr lang="en-CA" b="1" dirty="0"/>
            <a:t>Motivation</a:t>
          </a:r>
          <a:endParaRPr lang="en-CA" dirty="0"/>
        </a:p>
      </dgm:t>
    </dgm:pt>
    <dgm:pt modelId="{067E721D-848F-4932-BE45-7DDA918C3B79}" type="parTrans" cxnId="{7E934923-B2A2-42F0-B7F8-E336C4384FA9}">
      <dgm:prSet/>
      <dgm:spPr/>
      <dgm:t>
        <a:bodyPr/>
        <a:lstStyle/>
        <a:p>
          <a:endParaRPr lang="en-CA"/>
        </a:p>
      </dgm:t>
    </dgm:pt>
    <dgm:pt modelId="{93F7D8A6-FDD2-47D6-BF0D-001D64D991FE}" type="sibTrans" cxnId="{7E934923-B2A2-42F0-B7F8-E336C4384FA9}">
      <dgm:prSet/>
      <dgm:spPr/>
      <dgm:t>
        <a:bodyPr/>
        <a:lstStyle/>
        <a:p>
          <a:endParaRPr lang="en-CA"/>
        </a:p>
      </dgm:t>
    </dgm:pt>
    <dgm:pt modelId="{3C131B7F-A0A8-4833-BCE3-9D814AA493E1}">
      <dgm:prSet phldrT="[Text]"/>
      <dgm:spPr/>
      <dgm:t>
        <a:bodyPr/>
        <a:lstStyle/>
        <a:p>
          <a:r>
            <a:rPr lang="en-CA" dirty="0"/>
            <a:t>Lifestyle choices impact 60% of overall health.</a:t>
          </a:r>
        </a:p>
      </dgm:t>
    </dgm:pt>
    <dgm:pt modelId="{FE6DBCB8-D4BD-4F3F-8ED9-29AA5783F403}" type="parTrans" cxnId="{4FFB03A2-F0D1-4FEC-B140-B2597D8D876A}">
      <dgm:prSet/>
      <dgm:spPr/>
      <dgm:t>
        <a:bodyPr/>
        <a:lstStyle/>
        <a:p>
          <a:endParaRPr lang="en-CA"/>
        </a:p>
      </dgm:t>
    </dgm:pt>
    <dgm:pt modelId="{F7F69D01-C5F3-4040-AC9B-284F5D5FA21F}" type="sibTrans" cxnId="{4FFB03A2-F0D1-4FEC-B140-B2597D8D876A}">
      <dgm:prSet/>
      <dgm:spPr/>
      <dgm:t>
        <a:bodyPr/>
        <a:lstStyle/>
        <a:p>
          <a:endParaRPr lang="en-CA"/>
        </a:p>
      </dgm:t>
    </dgm:pt>
    <dgm:pt modelId="{B5A2062F-C076-4702-8473-6037B91A9819}">
      <dgm:prSet phldrT="[Text]"/>
      <dgm:spPr/>
      <dgm:t>
        <a:bodyPr/>
        <a:lstStyle/>
        <a:p>
          <a:r>
            <a:rPr lang="en-CA" b="1" dirty="0"/>
            <a:t>Dataset</a:t>
          </a:r>
          <a:endParaRPr lang="en-CA" dirty="0"/>
        </a:p>
      </dgm:t>
    </dgm:pt>
    <dgm:pt modelId="{39F31453-061E-431E-B389-64CCD67B1DA0}" type="parTrans" cxnId="{B0C87803-F01E-489D-984F-9A05A7F2FBAD}">
      <dgm:prSet/>
      <dgm:spPr/>
      <dgm:t>
        <a:bodyPr/>
        <a:lstStyle/>
        <a:p>
          <a:endParaRPr lang="en-CA"/>
        </a:p>
      </dgm:t>
    </dgm:pt>
    <dgm:pt modelId="{2CD77A6B-9885-4DE5-BED1-A33E8DCDF118}" type="sibTrans" cxnId="{B0C87803-F01E-489D-984F-9A05A7F2FBAD}">
      <dgm:prSet/>
      <dgm:spPr/>
      <dgm:t>
        <a:bodyPr/>
        <a:lstStyle/>
        <a:p>
          <a:endParaRPr lang="en-CA"/>
        </a:p>
      </dgm:t>
    </dgm:pt>
    <dgm:pt modelId="{E6525598-DA90-401C-8ED8-FBB0B5740BB4}">
      <dgm:prSet phldrT="[Text]"/>
      <dgm:spPr/>
      <dgm:t>
        <a:bodyPr/>
        <a:lstStyle/>
        <a:p>
          <a:r>
            <a:rPr lang="en-CA" dirty="0"/>
            <a:t>Synthetic, 3,000 individuals, </a:t>
          </a:r>
          <a:r>
            <a:rPr lang="en-CA" i="1" dirty="0" err="1"/>
            <a:t>has_health_issues</a:t>
          </a:r>
          <a:r>
            <a:rPr lang="en-CA" i="1" dirty="0"/>
            <a:t> target</a:t>
          </a:r>
          <a:r>
            <a:rPr lang="en-CA" dirty="0"/>
            <a:t>.</a:t>
          </a:r>
        </a:p>
      </dgm:t>
    </dgm:pt>
    <dgm:pt modelId="{7023BB61-DC60-4915-8159-974102175C65}" type="parTrans" cxnId="{353172E5-1A1C-409A-8173-85C5C526A96E}">
      <dgm:prSet/>
      <dgm:spPr/>
      <dgm:t>
        <a:bodyPr/>
        <a:lstStyle/>
        <a:p>
          <a:endParaRPr lang="en-CA"/>
        </a:p>
      </dgm:t>
    </dgm:pt>
    <dgm:pt modelId="{8DC34A62-BBED-49A7-95F2-F788A670D34A}" type="sibTrans" cxnId="{353172E5-1A1C-409A-8173-85C5C526A96E}">
      <dgm:prSet/>
      <dgm:spPr/>
      <dgm:t>
        <a:bodyPr/>
        <a:lstStyle/>
        <a:p>
          <a:endParaRPr lang="en-CA"/>
        </a:p>
      </dgm:t>
    </dgm:pt>
    <dgm:pt modelId="{B96FB32C-CE17-449F-96AA-5F6E21AE5582}">
      <dgm:prSet phldrT="[Text]"/>
      <dgm:spPr/>
      <dgm:t>
        <a:bodyPr/>
        <a:lstStyle/>
        <a:p>
          <a:r>
            <a:rPr lang="en-CA" b="1" dirty="0"/>
            <a:t>Key Features</a:t>
          </a:r>
          <a:endParaRPr lang="en-CA" dirty="0"/>
        </a:p>
      </dgm:t>
    </dgm:pt>
    <dgm:pt modelId="{5BEB3B1F-DE04-4523-A0DE-08AA2E38C850}" type="parTrans" cxnId="{8684005C-CDE7-4165-96DD-F9AC206803CC}">
      <dgm:prSet/>
      <dgm:spPr/>
      <dgm:t>
        <a:bodyPr/>
        <a:lstStyle/>
        <a:p>
          <a:endParaRPr lang="en-CA"/>
        </a:p>
      </dgm:t>
    </dgm:pt>
    <dgm:pt modelId="{AE494BDD-0204-4F0E-9863-4F73C21D3324}" type="sibTrans" cxnId="{8684005C-CDE7-4165-96DD-F9AC206803CC}">
      <dgm:prSet/>
      <dgm:spPr/>
      <dgm:t>
        <a:bodyPr/>
        <a:lstStyle/>
        <a:p>
          <a:endParaRPr lang="en-CA"/>
        </a:p>
      </dgm:t>
    </dgm:pt>
    <dgm:pt modelId="{20156685-9697-4813-84AE-FF460095D99A}">
      <dgm:prSet phldrT="[Text]"/>
      <dgm:spPr/>
      <dgm:t>
        <a:bodyPr/>
        <a:lstStyle/>
        <a:p>
          <a:r>
            <a:rPr lang="en-CA" i="1" dirty="0"/>
            <a:t>Smoking, drinking, age, exercise, diet, sleep, BMI, </a:t>
          </a:r>
          <a:r>
            <a:rPr lang="en-CA" dirty="0"/>
            <a:t>and</a:t>
          </a:r>
          <a:r>
            <a:rPr lang="en-CA" i="1" dirty="0"/>
            <a:t> mental health</a:t>
          </a:r>
          <a:r>
            <a:rPr lang="en-CA" dirty="0"/>
            <a:t>.</a:t>
          </a:r>
        </a:p>
      </dgm:t>
    </dgm:pt>
    <dgm:pt modelId="{0579E61F-D9CA-4240-8F1F-57F929E494F5}" type="parTrans" cxnId="{D1E496CF-0DCE-4A12-9AAA-FC823DB17BDF}">
      <dgm:prSet/>
      <dgm:spPr/>
      <dgm:t>
        <a:bodyPr/>
        <a:lstStyle/>
        <a:p>
          <a:endParaRPr lang="en-CA"/>
        </a:p>
      </dgm:t>
    </dgm:pt>
    <dgm:pt modelId="{814091B5-2799-4280-9884-99FDA274B34B}" type="sibTrans" cxnId="{D1E496CF-0DCE-4A12-9AAA-FC823DB17BDF}">
      <dgm:prSet/>
      <dgm:spPr/>
      <dgm:t>
        <a:bodyPr/>
        <a:lstStyle/>
        <a:p>
          <a:endParaRPr lang="en-CA"/>
        </a:p>
      </dgm:t>
    </dgm:pt>
    <dgm:pt modelId="{14BA61D8-A2E3-434B-AAF4-36495C53BFC6}" type="pres">
      <dgm:prSet presAssocID="{8BB54F88-F5E2-4080-AFB0-DCE01B4FE855}" presName="Name0" presStyleCnt="0">
        <dgm:presLayoutVars>
          <dgm:dir/>
          <dgm:animLvl val="lvl"/>
          <dgm:resizeHandles val="exact"/>
        </dgm:presLayoutVars>
      </dgm:prSet>
      <dgm:spPr/>
    </dgm:pt>
    <dgm:pt modelId="{61C5088C-418C-4957-9EC8-83C92D48114B}" type="pres">
      <dgm:prSet presAssocID="{775A1BC9-4B83-4373-B8F7-13DC835C0AAE}" presName="composite" presStyleCnt="0"/>
      <dgm:spPr/>
    </dgm:pt>
    <dgm:pt modelId="{B6C2CCA6-DB3A-43EB-85D5-1911748DB510}" type="pres">
      <dgm:prSet presAssocID="{775A1BC9-4B83-4373-B8F7-13DC835C0AAE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F1500788-8A37-427C-8C82-29424B15E9DD}" type="pres">
      <dgm:prSet presAssocID="{775A1BC9-4B83-4373-B8F7-13DC835C0AAE}" presName="desTx" presStyleLbl="alignAccFollowNode1" presStyleIdx="0" presStyleCnt="3">
        <dgm:presLayoutVars>
          <dgm:bulletEnabled val="1"/>
        </dgm:presLayoutVars>
      </dgm:prSet>
      <dgm:spPr/>
    </dgm:pt>
    <dgm:pt modelId="{8CE0DF64-5314-4B1B-A3C6-936A990E9771}" type="pres">
      <dgm:prSet presAssocID="{93F7D8A6-FDD2-47D6-BF0D-001D64D991FE}" presName="space" presStyleCnt="0"/>
      <dgm:spPr/>
    </dgm:pt>
    <dgm:pt modelId="{437845CA-A161-43B3-991A-7E9D96612FDB}" type="pres">
      <dgm:prSet presAssocID="{B5A2062F-C076-4702-8473-6037B91A9819}" presName="composite" presStyleCnt="0"/>
      <dgm:spPr/>
    </dgm:pt>
    <dgm:pt modelId="{03A0575F-DCB4-49E0-88E1-4344320A6687}" type="pres">
      <dgm:prSet presAssocID="{B5A2062F-C076-4702-8473-6037B91A9819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CC99B767-1642-4AA5-99D9-2398BD699421}" type="pres">
      <dgm:prSet presAssocID="{B5A2062F-C076-4702-8473-6037B91A9819}" presName="desTx" presStyleLbl="alignAccFollowNode1" presStyleIdx="1" presStyleCnt="3">
        <dgm:presLayoutVars>
          <dgm:bulletEnabled val="1"/>
        </dgm:presLayoutVars>
      </dgm:prSet>
      <dgm:spPr/>
    </dgm:pt>
    <dgm:pt modelId="{07584133-75E3-469B-AD0E-A58C0A97D2F4}" type="pres">
      <dgm:prSet presAssocID="{2CD77A6B-9885-4DE5-BED1-A33E8DCDF118}" presName="space" presStyleCnt="0"/>
      <dgm:spPr/>
    </dgm:pt>
    <dgm:pt modelId="{94B06517-3F64-4770-AA85-3A71DEDE43C9}" type="pres">
      <dgm:prSet presAssocID="{B96FB32C-CE17-449F-96AA-5F6E21AE5582}" presName="composite" presStyleCnt="0"/>
      <dgm:spPr/>
    </dgm:pt>
    <dgm:pt modelId="{1ED7B2BD-5FF6-49E3-B73C-E912D1D90A43}" type="pres">
      <dgm:prSet presAssocID="{B96FB32C-CE17-449F-96AA-5F6E21AE5582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A1EDC2B9-6E00-4BBA-B238-FA05C85C946A}" type="pres">
      <dgm:prSet presAssocID="{B96FB32C-CE17-449F-96AA-5F6E21AE5582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B0C87803-F01E-489D-984F-9A05A7F2FBAD}" srcId="{8BB54F88-F5E2-4080-AFB0-DCE01B4FE855}" destId="{B5A2062F-C076-4702-8473-6037B91A9819}" srcOrd="1" destOrd="0" parTransId="{39F31453-061E-431E-B389-64CCD67B1DA0}" sibTransId="{2CD77A6B-9885-4DE5-BED1-A33E8DCDF118}"/>
    <dgm:cxn modelId="{8B71D119-51C5-4A6D-8E3B-956E67859D27}" type="presOf" srcId="{775A1BC9-4B83-4373-B8F7-13DC835C0AAE}" destId="{B6C2CCA6-DB3A-43EB-85D5-1911748DB510}" srcOrd="0" destOrd="0" presId="urn:microsoft.com/office/officeart/2005/8/layout/hList1"/>
    <dgm:cxn modelId="{7E934923-B2A2-42F0-B7F8-E336C4384FA9}" srcId="{8BB54F88-F5E2-4080-AFB0-DCE01B4FE855}" destId="{775A1BC9-4B83-4373-B8F7-13DC835C0AAE}" srcOrd="0" destOrd="0" parTransId="{067E721D-848F-4932-BE45-7DDA918C3B79}" sibTransId="{93F7D8A6-FDD2-47D6-BF0D-001D64D991FE}"/>
    <dgm:cxn modelId="{8684005C-CDE7-4165-96DD-F9AC206803CC}" srcId="{8BB54F88-F5E2-4080-AFB0-DCE01B4FE855}" destId="{B96FB32C-CE17-449F-96AA-5F6E21AE5582}" srcOrd="2" destOrd="0" parTransId="{5BEB3B1F-DE04-4523-A0DE-08AA2E38C850}" sibTransId="{AE494BDD-0204-4F0E-9863-4F73C21D3324}"/>
    <dgm:cxn modelId="{BFAB8D6C-97CD-4138-9870-80D2A2C9234D}" type="presOf" srcId="{B96FB32C-CE17-449F-96AA-5F6E21AE5582}" destId="{1ED7B2BD-5FF6-49E3-B73C-E912D1D90A43}" srcOrd="0" destOrd="0" presId="urn:microsoft.com/office/officeart/2005/8/layout/hList1"/>
    <dgm:cxn modelId="{538C344D-956D-4F6B-8A70-B48F19517A8B}" type="presOf" srcId="{3C131B7F-A0A8-4833-BCE3-9D814AA493E1}" destId="{F1500788-8A37-427C-8C82-29424B15E9DD}" srcOrd="0" destOrd="0" presId="urn:microsoft.com/office/officeart/2005/8/layout/hList1"/>
    <dgm:cxn modelId="{4FFB03A2-F0D1-4FEC-B140-B2597D8D876A}" srcId="{775A1BC9-4B83-4373-B8F7-13DC835C0AAE}" destId="{3C131B7F-A0A8-4833-BCE3-9D814AA493E1}" srcOrd="0" destOrd="0" parTransId="{FE6DBCB8-D4BD-4F3F-8ED9-29AA5783F403}" sibTransId="{F7F69D01-C5F3-4040-AC9B-284F5D5FA21F}"/>
    <dgm:cxn modelId="{ED7170B3-0344-4DBD-AFA9-FAE5EFD1AE4C}" type="presOf" srcId="{E6525598-DA90-401C-8ED8-FBB0B5740BB4}" destId="{CC99B767-1642-4AA5-99D9-2398BD699421}" srcOrd="0" destOrd="0" presId="urn:microsoft.com/office/officeart/2005/8/layout/hList1"/>
    <dgm:cxn modelId="{3C6924B7-2FAD-424E-826F-F14353226FC0}" type="presOf" srcId="{8BB54F88-F5E2-4080-AFB0-DCE01B4FE855}" destId="{14BA61D8-A2E3-434B-AAF4-36495C53BFC6}" srcOrd="0" destOrd="0" presId="urn:microsoft.com/office/officeart/2005/8/layout/hList1"/>
    <dgm:cxn modelId="{3F5780C6-BC70-4B74-9ADF-A920E9386EA7}" type="presOf" srcId="{B5A2062F-C076-4702-8473-6037B91A9819}" destId="{03A0575F-DCB4-49E0-88E1-4344320A6687}" srcOrd="0" destOrd="0" presId="urn:microsoft.com/office/officeart/2005/8/layout/hList1"/>
    <dgm:cxn modelId="{D1E496CF-0DCE-4A12-9AAA-FC823DB17BDF}" srcId="{B96FB32C-CE17-449F-96AA-5F6E21AE5582}" destId="{20156685-9697-4813-84AE-FF460095D99A}" srcOrd="0" destOrd="0" parTransId="{0579E61F-D9CA-4240-8F1F-57F929E494F5}" sibTransId="{814091B5-2799-4280-9884-99FDA274B34B}"/>
    <dgm:cxn modelId="{6A26A6D0-B499-4809-817D-EAEEDBE42139}" type="presOf" srcId="{20156685-9697-4813-84AE-FF460095D99A}" destId="{A1EDC2B9-6E00-4BBA-B238-FA05C85C946A}" srcOrd="0" destOrd="0" presId="urn:microsoft.com/office/officeart/2005/8/layout/hList1"/>
    <dgm:cxn modelId="{353172E5-1A1C-409A-8173-85C5C526A96E}" srcId="{B5A2062F-C076-4702-8473-6037B91A9819}" destId="{E6525598-DA90-401C-8ED8-FBB0B5740BB4}" srcOrd="0" destOrd="0" parTransId="{7023BB61-DC60-4915-8159-974102175C65}" sibTransId="{8DC34A62-BBED-49A7-95F2-F788A670D34A}"/>
    <dgm:cxn modelId="{7F0DAD8E-E2FB-40D2-B5F6-D02F2C926A54}" type="presParOf" srcId="{14BA61D8-A2E3-434B-AAF4-36495C53BFC6}" destId="{61C5088C-418C-4957-9EC8-83C92D48114B}" srcOrd="0" destOrd="0" presId="urn:microsoft.com/office/officeart/2005/8/layout/hList1"/>
    <dgm:cxn modelId="{B0E8F8DD-DEDB-4E24-9EFA-114B8DCA663E}" type="presParOf" srcId="{61C5088C-418C-4957-9EC8-83C92D48114B}" destId="{B6C2CCA6-DB3A-43EB-85D5-1911748DB510}" srcOrd="0" destOrd="0" presId="urn:microsoft.com/office/officeart/2005/8/layout/hList1"/>
    <dgm:cxn modelId="{93FF2CFB-FA15-4B46-8676-D103943749C9}" type="presParOf" srcId="{61C5088C-418C-4957-9EC8-83C92D48114B}" destId="{F1500788-8A37-427C-8C82-29424B15E9DD}" srcOrd="1" destOrd="0" presId="urn:microsoft.com/office/officeart/2005/8/layout/hList1"/>
    <dgm:cxn modelId="{9C837770-F55A-4086-A713-E596FF2F7F9E}" type="presParOf" srcId="{14BA61D8-A2E3-434B-AAF4-36495C53BFC6}" destId="{8CE0DF64-5314-4B1B-A3C6-936A990E9771}" srcOrd="1" destOrd="0" presId="urn:microsoft.com/office/officeart/2005/8/layout/hList1"/>
    <dgm:cxn modelId="{20C40514-31FF-44BF-9BF2-3221A72CBDE2}" type="presParOf" srcId="{14BA61D8-A2E3-434B-AAF4-36495C53BFC6}" destId="{437845CA-A161-43B3-991A-7E9D96612FDB}" srcOrd="2" destOrd="0" presId="urn:microsoft.com/office/officeart/2005/8/layout/hList1"/>
    <dgm:cxn modelId="{A8996E03-6E2B-4353-8B24-7A55F699EF32}" type="presParOf" srcId="{437845CA-A161-43B3-991A-7E9D96612FDB}" destId="{03A0575F-DCB4-49E0-88E1-4344320A6687}" srcOrd="0" destOrd="0" presId="urn:microsoft.com/office/officeart/2005/8/layout/hList1"/>
    <dgm:cxn modelId="{0C521210-6BCC-4C72-8341-36D8D5845740}" type="presParOf" srcId="{437845CA-A161-43B3-991A-7E9D96612FDB}" destId="{CC99B767-1642-4AA5-99D9-2398BD699421}" srcOrd="1" destOrd="0" presId="urn:microsoft.com/office/officeart/2005/8/layout/hList1"/>
    <dgm:cxn modelId="{5BABF359-EF22-4791-96A2-C613CD5AE54D}" type="presParOf" srcId="{14BA61D8-A2E3-434B-AAF4-36495C53BFC6}" destId="{07584133-75E3-469B-AD0E-A58C0A97D2F4}" srcOrd="3" destOrd="0" presId="urn:microsoft.com/office/officeart/2005/8/layout/hList1"/>
    <dgm:cxn modelId="{C1B7568F-3FF9-4F16-AA6E-C4650C53EF84}" type="presParOf" srcId="{14BA61D8-A2E3-434B-AAF4-36495C53BFC6}" destId="{94B06517-3F64-4770-AA85-3A71DEDE43C9}" srcOrd="4" destOrd="0" presId="urn:microsoft.com/office/officeart/2005/8/layout/hList1"/>
    <dgm:cxn modelId="{3BA27773-B7F4-45FA-9F83-FC5EA4FEC127}" type="presParOf" srcId="{94B06517-3F64-4770-AA85-3A71DEDE43C9}" destId="{1ED7B2BD-5FF6-49E3-B73C-E912D1D90A43}" srcOrd="0" destOrd="0" presId="urn:microsoft.com/office/officeart/2005/8/layout/hList1"/>
    <dgm:cxn modelId="{756042CA-509D-4CF1-A7E4-2750F33ABD5B}" type="presParOf" srcId="{94B06517-3F64-4770-AA85-3A71DEDE43C9}" destId="{A1EDC2B9-6E00-4BBA-B238-FA05C85C946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BCAD23D-60DE-4FF6-8612-0D0D52F83AC6}" type="doc">
      <dgm:prSet loTypeId="urn:microsoft.com/office/officeart/2005/8/layout/hChevron3" loCatId="process" qsTypeId="urn:microsoft.com/office/officeart/2005/8/quickstyle/simple2" qsCatId="simple" csTypeId="urn:microsoft.com/office/officeart/2005/8/colors/accent0_3" csCatId="mainScheme" phldr="1"/>
      <dgm:spPr/>
    </dgm:pt>
    <dgm:pt modelId="{1EB510C0-0F14-47E7-80DD-0E33396D8A01}">
      <dgm:prSet phldrT="[Text]"/>
      <dgm:spPr/>
      <dgm:t>
        <a:bodyPr/>
        <a:lstStyle/>
        <a:p>
          <a:r>
            <a:rPr lang="en-US" dirty="0"/>
            <a:t>Removing Irrelevant Columns</a:t>
          </a:r>
          <a:endParaRPr lang="en-CA" dirty="0"/>
        </a:p>
      </dgm:t>
    </dgm:pt>
    <dgm:pt modelId="{8FBFC954-7248-45BC-A725-61DF56434FF6}" type="parTrans" cxnId="{16CE7B8D-9413-40C4-9E8F-F4807E573CD8}">
      <dgm:prSet/>
      <dgm:spPr/>
      <dgm:t>
        <a:bodyPr/>
        <a:lstStyle/>
        <a:p>
          <a:endParaRPr lang="en-CA"/>
        </a:p>
      </dgm:t>
    </dgm:pt>
    <dgm:pt modelId="{43F52134-CEA5-4EFA-AFDC-F2944C2FA8F9}" type="sibTrans" cxnId="{16CE7B8D-9413-40C4-9E8F-F4807E573CD8}">
      <dgm:prSet/>
      <dgm:spPr/>
      <dgm:t>
        <a:bodyPr/>
        <a:lstStyle/>
        <a:p>
          <a:endParaRPr lang="en-CA"/>
        </a:p>
      </dgm:t>
    </dgm:pt>
    <dgm:pt modelId="{6F40FCB0-9586-49A1-9975-0DF1D27576FE}">
      <dgm:prSet phldrT="[Text]"/>
      <dgm:spPr/>
      <dgm:t>
        <a:bodyPr/>
        <a:lstStyle/>
        <a:p>
          <a:r>
            <a:rPr lang="en-US" dirty="0"/>
            <a:t>Handling Missing Data</a:t>
          </a:r>
          <a:endParaRPr lang="en-CA" dirty="0"/>
        </a:p>
      </dgm:t>
    </dgm:pt>
    <dgm:pt modelId="{2B842505-4ADF-4BD5-8EEE-18100A0FBF89}" type="parTrans" cxnId="{3EC7F54F-D1F2-4B15-8E91-4EA73D6F20B3}">
      <dgm:prSet/>
      <dgm:spPr/>
      <dgm:t>
        <a:bodyPr/>
        <a:lstStyle/>
        <a:p>
          <a:endParaRPr lang="en-CA"/>
        </a:p>
      </dgm:t>
    </dgm:pt>
    <dgm:pt modelId="{BEF9518C-143C-45E1-9B19-B29DD1497F3D}" type="sibTrans" cxnId="{3EC7F54F-D1F2-4B15-8E91-4EA73D6F20B3}">
      <dgm:prSet/>
      <dgm:spPr/>
      <dgm:t>
        <a:bodyPr/>
        <a:lstStyle/>
        <a:p>
          <a:endParaRPr lang="en-CA"/>
        </a:p>
      </dgm:t>
    </dgm:pt>
    <dgm:pt modelId="{60066F0D-7D1D-4A42-87FC-C82268D1B195}">
      <dgm:prSet phldrT="[Text]"/>
      <dgm:spPr/>
      <dgm:t>
        <a:bodyPr/>
        <a:lstStyle/>
        <a:p>
          <a:r>
            <a:rPr lang="en-US" dirty="0"/>
            <a:t>Data Type Validation</a:t>
          </a:r>
          <a:endParaRPr lang="en-CA" dirty="0"/>
        </a:p>
      </dgm:t>
    </dgm:pt>
    <dgm:pt modelId="{F7D81FD8-977D-4A98-9AE3-B164EE7A9E56}" type="parTrans" cxnId="{D8915181-1044-4453-8669-8A5EA80DF600}">
      <dgm:prSet/>
      <dgm:spPr/>
      <dgm:t>
        <a:bodyPr/>
        <a:lstStyle/>
        <a:p>
          <a:endParaRPr lang="en-CA"/>
        </a:p>
      </dgm:t>
    </dgm:pt>
    <dgm:pt modelId="{9431F233-7731-4FA2-9225-2C74608D54A3}" type="sibTrans" cxnId="{D8915181-1044-4453-8669-8A5EA80DF600}">
      <dgm:prSet/>
      <dgm:spPr/>
      <dgm:t>
        <a:bodyPr/>
        <a:lstStyle/>
        <a:p>
          <a:endParaRPr lang="en-CA"/>
        </a:p>
      </dgm:t>
    </dgm:pt>
    <dgm:pt modelId="{FA847994-3CFB-44D4-8726-C500472F32B8}" type="pres">
      <dgm:prSet presAssocID="{3BCAD23D-60DE-4FF6-8612-0D0D52F83AC6}" presName="Name0" presStyleCnt="0">
        <dgm:presLayoutVars>
          <dgm:dir/>
          <dgm:resizeHandles val="exact"/>
        </dgm:presLayoutVars>
      </dgm:prSet>
      <dgm:spPr/>
    </dgm:pt>
    <dgm:pt modelId="{D8D0675D-7B2A-4327-8745-710FE57F3B9C}" type="pres">
      <dgm:prSet presAssocID="{1EB510C0-0F14-47E7-80DD-0E33396D8A01}" presName="parTxOnly" presStyleLbl="node1" presStyleIdx="0" presStyleCnt="3">
        <dgm:presLayoutVars>
          <dgm:bulletEnabled val="1"/>
        </dgm:presLayoutVars>
      </dgm:prSet>
      <dgm:spPr/>
    </dgm:pt>
    <dgm:pt modelId="{CAE120B6-56C2-461D-9664-FCCC4E97FA18}" type="pres">
      <dgm:prSet presAssocID="{43F52134-CEA5-4EFA-AFDC-F2944C2FA8F9}" presName="parSpace" presStyleCnt="0"/>
      <dgm:spPr/>
    </dgm:pt>
    <dgm:pt modelId="{6FB162A7-7688-4049-BFC7-27DB5F0FE6FE}" type="pres">
      <dgm:prSet presAssocID="{6F40FCB0-9586-49A1-9975-0DF1D27576FE}" presName="parTxOnly" presStyleLbl="node1" presStyleIdx="1" presStyleCnt="3">
        <dgm:presLayoutVars>
          <dgm:bulletEnabled val="1"/>
        </dgm:presLayoutVars>
      </dgm:prSet>
      <dgm:spPr/>
    </dgm:pt>
    <dgm:pt modelId="{83269094-E14A-48B7-9E76-6F6E130F6018}" type="pres">
      <dgm:prSet presAssocID="{BEF9518C-143C-45E1-9B19-B29DD1497F3D}" presName="parSpace" presStyleCnt="0"/>
      <dgm:spPr/>
    </dgm:pt>
    <dgm:pt modelId="{93095C2C-24E0-42A2-A3AD-C87D8783DD08}" type="pres">
      <dgm:prSet presAssocID="{60066F0D-7D1D-4A42-87FC-C82268D1B195}" presName="parTxOnly" presStyleLbl="node1" presStyleIdx="2" presStyleCnt="3">
        <dgm:presLayoutVars>
          <dgm:bulletEnabled val="1"/>
        </dgm:presLayoutVars>
      </dgm:prSet>
      <dgm:spPr/>
    </dgm:pt>
  </dgm:ptLst>
  <dgm:cxnLst>
    <dgm:cxn modelId="{EE76D434-CB6E-4D33-9D2C-3C66635826E8}" type="presOf" srcId="{1EB510C0-0F14-47E7-80DD-0E33396D8A01}" destId="{D8D0675D-7B2A-4327-8745-710FE57F3B9C}" srcOrd="0" destOrd="0" presId="urn:microsoft.com/office/officeart/2005/8/layout/hChevron3"/>
    <dgm:cxn modelId="{2EBB3D48-07F0-41E6-83FA-7E9BB9CB9653}" type="presOf" srcId="{3BCAD23D-60DE-4FF6-8612-0D0D52F83AC6}" destId="{FA847994-3CFB-44D4-8726-C500472F32B8}" srcOrd="0" destOrd="0" presId="urn:microsoft.com/office/officeart/2005/8/layout/hChevron3"/>
    <dgm:cxn modelId="{3EC7F54F-D1F2-4B15-8E91-4EA73D6F20B3}" srcId="{3BCAD23D-60DE-4FF6-8612-0D0D52F83AC6}" destId="{6F40FCB0-9586-49A1-9975-0DF1D27576FE}" srcOrd="1" destOrd="0" parTransId="{2B842505-4ADF-4BD5-8EEE-18100A0FBF89}" sibTransId="{BEF9518C-143C-45E1-9B19-B29DD1497F3D}"/>
    <dgm:cxn modelId="{0A153779-06EB-4A8F-AE3E-695EDC5AAA10}" type="presOf" srcId="{6F40FCB0-9586-49A1-9975-0DF1D27576FE}" destId="{6FB162A7-7688-4049-BFC7-27DB5F0FE6FE}" srcOrd="0" destOrd="0" presId="urn:microsoft.com/office/officeart/2005/8/layout/hChevron3"/>
    <dgm:cxn modelId="{D8915181-1044-4453-8669-8A5EA80DF600}" srcId="{3BCAD23D-60DE-4FF6-8612-0D0D52F83AC6}" destId="{60066F0D-7D1D-4A42-87FC-C82268D1B195}" srcOrd="2" destOrd="0" parTransId="{F7D81FD8-977D-4A98-9AE3-B164EE7A9E56}" sibTransId="{9431F233-7731-4FA2-9225-2C74608D54A3}"/>
    <dgm:cxn modelId="{16CE7B8D-9413-40C4-9E8F-F4807E573CD8}" srcId="{3BCAD23D-60DE-4FF6-8612-0D0D52F83AC6}" destId="{1EB510C0-0F14-47E7-80DD-0E33396D8A01}" srcOrd="0" destOrd="0" parTransId="{8FBFC954-7248-45BC-A725-61DF56434FF6}" sibTransId="{43F52134-CEA5-4EFA-AFDC-F2944C2FA8F9}"/>
    <dgm:cxn modelId="{75789CC8-0C97-4E32-9BAF-06974939AEAE}" type="presOf" srcId="{60066F0D-7D1D-4A42-87FC-C82268D1B195}" destId="{93095C2C-24E0-42A2-A3AD-C87D8783DD08}" srcOrd="0" destOrd="0" presId="urn:microsoft.com/office/officeart/2005/8/layout/hChevron3"/>
    <dgm:cxn modelId="{7CF6DDDE-7924-44E1-B7EE-3129A86A0EC2}" type="presParOf" srcId="{FA847994-3CFB-44D4-8726-C500472F32B8}" destId="{D8D0675D-7B2A-4327-8745-710FE57F3B9C}" srcOrd="0" destOrd="0" presId="urn:microsoft.com/office/officeart/2005/8/layout/hChevron3"/>
    <dgm:cxn modelId="{29DE9776-107C-4DB8-86F2-74CB7231513A}" type="presParOf" srcId="{FA847994-3CFB-44D4-8726-C500472F32B8}" destId="{CAE120B6-56C2-461D-9664-FCCC4E97FA18}" srcOrd="1" destOrd="0" presId="urn:microsoft.com/office/officeart/2005/8/layout/hChevron3"/>
    <dgm:cxn modelId="{2BDA58B1-1F9D-4427-9C92-D952CB856352}" type="presParOf" srcId="{FA847994-3CFB-44D4-8726-C500472F32B8}" destId="{6FB162A7-7688-4049-BFC7-27DB5F0FE6FE}" srcOrd="2" destOrd="0" presId="urn:microsoft.com/office/officeart/2005/8/layout/hChevron3"/>
    <dgm:cxn modelId="{6791BE6D-09D1-462F-BCCB-3E5DFEDD43F3}" type="presParOf" srcId="{FA847994-3CFB-44D4-8726-C500472F32B8}" destId="{83269094-E14A-48B7-9E76-6F6E130F6018}" srcOrd="3" destOrd="0" presId="urn:microsoft.com/office/officeart/2005/8/layout/hChevron3"/>
    <dgm:cxn modelId="{A4541E34-28F3-400D-A79B-2173989F60B1}" type="presParOf" srcId="{FA847994-3CFB-44D4-8726-C500472F32B8}" destId="{93095C2C-24E0-42A2-A3AD-C87D8783DD08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C2CCA6-DB3A-43EB-85D5-1911748DB510}">
      <dsp:nvSpPr>
        <dsp:cNvPr id="0" name=""/>
        <dsp:cNvSpPr/>
      </dsp:nvSpPr>
      <dsp:spPr>
        <a:xfrm>
          <a:off x="2673" y="687132"/>
          <a:ext cx="2606516" cy="5760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b="1" kern="1200" dirty="0"/>
            <a:t>Motivation</a:t>
          </a:r>
          <a:endParaRPr lang="en-CA" sz="2000" kern="1200" dirty="0"/>
        </a:p>
      </dsp:txBody>
      <dsp:txXfrm>
        <a:off x="2673" y="687132"/>
        <a:ext cx="2606516" cy="576000"/>
      </dsp:txXfrm>
    </dsp:sp>
    <dsp:sp modelId="{F1500788-8A37-427C-8C82-29424B15E9DD}">
      <dsp:nvSpPr>
        <dsp:cNvPr id="0" name=""/>
        <dsp:cNvSpPr/>
      </dsp:nvSpPr>
      <dsp:spPr>
        <a:xfrm>
          <a:off x="2673" y="1263132"/>
          <a:ext cx="2606516" cy="1338187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2000" kern="1200" dirty="0"/>
            <a:t>Lifestyle choices impact 60% of overall health.</a:t>
          </a:r>
        </a:p>
      </dsp:txBody>
      <dsp:txXfrm>
        <a:off x="2673" y="1263132"/>
        <a:ext cx="2606516" cy="1338187"/>
      </dsp:txXfrm>
    </dsp:sp>
    <dsp:sp modelId="{03A0575F-DCB4-49E0-88E1-4344320A6687}">
      <dsp:nvSpPr>
        <dsp:cNvPr id="0" name=""/>
        <dsp:cNvSpPr/>
      </dsp:nvSpPr>
      <dsp:spPr>
        <a:xfrm>
          <a:off x="2974101" y="687132"/>
          <a:ext cx="2606516" cy="5760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b="1" kern="1200" dirty="0"/>
            <a:t>Dataset</a:t>
          </a:r>
          <a:endParaRPr lang="en-CA" sz="2000" kern="1200" dirty="0"/>
        </a:p>
      </dsp:txBody>
      <dsp:txXfrm>
        <a:off x="2974101" y="687132"/>
        <a:ext cx="2606516" cy="576000"/>
      </dsp:txXfrm>
    </dsp:sp>
    <dsp:sp modelId="{CC99B767-1642-4AA5-99D9-2398BD699421}">
      <dsp:nvSpPr>
        <dsp:cNvPr id="0" name=""/>
        <dsp:cNvSpPr/>
      </dsp:nvSpPr>
      <dsp:spPr>
        <a:xfrm>
          <a:off x="2974101" y="1263132"/>
          <a:ext cx="2606516" cy="1338187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2000" kern="1200" dirty="0"/>
            <a:t>Synthetic, 3,000 individuals, </a:t>
          </a:r>
          <a:r>
            <a:rPr lang="en-CA" sz="2000" i="1" kern="1200" dirty="0" err="1"/>
            <a:t>has_health_issues</a:t>
          </a:r>
          <a:r>
            <a:rPr lang="en-CA" sz="2000" i="1" kern="1200" dirty="0"/>
            <a:t> target</a:t>
          </a:r>
          <a:r>
            <a:rPr lang="en-CA" sz="2000" kern="1200" dirty="0"/>
            <a:t>.</a:t>
          </a:r>
        </a:p>
      </dsp:txBody>
      <dsp:txXfrm>
        <a:off x="2974101" y="1263132"/>
        <a:ext cx="2606516" cy="1338187"/>
      </dsp:txXfrm>
    </dsp:sp>
    <dsp:sp modelId="{1ED7B2BD-5FF6-49E3-B73C-E912D1D90A43}">
      <dsp:nvSpPr>
        <dsp:cNvPr id="0" name=""/>
        <dsp:cNvSpPr/>
      </dsp:nvSpPr>
      <dsp:spPr>
        <a:xfrm>
          <a:off x="5945530" y="687132"/>
          <a:ext cx="2606516" cy="5760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b="1" kern="1200" dirty="0"/>
            <a:t>Key Features</a:t>
          </a:r>
          <a:endParaRPr lang="en-CA" sz="2000" kern="1200" dirty="0"/>
        </a:p>
      </dsp:txBody>
      <dsp:txXfrm>
        <a:off x="5945530" y="687132"/>
        <a:ext cx="2606516" cy="576000"/>
      </dsp:txXfrm>
    </dsp:sp>
    <dsp:sp modelId="{A1EDC2B9-6E00-4BBA-B238-FA05C85C946A}">
      <dsp:nvSpPr>
        <dsp:cNvPr id="0" name=""/>
        <dsp:cNvSpPr/>
      </dsp:nvSpPr>
      <dsp:spPr>
        <a:xfrm>
          <a:off x="5945530" y="1263132"/>
          <a:ext cx="2606516" cy="1338187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2000" i="1" kern="1200" dirty="0"/>
            <a:t>Smoking, drinking, age, exercise, diet, sleep, BMI, </a:t>
          </a:r>
          <a:r>
            <a:rPr lang="en-CA" sz="2000" kern="1200" dirty="0"/>
            <a:t>and</a:t>
          </a:r>
          <a:r>
            <a:rPr lang="en-CA" sz="2000" i="1" kern="1200" dirty="0"/>
            <a:t> mental health</a:t>
          </a:r>
          <a:r>
            <a:rPr lang="en-CA" sz="2000" kern="1200" dirty="0"/>
            <a:t>.</a:t>
          </a:r>
        </a:p>
      </dsp:txBody>
      <dsp:txXfrm>
        <a:off x="5945530" y="1263132"/>
        <a:ext cx="2606516" cy="13381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D0675D-7B2A-4327-8745-710FE57F3B9C}">
      <dsp:nvSpPr>
        <dsp:cNvPr id="0" name=""/>
        <dsp:cNvSpPr/>
      </dsp:nvSpPr>
      <dsp:spPr>
        <a:xfrm>
          <a:off x="3732" y="393529"/>
          <a:ext cx="3263959" cy="1305583"/>
        </a:xfrm>
        <a:prstGeom prst="homePlat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4686" tIns="77343" rIns="38672" bIns="77343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Removing Irrelevant Columns</a:t>
          </a:r>
          <a:endParaRPr lang="en-CA" sz="2900" kern="1200" dirty="0"/>
        </a:p>
      </dsp:txBody>
      <dsp:txXfrm>
        <a:off x="3732" y="393529"/>
        <a:ext cx="2937563" cy="1305583"/>
      </dsp:txXfrm>
    </dsp:sp>
    <dsp:sp modelId="{6FB162A7-7688-4049-BFC7-27DB5F0FE6FE}">
      <dsp:nvSpPr>
        <dsp:cNvPr id="0" name=""/>
        <dsp:cNvSpPr/>
      </dsp:nvSpPr>
      <dsp:spPr>
        <a:xfrm>
          <a:off x="2614900" y="393529"/>
          <a:ext cx="3263959" cy="1305583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6015" tIns="77343" rIns="38672" bIns="77343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Handling Missing Data</a:t>
          </a:r>
          <a:endParaRPr lang="en-CA" sz="2900" kern="1200" dirty="0"/>
        </a:p>
      </dsp:txBody>
      <dsp:txXfrm>
        <a:off x="3267692" y="393529"/>
        <a:ext cx="1958376" cy="1305583"/>
      </dsp:txXfrm>
    </dsp:sp>
    <dsp:sp modelId="{93095C2C-24E0-42A2-A3AD-C87D8783DD08}">
      <dsp:nvSpPr>
        <dsp:cNvPr id="0" name=""/>
        <dsp:cNvSpPr/>
      </dsp:nvSpPr>
      <dsp:spPr>
        <a:xfrm>
          <a:off x="5226067" y="393529"/>
          <a:ext cx="3263959" cy="1305583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6015" tIns="77343" rIns="38672" bIns="77343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Data Type Validation</a:t>
          </a:r>
          <a:endParaRPr lang="en-CA" sz="2900" kern="1200" dirty="0"/>
        </a:p>
      </dsp:txBody>
      <dsp:txXfrm>
        <a:off x="5878859" y="393529"/>
        <a:ext cx="1958376" cy="13055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E8C4DBE-4BAF-017C-4570-5C5BC0DA33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A3B75A-9679-089A-DE2D-A42349BD81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0AE491-E7C0-4D96-8064-3447ACDA3A7F}" type="datetimeFigureOut">
              <a:rPr lang="en-CA" smtClean="0"/>
              <a:t>2025-06-15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0740D9-899C-FABF-65BC-96083AD3D7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83F3C9-333F-95C4-CF89-210B404D2A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6044CE-6D3B-4ACF-85F1-B9B6C4C098B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0310976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EAB4AA-7949-4350-860E-B1BB0EBA53F9}" type="datetimeFigureOut">
              <a:rPr lang="en-CA" smtClean="0"/>
              <a:t>2025-06-15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3AA8EF-A663-4BEE-AA6D-64BBA2525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76218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10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8.png"/><Relationship Id="rId4" Type="http://schemas.openxmlformats.org/officeDocument/2006/relationships/image" Target="../media/image9.png"/><Relationship Id="rId9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0" Type="http://schemas.openxmlformats.org/officeDocument/2006/relationships/image" Target="../media/image3.png"/><Relationship Id="rId4" Type="http://schemas.openxmlformats.org/officeDocument/2006/relationships/image" Target="../media/image9.png"/><Relationship Id="rId9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10" Type="http://schemas.openxmlformats.org/officeDocument/2006/relationships/image" Target="../media/image8.png"/><Relationship Id="rId4" Type="http://schemas.openxmlformats.org/officeDocument/2006/relationships/image" Target="../media/image9.png"/><Relationship Id="rId9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10" Type="http://schemas.openxmlformats.org/officeDocument/2006/relationships/image" Target="../media/image6.png"/><Relationship Id="rId4" Type="http://schemas.openxmlformats.org/officeDocument/2006/relationships/image" Target="../media/image8.png"/><Relationship Id="rId9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2.png"/><Relationship Id="rId4" Type="http://schemas.openxmlformats.org/officeDocument/2006/relationships/image" Target="../media/image10.png"/><Relationship Id="rId9" Type="http://schemas.openxmlformats.org/officeDocument/2006/relationships/image" Target="../media/image7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10.png"/><Relationship Id="rId9" Type="http://schemas.openxmlformats.org/officeDocument/2006/relationships/image" Target="../media/image7.png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10" Type="http://schemas.openxmlformats.org/officeDocument/2006/relationships/image" Target="../media/image7.png"/><Relationship Id="rId4" Type="http://schemas.openxmlformats.org/officeDocument/2006/relationships/image" Target="../media/image10.png"/><Relationship Id="rId9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10" Type="http://schemas.openxmlformats.org/officeDocument/2006/relationships/image" Target="../media/image6.png"/><Relationship Id="rId4" Type="http://schemas.openxmlformats.org/officeDocument/2006/relationships/image" Target="../media/image8.png"/><Relationship Id="rId9" Type="http://schemas.openxmlformats.org/officeDocument/2006/relationships/image" Target="../media/image7.pn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image" Target="../media/image5.png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hyperlink" Target="http://bit.ly/2TtBDfr" TargetMode="External"/><Relationship Id="rId3" Type="http://schemas.openxmlformats.org/officeDocument/2006/relationships/image" Target="../media/image10.png"/><Relationship Id="rId7" Type="http://schemas.openxmlformats.org/officeDocument/2006/relationships/image" Target="../media/image7.png"/><Relationship Id="rId12" Type="http://schemas.openxmlformats.org/officeDocument/2006/relationships/hyperlink" Target="http://bit.ly/2TyoMsr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hyperlink" Target="https://bit.ly/3A1uf1Q" TargetMode="External"/><Relationship Id="rId5" Type="http://schemas.openxmlformats.org/officeDocument/2006/relationships/image" Target="../media/image2.png"/><Relationship Id="rId10" Type="http://schemas.openxmlformats.org/officeDocument/2006/relationships/image" Target="../media/image3.png"/><Relationship Id="rId4" Type="http://schemas.openxmlformats.org/officeDocument/2006/relationships/image" Target="../media/image9.png"/><Relationship Id="rId9" Type="http://schemas.openxmlformats.org/officeDocument/2006/relationships/image" Target="../media/image4.png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2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10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8.png"/><Relationship Id="rId4" Type="http://schemas.openxmlformats.org/officeDocument/2006/relationships/image" Target="../media/image9.png"/><Relationship Id="rId9" Type="http://schemas.openxmlformats.org/officeDocument/2006/relationships/image" Target="../media/image4.png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2.png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png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0" Type="http://schemas.openxmlformats.org/officeDocument/2006/relationships/image" Target="../media/image3.png"/><Relationship Id="rId4" Type="http://schemas.openxmlformats.org/officeDocument/2006/relationships/image" Target="../media/image9.png"/><Relationship Id="rId9" Type="http://schemas.openxmlformats.org/officeDocument/2006/relationships/image" Target="../media/image4.png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7.png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2.png"/></Relationships>
</file>

<file path=ppt/slideLayouts/_rels/slideLayout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6.png"/></Relationships>
</file>

<file path=ppt/slideLayouts/_rels/slideLayout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10" Type="http://schemas.openxmlformats.org/officeDocument/2006/relationships/image" Target="../media/image8.png"/><Relationship Id="rId4" Type="http://schemas.openxmlformats.org/officeDocument/2006/relationships/image" Target="../media/image9.png"/><Relationship Id="rId9" Type="http://schemas.openxmlformats.org/officeDocument/2006/relationships/image" Target="../media/image4.png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10" Type="http://schemas.openxmlformats.org/officeDocument/2006/relationships/image" Target="../media/image6.png"/><Relationship Id="rId4" Type="http://schemas.openxmlformats.org/officeDocument/2006/relationships/image" Target="../media/image8.png"/><Relationship Id="rId9" Type="http://schemas.openxmlformats.org/officeDocument/2006/relationships/image" Target="../media/image7.png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2.png"/><Relationship Id="rId4" Type="http://schemas.openxmlformats.org/officeDocument/2006/relationships/image" Target="../media/image10.png"/><Relationship Id="rId9" Type="http://schemas.openxmlformats.org/officeDocument/2006/relationships/image" Target="../media/image7.png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10.png"/><Relationship Id="rId9" Type="http://schemas.openxmlformats.org/officeDocument/2006/relationships/image" Target="../media/image7.png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10" Type="http://schemas.openxmlformats.org/officeDocument/2006/relationships/image" Target="../media/image7.png"/><Relationship Id="rId4" Type="http://schemas.openxmlformats.org/officeDocument/2006/relationships/image" Target="../media/image10.png"/><Relationship Id="rId9" Type="http://schemas.openxmlformats.org/officeDocument/2006/relationships/image" Target="../media/image6.png"/></Relationships>
</file>

<file path=ppt/slideLayouts/_rels/slideLayout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10" Type="http://schemas.openxmlformats.org/officeDocument/2006/relationships/image" Target="../media/image6.png"/><Relationship Id="rId4" Type="http://schemas.openxmlformats.org/officeDocument/2006/relationships/image" Target="../media/image8.png"/><Relationship Id="rId9" Type="http://schemas.openxmlformats.org/officeDocument/2006/relationships/image" Target="../media/image7.png"/></Relationships>
</file>

<file path=ppt/slideLayouts/_rels/slideLayout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3.png"/></Relationships>
</file>

<file path=ppt/slideLayouts/_rels/slideLayout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Layouts/_rels/slideLayout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image" Target="../media/image5.png"/></Relationships>
</file>

<file path=ppt/slideLayouts/_rels/slideLayout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hyperlink" Target="http://bit.ly/2TtBDfr" TargetMode="External"/><Relationship Id="rId3" Type="http://schemas.openxmlformats.org/officeDocument/2006/relationships/image" Target="../media/image10.png"/><Relationship Id="rId7" Type="http://schemas.openxmlformats.org/officeDocument/2006/relationships/image" Target="../media/image7.png"/><Relationship Id="rId12" Type="http://schemas.openxmlformats.org/officeDocument/2006/relationships/hyperlink" Target="http://bit.ly/2TyoMsr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png"/><Relationship Id="rId11" Type="http://schemas.openxmlformats.org/officeDocument/2006/relationships/hyperlink" Target="https://bit.ly/3A1uf1Q" TargetMode="External"/><Relationship Id="rId5" Type="http://schemas.openxmlformats.org/officeDocument/2006/relationships/image" Target="../media/image2.png"/><Relationship Id="rId10" Type="http://schemas.openxmlformats.org/officeDocument/2006/relationships/image" Target="../media/image3.png"/><Relationship Id="rId4" Type="http://schemas.openxmlformats.org/officeDocument/2006/relationships/image" Target="../media/image9.png"/><Relationship Id="rId9" Type="http://schemas.openxmlformats.org/officeDocument/2006/relationships/image" Target="../media/image4.png"/></Relationships>
</file>

<file path=ppt/slideLayouts/_rels/slideLayout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2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Layouts/_rels/slideLayout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Layouts/_rels/slideLayout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10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Layouts/_rels/slideLayout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Layouts/_rels/slideLayout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8.png"/><Relationship Id="rId4" Type="http://schemas.openxmlformats.org/officeDocument/2006/relationships/image" Target="../media/image9.png"/><Relationship Id="rId9" Type="http://schemas.openxmlformats.org/officeDocument/2006/relationships/image" Target="../media/image4.png"/></Relationships>
</file>

<file path=ppt/slideLayouts/_rels/slideLayout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2.png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6.png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0" Type="http://schemas.openxmlformats.org/officeDocument/2006/relationships/image" Target="../media/image3.png"/><Relationship Id="rId4" Type="http://schemas.openxmlformats.org/officeDocument/2006/relationships/image" Target="../media/image9.png"/><Relationship Id="rId9" Type="http://schemas.openxmlformats.org/officeDocument/2006/relationships/image" Target="../media/image4.png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7.png"/></Relationships>
</file>

<file path=ppt/slideLayouts/_rels/slideLayout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2.png"/></Relationships>
</file>

<file path=ppt/slideLayouts/_rels/slideLayout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6.png"/></Relationships>
</file>

<file path=ppt/slideLayouts/_rels/slideLayout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10" Type="http://schemas.openxmlformats.org/officeDocument/2006/relationships/image" Target="../media/image8.png"/><Relationship Id="rId4" Type="http://schemas.openxmlformats.org/officeDocument/2006/relationships/image" Target="../media/image9.png"/><Relationship Id="rId9" Type="http://schemas.openxmlformats.org/officeDocument/2006/relationships/image" Target="../media/image4.png"/></Relationships>
</file>

<file path=ppt/slideLayouts/_rels/slideLayout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10" Type="http://schemas.openxmlformats.org/officeDocument/2006/relationships/image" Target="../media/image6.png"/><Relationship Id="rId4" Type="http://schemas.openxmlformats.org/officeDocument/2006/relationships/image" Target="../media/image8.png"/><Relationship Id="rId9" Type="http://schemas.openxmlformats.org/officeDocument/2006/relationships/image" Target="../media/image7.png"/></Relationships>
</file>

<file path=ppt/slideLayouts/_rels/slideLayout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2.png"/><Relationship Id="rId4" Type="http://schemas.openxmlformats.org/officeDocument/2006/relationships/image" Target="../media/image10.png"/><Relationship Id="rId9" Type="http://schemas.openxmlformats.org/officeDocument/2006/relationships/image" Target="../media/image7.png"/></Relationships>
</file>

<file path=ppt/slideLayouts/_rels/slideLayout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10.png"/><Relationship Id="rId9" Type="http://schemas.openxmlformats.org/officeDocument/2006/relationships/image" Target="../media/image7.png"/></Relationships>
</file>

<file path=ppt/slideLayouts/_rels/slideLayout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10" Type="http://schemas.openxmlformats.org/officeDocument/2006/relationships/image" Target="../media/image7.png"/><Relationship Id="rId4" Type="http://schemas.openxmlformats.org/officeDocument/2006/relationships/image" Target="../media/image10.png"/><Relationship Id="rId9" Type="http://schemas.openxmlformats.org/officeDocument/2006/relationships/image" Target="../media/image6.png"/></Relationships>
</file>

<file path=ppt/slideLayouts/_rels/slideLayout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10" Type="http://schemas.openxmlformats.org/officeDocument/2006/relationships/image" Target="../media/image6.png"/><Relationship Id="rId4" Type="http://schemas.openxmlformats.org/officeDocument/2006/relationships/image" Target="../media/image8.png"/><Relationship Id="rId9" Type="http://schemas.openxmlformats.org/officeDocument/2006/relationships/image" Target="../media/image7.png"/></Relationships>
</file>

<file path=ppt/slideLayouts/_rels/slideLayout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3.png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Layouts/_rels/slideLayout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hyperlink" Target="http://bit.ly/2TtBDfr" TargetMode="External"/><Relationship Id="rId3" Type="http://schemas.openxmlformats.org/officeDocument/2006/relationships/image" Target="../media/image10.png"/><Relationship Id="rId7" Type="http://schemas.openxmlformats.org/officeDocument/2006/relationships/image" Target="../media/image7.png"/><Relationship Id="rId12" Type="http://schemas.openxmlformats.org/officeDocument/2006/relationships/hyperlink" Target="http://bit.ly/2TyoMsr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6.png"/><Relationship Id="rId11" Type="http://schemas.openxmlformats.org/officeDocument/2006/relationships/hyperlink" Target="https://bit.ly/3A1uf1Q" TargetMode="External"/><Relationship Id="rId5" Type="http://schemas.openxmlformats.org/officeDocument/2006/relationships/image" Target="../media/image2.png"/><Relationship Id="rId10" Type="http://schemas.openxmlformats.org/officeDocument/2006/relationships/image" Target="../media/image3.png"/><Relationship Id="rId4" Type="http://schemas.openxmlformats.org/officeDocument/2006/relationships/image" Target="../media/image9.png"/><Relationship Id="rId9" Type="http://schemas.openxmlformats.org/officeDocument/2006/relationships/image" Target="../media/image4.png"/></Relationships>
</file>

<file path=ppt/slideLayouts/_rels/slideLayout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2.png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-3528892" y="-2194563"/>
            <a:ext cx="17475627" cy="11677552"/>
            <a:chOff x="-2646669" y="-1645922"/>
            <a:chExt cx="13106720" cy="8758164"/>
          </a:xfrm>
        </p:grpSpPr>
        <p:pic>
          <p:nvPicPr>
            <p:cNvPr id="11" name="Google Shape;11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3702422">
              <a:off x="-1783211" y="2152525"/>
              <a:ext cx="3991121" cy="43454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2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291766" y="-1823087"/>
              <a:ext cx="3991120" cy="434545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" name="Google Shape;13;p2"/>
          <p:cNvGrpSpPr/>
          <p:nvPr/>
        </p:nvGrpSpPr>
        <p:grpSpPr>
          <a:xfrm>
            <a:off x="-3528890" y="-1851563"/>
            <a:ext cx="16807159" cy="9798896"/>
            <a:chOff x="-2646668" y="-1388672"/>
            <a:chExt cx="12605369" cy="7349172"/>
          </a:xfrm>
        </p:grpSpPr>
        <p:pic>
          <p:nvPicPr>
            <p:cNvPr id="14" name="Google Shape;14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44">
              <a:off x="6902850" y="3860896"/>
              <a:ext cx="3055850" cy="20995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2"/>
            <p:cNvPicPr preferRelativeResize="0"/>
            <p:nvPr/>
          </p:nvPicPr>
          <p:blipFill>
            <a:blip r:embed="rId5">
              <a:alphaModFix amt="46000"/>
            </a:blip>
            <a:stretch>
              <a:fillRect/>
            </a:stretch>
          </p:blipFill>
          <p:spPr>
            <a:xfrm rot="190401">
              <a:off x="-2567154" y="-1266015"/>
              <a:ext cx="4514499" cy="299789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" name="Google Shape;16;p2"/>
          <p:cNvGrpSpPr/>
          <p:nvPr/>
        </p:nvGrpSpPr>
        <p:grpSpPr>
          <a:xfrm>
            <a:off x="284061" y="-854564"/>
            <a:ext cx="12089497" cy="7712595"/>
            <a:chOff x="213045" y="-640923"/>
            <a:chExt cx="9067123" cy="5784446"/>
          </a:xfrm>
        </p:grpSpPr>
        <p:pic>
          <p:nvPicPr>
            <p:cNvPr id="17" name="Google Shape;17;p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3154190">
              <a:off x="304301" y="3909850"/>
              <a:ext cx="1320889" cy="882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1131160">
              <a:off x="6729249" y="-300900"/>
              <a:ext cx="2362877" cy="15561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2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133212" y="3400275"/>
              <a:ext cx="796600" cy="8822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" name="Google Shape;20;p2"/>
          <p:cNvSpPr txBox="1">
            <a:spLocks noGrp="1"/>
          </p:cNvSpPr>
          <p:nvPr>
            <p:ph type="ctrTitle"/>
          </p:nvPr>
        </p:nvSpPr>
        <p:spPr>
          <a:xfrm>
            <a:off x="1927967" y="1552099"/>
            <a:ext cx="8336000" cy="298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3086351" y="4662641"/>
            <a:ext cx="6019200" cy="485200"/>
          </a:xfrm>
          <a:prstGeom prst="rect">
            <a:avLst/>
          </a:prstGeom>
          <a:solidFill>
            <a:srgbClr val="EBB59E">
              <a:alpha val="2813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29695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" name="Google Shape;24;p3"/>
          <p:cNvGrpSpPr/>
          <p:nvPr/>
        </p:nvGrpSpPr>
        <p:grpSpPr>
          <a:xfrm>
            <a:off x="-1293369" y="-4179984"/>
            <a:ext cx="15954724" cy="12763715"/>
            <a:chOff x="-970027" y="-3134988"/>
            <a:chExt cx="11966043" cy="9572786"/>
          </a:xfrm>
        </p:grpSpPr>
        <p:pic>
          <p:nvPicPr>
            <p:cNvPr id="25" name="Google Shape;25;p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3069595">
              <a:off x="7600098" y="-1204751"/>
              <a:ext cx="3167267" cy="21032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Google Shape;26;p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5400000">
              <a:off x="7429532" y="1619675"/>
              <a:ext cx="3638627" cy="2103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Google Shape;27;p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9852316">
              <a:off x="-582739" y="-2765951"/>
              <a:ext cx="3167275" cy="32849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Google Shape;28;p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970027" y="4334550"/>
              <a:ext cx="3167267" cy="210324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9" name="Google Shape;29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76655" y="202400"/>
            <a:ext cx="6418336" cy="69881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" name="Google Shape;30;p3"/>
          <p:cNvGrpSpPr/>
          <p:nvPr/>
        </p:nvGrpSpPr>
        <p:grpSpPr>
          <a:xfrm>
            <a:off x="2638532" y="-1222167"/>
            <a:ext cx="8468261" cy="7940165"/>
            <a:chOff x="1978899" y="-916625"/>
            <a:chExt cx="6351196" cy="5955124"/>
          </a:xfrm>
        </p:grpSpPr>
        <p:pic>
          <p:nvPicPr>
            <p:cNvPr id="31" name="Google Shape;31;p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7293761">
              <a:off x="7278652" y="3956300"/>
              <a:ext cx="852375" cy="943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" name="Google Shape;32;p3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978899" y="-916625"/>
              <a:ext cx="2408776" cy="15863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" name="Google Shape;33;p3"/>
          <p:cNvGrpSpPr/>
          <p:nvPr/>
        </p:nvGrpSpPr>
        <p:grpSpPr>
          <a:xfrm>
            <a:off x="2033737" y="-669369"/>
            <a:ext cx="6562035" cy="8629700"/>
            <a:chOff x="1525303" y="-502027"/>
            <a:chExt cx="4921526" cy="6472275"/>
          </a:xfrm>
        </p:grpSpPr>
        <p:pic>
          <p:nvPicPr>
            <p:cNvPr id="34" name="Google Shape;34;p3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5402953" y="-502027"/>
              <a:ext cx="1043875" cy="961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" name="Google Shape;35;p3"/>
            <p:cNvPicPr preferRelativeResize="0"/>
            <p:nvPr/>
          </p:nvPicPr>
          <p:blipFill>
            <a:blip r:embed="rId10">
              <a:alphaModFix amt="54000"/>
            </a:blip>
            <a:stretch>
              <a:fillRect/>
            </a:stretch>
          </p:blipFill>
          <p:spPr>
            <a:xfrm>
              <a:off x="1525303" y="4558150"/>
              <a:ext cx="1504950" cy="14120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" name="Google Shape;36;p3"/>
          <p:cNvSpPr txBox="1">
            <a:spLocks noGrp="1"/>
          </p:cNvSpPr>
          <p:nvPr>
            <p:ph type="title"/>
          </p:nvPr>
        </p:nvSpPr>
        <p:spPr>
          <a:xfrm>
            <a:off x="1423733" y="2717751"/>
            <a:ext cx="6756800" cy="1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667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" name="Google Shape;37;p3"/>
          <p:cNvSpPr txBox="1">
            <a:spLocks noGrp="1"/>
          </p:cNvSpPr>
          <p:nvPr>
            <p:ph type="title" idx="2" hasCustomPrompt="1"/>
          </p:nvPr>
        </p:nvSpPr>
        <p:spPr>
          <a:xfrm>
            <a:off x="1423733" y="1547967"/>
            <a:ext cx="1765600" cy="139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38" name="Google Shape;38;p3"/>
          <p:cNvSpPr txBox="1">
            <a:spLocks noGrp="1"/>
          </p:cNvSpPr>
          <p:nvPr>
            <p:ph type="subTitle" idx="1"/>
          </p:nvPr>
        </p:nvSpPr>
        <p:spPr>
          <a:xfrm>
            <a:off x="1423733" y="4151333"/>
            <a:ext cx="6756800" cy="485200"/>
          </a:xfrm>
          <a:prstGeom prst="rect">
            <a:avLst/>
          </a:prstGeom>
          <a:solidFill>
            <a:srgbClr val="EBB59E">
              <a:alpha val="2813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99347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oogle Shape;41;p4"/>
          <p:cNvGrpSpPr/>
          <p:nvPr/>
        </p:nvGrpSpPr>
        <p:grpSpPr>
          <a:xfrm>
            <a:off x="9813711" y="-2026534"/>
            <a:ext cx="5069263" cy="11053671"/>
            <a:chOff x="7360283" y="-1519901"/>
            <a:chExt cx="3801947" cy="8290253"/>
          </a:xfrm>
        </p:grpSpPr>
        <p:pic>
          <p:nvPicPr>
            <p:cNvPr id="42" name="Google Shape;42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996705">
              <a:off x="7677623" y="-823400"/>
              <a:ext cx="3167267" cy="21032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" name="Google Shape;43;p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51214">
              <a:off x="7570445" y="3619424"/>
              <a:ext cx="3638626" cy="21032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" name="Google Shape;44;p4"/>
          <p:cNvGrpSpPr/>
          <p:nvPr/>
        </p:nvGrpSpPr>
        <p:grpSpPr>
          <a:xfrm>
            <a:off x="-4167656" y="-2740879"/>
            <a:ext cx="7859840" cy="13326483"/>
            <a:chOff x="-3125742" y="-2055659"/>
            <a:chExt cx="5894880" cy="9994862"/>
          </a:xfrm>
        </p:grpSpPr>
        <p:pic>
          <p:nvPicPr>
            <p:cNvPr id="45" name="Google Shape;45;p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2700000">
              <a:off x="-2173872" y="2819024"/>
              <a:ext cx="3991141" cy="43454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" name="Google Shape;46;p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1245730">
              <a:off x="-2485122" y="-1489348"/>
              <a:ext cx="3991141" cy="43454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" name="Google Shape;47;p4"/>
          <p:cNvGrpSpPr/>
          <p:nvPr/>
        </p:nvGrpSpPr>
        <p:grpSpPr>
          <a:xfrm>
            <a:off x="419899" y="-572667"/>
            <a:ext cx="12887000" cy="7692832"/>
            <a:chOff x="314924" y="-429500"/>
            <a:chExt cx="9665250" cy="5769624"/>
          </a:xfrm>
        </p:grpSpPr>
        <p:pic>
          <p:nvPicPr>
            <p:cNvPr id="48" name="Google Shape;48;p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617299" y="3783975"/>
              <a:ext cx="2362876" cy="15561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" name="Google Shape;49;p4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14924" y="-429500"/>
              <a:ext cx="796600" cy="8822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0" name="Google Shape;50;p4"/>
          <p:cNvGrpSpPr/>
          <p:nvPr/>
        </p:nvGrpSpPr>
        <p:grpSpPr>
          <a:xfrm>
            <a:off x="2980855" y="-1008394"/>
            <a:ext cx="7696848" cy="8666091"/>
            <a:chOff x="2235641" y="-756295"/>
            <a:chExt cx="5772636" cy="6499568"/>
          </a:xfrm>
        </p:grpSpPr>
        <p:pic>
          <p:nvPicPr>
            <p:cNvPr id="51" name="Google Shape;51;p4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 rot="9899998">
              <a:off x="6552553" y="-606788"/>
              <a:ext cx="1318127" cy="1236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" name="Google Shape;52;p4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2235641" y="4781373"/>
              <a:ext cx="1043875" cy="961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960000" y="1514433"/>
            <a:ext cx="102720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72524" rtl="0">
              <a:spcBef>
                <a:spcPts val="0"/>
              </a:spcBef>
              <a:spcAft>
                <a:spcPts val="0"/>
              </a:spcAft>
              <a:buSzPts val="800"/>
              <a:buFont typeface="Nunito Light"/>
              <a:buChar char="●"/>
              <a:defRPr sz="1600"/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828754" lvl="2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2438339" lvl="3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3047924" lvl="4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3657509" lvl="5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4267093" lvl="6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4876678" lvl="7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5486263" lvl="8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83086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8" name="Google Shape;58;p5"/>
          <p:cNvSpPr txBox="1">
            <a:spLocks noGrp="1"/>
          </p:cNvSpPr>
          <p:nvPr>
            <p:ph type="subTitle" idx="1"/>
          </p:nvPr>
        </p:nvSpPr>
        <p:spPr>
          <a:xfrm>
            <a:off x="6301200" y="2496471"/>
            <a:ext cx="4930800" cy="36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121917"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867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3733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3733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3733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3733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3733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3733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3733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9" name="Google Shape;59;p5"/>
          <p:cNvSpPr txBox="1">
            <a:spLocks noGrp="1"/>
          </p:cNvSpPr>
          <p:nvPr>
            <p:ph type="subTitle" idx="2"/>
          </p:nvPr>
        </p:nvSpPr>
        <p:spPr>
          <a:xfrm>
            <a:off x="960000" y="2496471"/>
            <a:ext cx="4930800" cy="36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121917"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867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733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733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733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733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733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733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733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subTitle" idx="3"/>
          </p:nvPr>
        </p:nvSpPr>
        <p:spPr>
          <a:xfrm>
            <a:off x="960000" y="1843667"/>
            <a:ext cx="4930800" cy="65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subTitle" idx="4"/>
          </p:nvPr>
        </p:nvSpPr>
        <p:spPr>
          <a:xfrm>
            <a:off x="6301200" y="1843667"/>
            <a:ext cx="4930800" cy="65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62" name="Google Shape;62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7666905">
            <a:off x="5738240" y="4957729"/>
            <a:ext cx="5321497" cy="579393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5"/>
          <p:cNvGrpSpPr/>
          <p:nvPr/>
        </p:nvGrpSpPr>
        <p:grpSpPr>
          <a:xfrm>
            <a:off x="4828653" y="-745529"/>
            <a:ext cx="7363360" cy="8447776"/>
            <a:chOff x="3621490" y="-559147"/>
            <a:chExt cx="5522520" cy="6335832"/>
          </a:xfrm>
        </p:grpSpPr>
        <p:pic>
          <p:nvPicPr>
            <p:cNvPr id="64" name="Google Shape;64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1613369">
              <a:off x="7695024" y="4643452"/>
              <a:ext cx="1320890" cy="882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3621490" y="-559147"/>
              <a:ext cx="796600" cy="8822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6" name="Google Shape;66;p5"/>
          <p:cNvGrpSpPr/>
          <p:nvPr/>
        </p:nvGrpSpPr>
        <p:grpSpPr>
          <a:xfrm>
            <a:off x="-2563465" y="-3170697"/>
            <a:ext cx="16013960" cy="11795593"/>
            <a:chOff x="-1922599" y="-2378023"/>
            <a:chExt cx="12010470" cy="8846695"/>
          </a:xfrm>
        </p:grpSpPr>
        <p:pic>
          <p:nvPicPr>
            <p:cNvPr id="67" name="Google Shape;67;p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-7427685">
              <a:off x="7632471" y="-1010673"/>
              <a:ext cx="2308577" cy="158614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8" name="Google Shape;68;p5"/>
            <p:cNvGrpSpPr/>
            <p:nvPr/>
          </p:nvGrpSpPr>
          <p:grpSpPr>
            <a:xfrm>
              <a:off x="-1922599" y="-2378023"/>
              <a:ext cx="3747552" cy="8846695"/>
              <a:chOff x="-1922599" y="-2378023"/>
              <a:chExt cx="3747552" cy="8846695"/>
            </a:xfrm>
          </p:grpSpPr>
          <p:pic>
            <p:nvPicPr>
              <p:cNvPr id="69" name="Google Shape;69;p5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 rot="-7392115">
                <a:off x="-1779951" y="3892504"/>
                <a:ext cx="2763477" cy="183511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0" name="Google Shape;70;p5"/>
              <p:cNvPicPr preferRelativeResize="0"/>
              <p:nvPr/>
            </p:nvPicPr>
            <p:blipFill>
              <a:blip r:embed="rId8">
                <a:alphaModFix amt="76000"/>
              </a:blip>
              <a:stretch>
                <a:fillRect/>
              </a:stretch>
            </p:blipFill>
            <p:spPr>
              <a:xfrm rot="-5400000">
                <a:off x="-1730709" y="-2442909"/>
                <a:ext cx="3490775" cy="362054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71" name="Google Shape;71;p5"/>
          <p:cNvGrpSpPr/>
          <p:nvPr/>
        </p:nvGrpSpPr>
        <p:grpSpPr>
          <a:xfrm>
            <a:off x="-851653" y="1213938"/>
            <a:ext cx="14263191" cy="1871527"/>
            <a:chOff x="-638740" y="910453"/>
            <a:chExt cx="10697393" cy="1403645"/>
          </a:xfrm>
        </p:grpSpPr>
        <p:pic>
          <p:nvPicPr>
            <p:cNvPr id="72" name="Google Shape;72;p5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 rot="10800000">
              <a:off x="-638740" y="910453"/>
              <a:ext cx="1043875" cy="961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5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8731803" y="1069113"/>
              <a:ext cx="1326850" cy="1244986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902023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77" name="Google Shape;77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3555" y="2893000"/>
            <a:ext cx="6418336" cy="6988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1101" y="6288801"/>
            <a:ext cx="2913268" cy="1683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7293761">
            <a:off x="11581637" y="3680534"/>
            <a:ext cx="1136500" cy="12586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" name="Google Shape;80;p6"/>
          <p:cNvGrpSpPr/>
          <p:nvPr/>
        </p:nvGrpSpPr>
        <p:grpSpPr>
          <a:xfrm>
            <a:off x="-3981055" y="-2728189"/>
            <a:ext cx="18642408" cy="12030144"/>
            <a:chOff x="-2985791" y="-2046142"/>
            <a:chExt cx="13981806" cy="9022608"/>
          </a:xfrm>
        </p:grpSpPr>
        <p:pic>
          <p:nvPicPr>
            <p:cNvPr id="81" name="Google Shape;81;p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3069595">
              <a:off x="7600098" y="-1204751"/>
              <a:ext cx="3167267" cy="21032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6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6438708">
              <a:off x="-2530091" y="-1473399"/>
              <a:ext cx="3167276" cy="32849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-6935066">
              <a:off x="-1650952" y="4042348"/>
              <a:ext cx="3167269" cy="21032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4" name="Google Shape;84;p6"/>
          <p:cNvGrpSpPr/>
          <p:nvPr/>
        </p:nvGrpSpPr>
        <p:grpSpPr>
          <a:xfrm>
            <a:off x="5028902" y="-979803"/>
            <a:ext cx="4949737" cy="8727965"/>
            <a:chOff x="3771676" y="-734852"/>
            <a:chExt cx="3712303" cy="6545974"/>
          </a:xfrm>
        </p:grpSpPr>
        <p:pic>
          <p:nvPicPr>
            <p:cNvPr id="85" name="Google Shape;85;p6"/>
            <p:cNvPicPr preferRelativeResize="0"/>
            <p:nvPr/>
          </p:nvPicPr>
          <p:blipFill>
            <a:blip r:embed="rId8">
              <a:alphaModFix amt="87000"/>
            </a:blip>
            <a:stretch>
              <a:fillRect/>
            </a:stretch>
          </p:blipFill>
          <p:spPr>
            <a:xfrm>
              <a:off x="6440103" y="-734852"/>
              <a:ext cx="1043875" cy="961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6"/>
            <p:cNvPicPr preferRelativeResize="0"/>
            <p:nvPr/>
          </p:nvPicPr>
          <p:blipFill>
            <a:blip r:embed="rId9">
              <a:alphaModFix amt="54000"/>
            </a:blip>
            <a:stretch>
              <a:fillRect/>
            </a:stretch>
          </p:blipFill>
          <p:spPr>
            <a:xfrm>
              <a:off x="3771676" y="4831650"/>
              <a:ext cx="1043876" cy="979472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911521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7"/>
          <p:cNvSpPr txBox="1">
            <a:spLocks noGrp="1"/>
          </p:cNvSpPr>
          <p:nvPr>
            <p:ph type="title"/>
          </p:nvPr>
        </p:nvSpPr>
        <p:spPr>
          <a:xfrm>
            <a:off x="960000" y="589467"/>
            <a:ext cx="9766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" name="Google Shape;90;p7"/>
          <p:cNvSpPr txBox="1">
            <a:spLocks noGrp="1"/>
          </p:cNvSpPr>
          <p:nvPr>
            <p:ph type="subTitle" idx="1"/>
          </p:nvPr>
        </p:nvSpPr>
        <p:spPr>
          <a:xfrm>
            <a:off x="960000" y="1535533"/>
            <a:ext cx="9766000" cy="39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91" name="Google Shape;91;p7"/>
          <p:cNvGrpSpPr/>
          <p:nvPr/>
        </p:nvGrpSpPr>
        <p:grpSpPr>
          <a:xfrm>
            <a:off x="8162123" y="-2141466"/>
            <a:ext cx="7048611" cy="11256356"/>
            <a:chOff x="6121592" y="-1606100"/>
            <a:chExt cx="5286458" cy="8442267"/>
          </a:xfrm>
        </p:grpSpPr>
        <p:pic>
          <p:nvPicPr>
            <p:cNvPr id="92" name="Google Shape;92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21592" y="-1606100"/>
              <a:ext cx="3167267" cy="21032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" name="Google Shape;93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024203">
              <a:off x="7618814" y="3712386"/>
              <a:ext cx="3638626" cy="21032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4" name="Google Shape;94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1138458" y="-513434"/>
            <a:ext cx="1062133" cy="1176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2700000">
            <a:off x="-2142703" y="3783765"/>
            <a:ext cx="5321521" cy="57939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" name="Google Shape;96;p7"/>
          <p:cNvGrpSpPr/>
          <p:nvPr/>
        </p:nvGrpSpPr>
        <p:grpSpPr>
          <a:xfrm>
            <a:off x="3401963" y="-810826"/>
            <a:ext cx="8884431" cy="8227441"/>
            <a:chOff x="2551472" y="-608120"/>
            <a:chExt cx="6663323" cy="6170581"/>
          </a:xfrm>
        </p:grpSpPr>
        <p:pic>
          <p:nvPicPr>
            <p:cNvPr id="97" name="Google Shape;97;p7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551472" y="4600561"/>
              <a:ext cx="1043875" cy="961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" name="Google Shape;98;p7"/>
            <p:cNvPicPr preferRelativeResize="0"/>
            <p:nvPr/>
          </p:nvPicPr>
          <p:blipFill>
            <a:blip r:embed="rId8">
              <a:alphaModFix amt="69000"/>
            </a:blip>
            <a:stretch>
              <a:fillRect/>
            </a:stretch>
          </p:blipFill>
          <p:spPr>
            <a:xfrm rot="9899998">
              <a:off x="7759072" y="-458613"/>
              <a:ext cx="1318127" cy="1236801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883227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8"/>
          <p:cNvSpPr txBox="1">
            <a:spLocks noGrp="1"/>
          </p:cNvSpPr>
          <p:nvPr>
            <p:ph type="title"/>
          </p:nvPr>
        </p:nvSpPr>
        <p:spPr>
          <a:xfrm>
            <a:off x="2192600" y="2374467"/>
            <a:ext cx="7806800" cy="160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EB Garamond"/>
              <a:buNone/>
              <a:defRPr sz="6400">
                <a:latin typeface="EB Garamond"/>
                <a:ea typeface="EB Garamond"/>
                <a:cs typeface="EB Garamond"/>
                <a:sym typeface="EB Garamo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EB Garamond"/>
              <a:buNone/>
              <a:defRPr sz="6400">
                <a:latin typeface="EB Garamond"/>
                <a:ea typeface="EB Garamond"/>
                <a:cs typeface="EB Garamond"/>
                <a:sym typeface="EB Garamo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EB Garamond"/>
              <a:buNone/>
              <a:defRPr sz="6400">
                <a:latin typeface="EB Garamond"/>
                <a:ea typeface="EB Garamond"/>
                <a:cs typeface="EB Garamond"/>
                <a:sym typeface="EB Garamo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EB Garamond"/>
              <a:buNone/>
              <a:defRPr sz="6400">
                <a:latin typeface="EB Garamond"/>
                <a:ea typeface="EB Garamond"/>
                <a:cs typeface="EB Garamond"/>
                <a:sym typeface="EB Garamo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EB Garamond"/>
              <a:buNone/>
              <a:defRPr sz="6400">
                <a:latin typeface="EB Garamond"/>
                <a:ea typeface="EB Garamond"/>
                <a:cs typeface="EB Garamond"/>
                <a:sym typeface="EB Garamo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EB Garamond"/>
              <a:buNone/>
              <a:defRPr sz="6400">
                <a:latin typeface="EB Garamond"/>
                <a:ea typeface="EB Garamond"/>
                <a:cs typeface="EB Garamond"/>
                <a:sym typeface="EB Garamo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EB Garamond"/>
              <a:buNone/>
              <a:defRPr sz="6400">
                <a:latin typeface="EB Garamond"/>
                <a:ea typeface="EB Garamond"/>
                <a:cs typeface="EB Garamond"/>
                <a:sym typeface="EB Garamo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EB Garamond"/>
              <a:buNone/>
              <a:defRPr sz="6400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02" name="Google Shape;102;p8"/>
          <p:cNvGrpSpPr/>
          <p:nvPr/>
        </p:nvGrpSpPr>
        <p:grpSpPr>
          <a:xfrm>
            <a:off x="-2610199" y="-2518379"/>
            <a:ext cx="8961673" cy="13714645"/>
            <a:chOff x="-1957650" y="-1888784"/>
            <a:chExt cx="6721255" cy="10285984"/>
          </a:xfrm>
        </p:grpSpPr>
        <p:pic>
          <p:nvPicPr>
            <p:cNvPr id="103" name="Google Shape;103;p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7666905" flipH="1">
              <a:off x="-171763" y="3316147"/>
              <a:ext cx="3991123" cy="43454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" name="Google Shape;104;p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 flipH="1">
              <a:off x="-1780484" y="-2065950"/>
              <a:ext cx="3991120" cy="434545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5" name="Google Shape;105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 flipH="1">
            <a:off x="6618455" y="-671596"/>
            <a:ext cx="1391833" cy="12825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" name="Google Shape;106;p8"/>
          <p:cNvGrpSpPr/>
          <p:nvPr/>
        </p:nvGrpSpPr>
        <p:grpSpPr>
          <a:xfrm>
            <a:off x="-379321" y="-846111"/>
            <a:ext cx="7317020" cy="7339523"/>
            <a:chOff x="-284491" y="-634583"/>
            <a:chExt cx="5487765" cy="5504642"/>
          </a:xfrm>
        </p:grpSpPr>
        <p:pic>
          <p:nvPicPr>
            <p:cNvPr id="107" name="Google Shape;107;p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613369" flipH="1">
              <a:off x="249100" y="3736827"/>
              <a:ext cx="1320890" cy="882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" name="Google Shape;108;p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7840044" flipH="1">
              <a:off x="-105851" y="-9485"/>
              <a:ext cx="2362876" cy="1556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8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10800000" flipH="1">
              <a:off x="4406674" y="-334335"/>
              <a:ext cx="796600" cy="8822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0" name="Google Shape;110;p8"/>
          <p:cNvGrpSpPr/>
          <p:nvPr/>
        </p:nvGrpSpPr>
        <p:grpSpPr>
          <a:xfrm>
            <a:off x="-2610200" y="-2789697"/>
            <a:ext cx="17822819" cy="13720929"/>
            <a:chOff x="-1957650" y="-2092273"/>
            <a:chExt cx="13367114" cy="10290697"/>
          </a:xfrm>
        </p:grpSpPr>
        <p:pic>
          <p:nvPicPr>
            <p:cNvPr id="111" name="Google Shape;111;p8"/>
            <p:cNvPicPr preferRelativeResize="0"/>
            <p:nvPr/>
          </p:nvPicPr>
          <p:blipFill>
            <a:blip r:embed="rId8">
              <a:alphaModFix amt="75000"/>
            </a:blip>
            <a:stretch>
              <a:fillRect/>
            </a:stretch>
          </p:blipFill>
          <p:spPr>
            <a:xfrm rot="-10799956" flipH="1">
              <a:off x="-1957650" y="857009"/>
              <a:ext cx="3055850" cy="20995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" name="Google Shape;112;p8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 rot="7392123" flipH="1">
              <a:off x="6661918" y="3989918"/>
              <a:ext cx="4514503" cy="29978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8"/>
            <p:cNvPicPr preferRelativeResize="0"/>
            <p:nvPr/>
          </p:nvPicPr>
          <p:blipFill>
            <a:blip r:embed="rId10">
              <a:alphaModFix amt="76000"/>
            </a:blip>
            <a:stretch>
              <a:fillRect/>
            </a:stretch>
          </p:blipFill>
          <p:spPr>
            <a:xfrm rot="5400000" flipH="1">
              <a:off x="6728673" y="-2157159"/>
              <a:ext cx="3490775" cy="3620548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474078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9"/>
          <p:cNvSpPr txBox="1">
            <a:spLocks noGrp="1"/>
          </p:cNvSpPr>
          <p:nvPr>
            <p:ph type="title"/>
          </p:nvPr>
        </p:nvSpPr>
        <p:spPr>
          <a:xfrm>
            <a:off x="960000" y="1884700"/>
            <a:ext cx="5726400" cy="279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333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9"/>
          <p:cNvSpPr txBox="1">
            <a:spLocks noGrp="1"/>
          </p:cNvSpPr>
          <p:nvPr>
            <p:ph type="subTitle" idx="1"/>
          </p:nvPr>
        </p:nvSpPr>
        <p:spPr>
          <a:xfrm>
            <a:off x="960000" y="4678400"/>
            <a:ext cx="5726400" cy="133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18" name="Google Shape;118;p9"/>
          <p:cNvGrpSpPr/>
          <p:nvPr/>
        </p:nvGrpSpPr>
        <p:grpSpPr>
          <a:xfrm rot="10800000">
            <a:off x="7380273" y="-2169685"/>
            <a:ext cx="7189711" cy="11118789"/>
            <a:chOff x="-1261435" y="-1947425"/>
            <a:chExt cx="5392283" cy="8339092"/>
          </a:xfrm>
        </p:grpSpPr>
        <p:pic>
          <p:nvPicPr>
            <p:cNvPr id="119" name="Google Shape;11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963581" y="-1947425"/>
              <a:ext cx="3167267" cy="21032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3024203" flipH="1">
              <a:off x="-1110825" y="3267886"/>
              <a:ext cx="3638626" cy="2103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1" name="Google Shape;121;p9"/>
          <p:cNvGrpSpPr/>
          <p:nvPr/>
        </p:nvGrpSpPr>
        <p:grpSpPr>
          <a:xfrm rot="10800000">
            <a:off x="328375" y="-745361"/>
            <a:ext cx="12188184" cy="8066432"/>
            <a:chOff x="278633" y="-726400"/>
            <a:chExt cx="9141138" cy="6049824"/>
          </a:xfrm>
        </p:grpSpPr>
        <p:pic>
          <p:nvPicPr>
            <p:cNvPr id="122" name="Google Shape;122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278633" y="3767275"/>
              <a:ext cx="2362876" cy="15561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8623171" y="-726400"/>
              <a:ext cx="796600" cy="8822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4" name="Google Shape;124;p9"/>
          <p:cNvGrpSpPr/>
          <p:nvPr/>
        </p:nvGrpSpPr>
        <p:grpSpPr>
          <a:xfrm rot="10800000">
            <a:off x="1448880" y="-810077"/>
            <a:ext cx="11565531" cy="7352541"/>
            <a:chOff x="-94756" y="-142445"/>
            <a:chExt cx="8674148" cy="5514406"/>
          </a:xfrm>
        </p:grpSpPr>
        <p:pic>
          <p:nvPicPr>
            <p:cNvPr id="125" name="Google Shape;125;p9"/>
            <p:cNvPicPr preferRelativeResize="0"/>
            <p:nvPr/>
          </p:nvPicPr>
          <p:blipFill>
            <a:blip r:embed="rId7">
              <a:alphaModFix amt="69000"/>
            </a:blip>
            <a:stretch>
              <a:fillRect/>
            </a:stretch>
          </p:blipFill>
          <p:spPr>
            <a:xfrm rot="-9899998" flipH="1">
              <a:off x="42840" y="7062"/>
              <a:ext cx="1318127" cy="1236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" name="Google Shape;126;p9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 flipH="1">
              <a:off x="7535517" y="4410061"/>
              <a:ext cx="1043875" cy="9619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7" name="Google Shape;127;p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8100000" flipH="1">
            <a:off x="-1457019" y="-3225199"/>
            <a:ext cx="5321521" cy="57939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89275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10"/>
          <p:cNvSpPr txBox="1">
            <a:spLocks noGrp="1"/>
          </p:cNvSpPr>
          <p:nvPr>
            <p:ph type="title"/>
          </p:nvPr>
        </p:nvSpPr>
        <p:spPr>
          <a:xfrm>
            <a:off x="960000" y="4619567"/>
            <a:ext cx="4847200" cy="15252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8758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3" name="Google Shape;133;p11"/>
          <p:cNvGrpSpPr/>
          <p:nvPr/>
        </p:nvGrpSpPr>
        <p:grpSpPr>
          <a:xfrm>
            <a:off x="-2610200" y="-4609997"/>
            <a:ext cx="10147007" cy="13714628"/>
            <a:chOff x="-1957650" y="-3457498"/>
            <a:chExt cx="7610255" cy="10285971"/>
          </a:xfrm>
        </p:grpSpPr>
        <p:pic>
          <p:nvPicPr>
            <p:cNvPr id="134" name="Google Shape;134;p1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3133095">
              <a:off x="717237" y="-2721899"/>
              <a:ext cx="3991123" cy="43454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" name="Google Shape;135;p1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-1780484" y="2660188"/>
              <a:ext cx="3991120" cy="434545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6" name="Google Shape;136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18455" y="5975315"/>
            <a:ext cx="1391833" cy="12825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7" name="Google Shape;137;p11"/>
          <p:cNvGrpSpPr/>
          <p:nvPr/>
        </p:nvGrpSpPr>
        <p:grpSpPr>
          <a:xfrm>
            <a:off x="-379321" y="-707188"/>
            <a:ext cx="12571325" cy="8139551"/>
            <a:chOff x="-284491" y="-530391"/>
            <a:chExt cx="9428494" cy="6104663"/>
          </a:xfrm>
        </p:grpSpPr>
        <p:pic>
          <p:nvPicPr>
            <p:cNvPr id="138" name="Google Shape;138;p1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80850" y="98388"/>
              <a:ext cx="1320889" cy="882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" name="Google Shape;139;p1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2959956">
              <a:off x="-105851" y="3393025"/>
              <a:ext cx="2362876" cy="1556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" name="Google Shape;140;p1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2257247">
              <a:off x="5882612" y="313408"/>
              <a:ext cx="3202202" cy="1284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1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406674" y="4391800"/>
              <a:ext cx="796600" cy="8822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2" name="Google Shape;142;p11"/>
          <p:cNvGrpSpPr/>
          <p:nvPr/>
        </p:nvGrpSpPr>
        <p:grpSpPr>
          <a:xfrm>
            <a:off x="8571834" y="-4344978"/>
            <a:ext cx="6640785" cy="13720929"/>
            <a:chOff x="6428875" y="-3258734"/>
            <a:chExt cx="4980589" cy="10290697"/>
          </a:xfrm>
        </p:grpSpPr>
        <p:pic>
          <p:nvPicPr>
            <p:cNvPr id="143" name="Google Shape;143;p11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 rot="3407877">
              <a:off x="6661918" y="-2048128"/>
              <a:ext cx="4514503" cy="29978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11"/>
            <p:cNvPicPr preferRelativeResize="0"/>
            <p:nvPr/>
          </p:nvPicPr>
          <p:blipFill>
            <a:blip r:embed="rId10">
              <a:alphaModFix amt="75000"/>
            </a:blip>
            <a:stretch>
              <a:fillRect/>
            </a:stretch>
          </p:blipFill>
          <p:spPr>
            <a:xfrm rot="-44">
              <a:off x="7816150" y="2218421"/>
              <a:ext cx="3055850" cy="20995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11"/>
            <p:cNvPicPr preferRelativeResize="0"/>
            <p:nvPr/>
          </p:nvPicPr>
          <p:blipFill>
            <a:blip r:embed="rId11">
              <a:alphaModFix amt="76000"/>
            </a:blip>
            <a:stretch>
              <a:fillRect/>
            </a:stretch>
          </p:blipFill>
          <p:spPr>
            <a:xfrm rot="5400000">
              <a:off x="6728673" y="3476301"/>
              <a:ext cx="3490775" cy="36205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6" name="Google Shape;146;p11"/>
          <p:cNvSpPr txBox="1">
            <a:spLocks noGrp="1"/>
          </p:cNvSpPr>
          <p:nvPr>
            <p:ph type="title" hasCustomPrompt="1"/>
          </p:nvPr>
        </p:nvSpPr>
        <p:spPr>
          <a:xfrm>
            <a:off x="2752600" y="2243272"/>
            <a:ext cx="6686800" cy="16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8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Font typeface="EB Garamond"/>
              <a:buNone/>
              <a:defRPr sz="12800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Font typeface="EB Garamond"/>
              <a:buNone/>
              <a:defRPr sz="12800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Font typeface="EB Garamond"/>
              <a:buNone/>
              <a:defRPr sz="12800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Font typeface="EB Garamond"/>
              <a:buNone/>
              <a:defRPr sz="12800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Font typeface="EB Garamond"/>
              <a:buNone/>
              <a:defRPr sz="12800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Font typeface="EB Garamond"/>
              <a:buNone/>
              <a:defRPr sz="12800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Font typeface="EB Garamond"/>
              <a:buNone/>
              <a:defRPr sz="12800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Font typeface="EB Garamond"/>
              <a:buNone/>
              <a:defRPr sz="12800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t>xx%</a:t>
            </a:r>
          </a:p>
        </p:txBody>
      </p:sp>
      <p:sp>
        <p:nvSpPr>
          <p:cNvPr id="147" name="Google Shape;147;p11"/>
          <p:cNvSpPr txBox="1">
            <a:spLocks noGrp="1"/>
          </p:cNvSpPr>
          <p:nvPr>
            <p:ph type="subTitle" idx="1"/>
          </p:nvPr>
        </p:nvSpPr>
        <p:spPr>
          <a:xfrm>
            <a:off x="2752600" y="3838667"/>
            <a:ext cx="6686800" cy="485200"/>
          </a:xfrm>
          <a:prstGeom prst="rect">
            <a:avLst/>
          </a:prstGeom>
          <a:solidFill>
            <a:srgbClr val="EBB59E">
              <a:alpha val="2813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21695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55522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13"/>
          <p:cNvGrpSpPr/>
          <p:nvPr/>
        </p:nvGrpSpPr>
        <p:grpSpPr>
          <a:xfrm>
            <a:off x="1531181" y="6269334"/>
            <a:ext cx="5049792" cy="4287909"/>
            <a:chOff x="1148386" y="4702000"/>
            <a:chExt cx="3787344" cy="3215932"/>
          </a:xfrm>
        </p:grpSpPr>
        <p:pic>
          <p:nvPicPr>
            <p:cNvPr id="152" name="Google Shape;152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48386" y="4702000"/>
              <a:ext cx="2027866" cy="21032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>
              <a:off x="2300473" y="5282675"/>
              <a:ext cx="3167267" cy="210324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4" name="Google Shape;154;p13"/>
          <p:cNvGrpSpPr/>
          <p:nvPr/>
        </p:nvGrpSpPr>
        <p:grpSpPr>
          <a:xfrm>
            <a:off x="9420622" y="-923099"/>
            <a:ext cx="3244261" cy="2467464"/>
            <a:chOff x="7065466" y="-692324"/>
            <a:chExt cx="2433196" cy="1850598"/>
          </a:xfrm>
        </p:grpSpPr>
        <p:pic>
          <p:nvPicPr>
            <p:cNvPr id="155" name="Google Shape;155;p1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5400000">
              <a:off x="8156325" y="-184062"/>
              <a:ext cx="1850598" cy="834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" name="Google Shape;156;p13"/>
            <p:cNvPicPr preferRelativeResize="0"/>
            <p:nvPr/>
          </p:nvPicPr>
          <p:blipFill>
            <a:blip r:embed="rId6">
              <a:alphaModFix amt="63000"/>
            </a:blip>
            <a:stretch>
              <a:fillRect/>
            </a:stretch>
          </p:blipFill>
          <p:spPr>
            <a:xfrm>
              <a:off x="7065466" y="-604789"/>
              <a:ext cx="1043875" cy="961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7" name="Google Shape;157;p13"/>
          <p:cNvGrpSpPr/>
          <p:nvPr/>
        </p:nvGrpSpPr>
        <p:grpSpPr>
          <a:xfrm>
            <a:off x="-4982591" y="-4516671"/>
            <a:ext cx="22688489" cy="14171612"/>
            <a:chOff x="-3736944" y="-3387504"/>
            <a:chExt cx="17016367" cy="10628709"/>
          </a:xfrm>
        </p:grpSpPr>
        <p:pic>
          <p:nvPicPr>
            <p:cNvPr id="158" name="Google Shape;158;p1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2007324">
              <a:off x="8095575" y="1814813"/>
              <a:ext cx="4258574" cy="46366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1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-4555981">
              <a:off x="-3099888" y="-3076913"/>
              <a:ext cx="4258574" cy="46366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0" name="Google Shape;160;p13"/>
          <p:cNvGrpSpPr/>
          <p:nvPr/>
        </p:nvGrpSpPr>
        <p:grpSpPr>
          <a:xfrm>
            <a:off x="838523" y="-2579038"/>
            <a:ext cx="11235373" cy="10328639"/>
            <a:chOff x="628892" y="-1934279"/>
            <a:chExt cx="8426530" cy="7746479"/>
          </a:xfrm>
        </p:grpSpPr>
        <p:pic>
          <p:nvPicPr>
            <p:cNvPr id="161" name="Google Shape;161;p13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 rot="9275489">
              <a:off x="769875" y="-1204660"/>
              <a:ext cx="3739115" cy="15000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13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6874648" y="4608575"/>
              <a:ext cx="1086799" cy="1203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13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 rot="3449620">
              <a:off x="7863247" y="-389063"/>
              <a:ext cx="1135050" cy="7581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4" name="Google Shape;164;p13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5" name="Google Shape;165;p13"/>
          <p:cNvSpPr txBox="1">
            <a:spLocks noGrp="1"/>
          </p:cNvSpPr>
          <p:nvPr>
            <p:ph type="subTitle" idx="1"/>
          </p:nvPr>
        </p:nvSpPr>
        <p:spPr>
          <a:xfrm>
            <a:off x="950967" y="2763705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13"/>
          <p:cNvSpPr txBox="1">
            <a:spLocks noGrp="1"/>
          </p:cNvSpPr>
          <p:nvPr>
            <p:ph type="subTitle" idx="2"/>
          </p:nvPr>
        </p:nvSpPr>
        <p:spPr>
          <a:xfrm>
            <a:off x="950967" y="5083776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13"/>
          <p:cNvSpPr txBox="1">
            <a:spLocks noGrp="1"/>
          </p:cNvSpPr>
          <p:nvPr>
            <p:ph type="subTitle" idx="3"/>
          </p:nvPr>
        </p:nvSpPr>
        <p:spPr>
          <a:xfrm>
            <a:off x="4559000" y="5083776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13"/>
          <p:cNvSpPr txBox="1">
            <a:spLocks noGrp="1"/>
          </p:cNvSpPr>
          <p:nvPr>
            <p:ph type="subTitle" idx="4"/>
          </p:nvPr>
        </p:nvSpPr>
        <p:spPr>
          <a:xfrm>
            <a:off x="4559000" y="2763705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13"/>
          <p:cNvSpPr txBox="1">
            <a:spLocks noGrp="1"/>
          </p:cNvSpPr>
          <p:nvPr>
            <p:ph type="title" idx="5" hasCustomPrompt="1"/>
          </p:nvPr>
        </p:nvSpPr>
        <p:spPr>
          <a:xfrm>
            <a:off x="1887167" y="1513517"/>
            <a:ext cx="1201600" cy="71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t>xx%</a:t>
            </a:r>
          </a:p>
        </p:txBody>
      </p:sp>
      <p:sp>
        <p:nvSpPr>
          <p:cNvPr id="170" name="Google Shape;170;p13"/>
          <p:cNvSpPr txBox="1">
            <a:spLocks noGrp="1"/>
          </p:cNvSpPr>
          <p:nvPr>
            <p:ph type="title" idx="6" hasCustomPrompt="1"/>
          </p:nvPr>
        </p:nvSpPr>
        <p:spPr>
          <a:xfrm>
            <a:off x="5495200" y="3833600"/>
            <a:ext cx="1201600" cy="71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t>xx%</a:t>
            </a:r>
          </a:p>
        </p:txBody>
      </p:sp>
      <p:sp>
        <p:nvSpPr>
          <p:cNvPr id="171" name="Google Shape;171;p13"/>
          <p:cNvSpPr txBox="1">
            <a:spLocks noGrp="1"/>
          </p:cNvSpPr>
          <p:nvPr>
            <p:ph type="title" idx="7" hasCustomPrompt="1"/>
          </p:nvPr>
        </p:nvSpPr>
        <p:spPr>
          <a:xfrm>
            <a:off x="1887167" y="3833600"/>
            <a:ext cx="1201600" cy="71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t>xx%</a:t>
            </a:r>
          </a:p>
        </p:txBody>
      </p:sp>
      <p:sp>
        <p:nvSpPr>
          <p:cNvPr id="172" name="Google Shape;172;p13"/>
          <p:cNvSpPr txBox="1">
            <a:spLocks noGrp="1"/>
          </p:cNvSpPr>
          <p:nvPr>
            <p:ph type="title" idx="8" hasCustomPrompt="1"/>
          </p:nvPr>
        </p:nvSpPr>
        <p:spPr>
          <a:xfrm>
            <a:off x="5495200" y="1513517"/>
            <a:ext cx="1201600" cy="71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t>xx%</a:t>
            </a:r>
          </a:p>
        </p:txBody>
      </p:sp>
      <p:sp>
        <p:nvSpPr>
          <p:cNvPr id="173" name="Google Shape;173;p13"/>
          <p:cNvSpPr txBox="1">
            <a:spLocks noGrp="1"/>
          </p:cNvSpPr>
          <p:nvPr>
            <p:ph type="subTitle" idx="9"/>
          </p:nvPr>
        </p:nvSpPr>
        <p:spPr>
          <a:xfrm>
            <a:off x="8167033" y="5083776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13"/>
          <p:cNvSpPr txBox="1">
            <a:spLocks noGrp="1"/>
          </p:cNvSpPr>
          <p:nvPr>
            <p:ph type="subTitle" idx="13"/>
          </p:nvPr>
        </p:nvSpPr>
        <p:spPr>
          <a:xfrm>
            <a:off x="8167033" y="2763705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13"/>
          <p:cNvSpPr txBox="1">
            <a:spLocks noGrp="1"/>
          </p:cNvSpPr>
          <p:nvPr>
            <p:ph type="title" idx="14" hasCustomPrompt="1"/>
          </p:nvPr>
        </p:nvSpPr>
        <p:spPr>
          <a:xfrm>
            <a:off x="9103233" y="3833600"/>
            <a:ext cx="1201600" cy="71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t>xx%</a:t>
            </a:r>
          </a:p>
        </p:txBody>
      </p:sp>
      <p:sp>
        <p:nvSpPr>
          <p:cNvPr id="176" name="Google Shape;176;p13"/>
          <p:cNvSpPr txBox="1">
            <a:spLocks noGrp="1"/>
          </p:cNvSpPr>
          <p:nvPr>
            <p:ph type="title" idx="15" hasCustomPrompt="1"/>
          </p:nvPr>
        </p:nvSpPr>
        <p:spPr>
          <a:xfrm>
            <a:off x="9103233" y="1513517"/>
            <a:ext cx="1201600" cy="71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t>xx%</a:t>
            </a:r>
          </a:p>
        </p:txBody>
      </p:sp>
      <p:sp>
        <p:nvSpPr>
          <p:cNvPr id="177" name="Google Shape;177;p13"/>
          <p:cNvSpPr txBox="1">
            <a:spLocks noGrp="1"/>
          </p:cNvSpPr>
          <p:nvPr>
            <p:ph type="subTitle" idx="16"/>
          </p:nvPr>
        </p:nvSpPr>
        <p:spPr>
          <a:xfrm>
            <a:off x="950967" y="2271733"/>
            <a:ext cx="3074000" cy="5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13"/>
          <p:cNvSpPr txBox="1">
            <a:spLocks noGrp="1"/>
          </p:cNvSpPr>
          <p:nvPr>
            <p:ph type="subTitle" idx="17"/>
          </p:nvPr>
        </p:nvSpPr>
        <p:spPr>
          <a:xfrm>
            <a:off x="950967" y="4591700"/>
            <a:ext cx="3074000" cy="5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13"/>
          <p:cNvSpPr txBox="1">
            <a:spLocks noGrp="1"/>
          </p:cNvSpPr>
          <p:nvPr>
            <p:ph type="subTitle" idx="18"/>
          </p:nvPr>
        </p:nvSpPr>
        <p:spPr>
          <a:xfrm>
            <a:off x="4559000" y="4591700"/>
            <a:ext cx="3074000" cy="5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13"/>
          <p:cNvSpPr txBox="1">
            <a:spLocks noGrp="1"/>
          </p:cNvSpPr>
          <p:nvPr>
            <p:ph type="subTitle" idx="19"/>
          </p:nvPr>
        </p:nvSpPr>
        <p:spPr>
          <a:xfrm>
            <a:off x="4559000" y="2271733"/>
            <a:ext cx="3074000" cy="5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13"/>
          <p:cNvSpPr txBox="1">
            <a:spLocks noGrp="1"/>
          </p:cNvSpPr>
          <p:nvPr>
            <p:ph type="subTitle" idx="20"/>
          </p:nvPr>
        </p:nvSpPr>
        <p:spPr>
          <a:xfrm>
            <a:off x="8167033" y="4591700"/>
            <a:ext cx="3074000" cy="5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13"/>
          <p:cNvSpPr txBox="1">
            <a:spLocks noGrp="1"/>
          </p:cNvSpPr>
          <p:nvPr>
            <p:ph type="subTitle" idx="21"/>
          </p:nvPr>
        </p:nvSpPr>
        <p:spPr>
          <a:xfrm>
            <a:off x="8167033" y="2271733"/>
            <a:ext cx="3074000" cy="5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752756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5" name="Google Shape;185;p14"/>
          <p:cNvGrpSpPr/>
          <p:nvPr/>
        </p:nvGrpSpPr>
        <p:grpSpPr>
          <a:xfrm>
            <a:off x="-2415713" y="-2141466"/>
            <a:ext cx="7034511" cy="11679689"/>
            <a:chOff x="-1811785" y="-1606100"/>
            <a:chExt cx="5275883" cy="8759767"/>
          </a:xfrm>
        </p:grpSpPr>
        <p:pic>
          <p:nvPicPr>
            <p:cNvPr id="186" name="Google Shape;186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296831" y="-1606100"/>
              <a:ext cx="3167267" cy="21032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3024203" flipH="1">
              <a:off x="-1661175" y="4029886"/>
              <a:ext cx="3638626" cy="2103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8" name="Google Shape;188;p14"/>
          <p:cNvGrpSpPr/>
          <p:nvPr/>
        </p:nvGrpSpPr>
        <p:grpSpPr>
          <a:xfrm>
            <a:off x="1547578" y="-513433"/>
            <a:ext cx="9586884" cy="7371432"/>
            <a:chOff x="1160683" y="-385075"/>
            <a:chExt cx="7190163" cy="5528574"/>
          </a:xfrm>
        </p:grpSpPr>
        <p:pic>
          <p:nvPicPr>
            <p:cNvPr id="189" name="Google Shape;189;p1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1160683" y="3587350"/>
              <a:ext cx="2362876" cy="15561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" name="Google Shape;190;p1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7554246" y="-385075"/>
              <a:ext cx="796600" cy="8822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1" name="Google Shape;191;p14"/>
          <p:cNvGrpSpPr/>
          <p:nvPr/>
        </p:nvGrpSpPr>
        <p:grpSpPr>
          <a:xfrm>
            <a:off x="522759" y="-867260"/>
            <a:ext cx="8856197" cy="8283875"/>
            <a:chOff x="392069" y="-650445"/>
            <a:chExt cx="6642148" cy="6212906"/>
          </a:xfrm>
        </p:grpSpPr>
        <p:pic>
          <p:nvPicPr>
            <p:cNvPr id="192" name="Google Shape;192;p14"/>
            <p:cNvPicPr preferRelativeResize="0"/>
            <p:nvPr/>
          </p:nvPicPr>
          <p:blipFill>
            <a:blip r:embed="rId7">
              <a:alphaModFix amt="69000"/>
            </a:blip>
            <a:stretch>
              <a:fillRect/>
            </a:stretch>
          </p:blipFill>
          <p:spPr>
            <a:xfrm rot="-9899998" flipH="1">
              <a:off x="529665" y="-500938"/>
              <a:ext cx="1318127" cy="1236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" name="Google Shape;193;p14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 flipH="1">
              <a:off x="5990342" y="4600561"/>
              <a:ext cx="1043875" cy="9619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4" name="Google Shape;194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-2700000" flipH="1">
            <a:off x="9870202" y="3586232"/>
            <a:ext cx="5321521" cy="5793971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4"/>
          <p:cNvSpPr txBox="1">
            <a:spLocks noGrp="1"/>
          </p:cNvSpPr>
          <p:nvPr>
            <p:ph type="title"/>
          </p:nvPr>
        </p:nvSpPr>
        <p:spPr>
          <a:xfrm>
            <a:off x="1232000" y="4327916"/>
            <a:ext cx="9728400" cy="7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6" name="Google Shape;196;p14"/>
          <p:cNvSpPr txBox="1">
            <a:spLocks noGrp="1"/>
          </p:cNvSpPr>
          <p:nvPr>
            <p:ph type="subTitle" idx="1"/>
          </p:nvPr>
        </p:nvSpPr>
        <p:spPr>
          <a:xfrm>
            <a:off x="1232000" y="1696000"/>
            <a:ext cx="9728400" cy="24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039106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200" name="Google Shape;20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3019615">
            <a:off x="6425503" y="-4369802"/>
            <a:ext cx="5678096" cy="61822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1" name="Google Shape;201;p15"/>
          <p:cNvGrpSpPr/>
          <p:nvPr/>
        </p:nvGrpSpPr>
        <p:grpSpPr>
          <a:xfrm>
            <a:off x="5239166" y="5180289"/>
            <a:ext cx="9006815" cy="4179959"/>
            <a:chOff x="3929374" y="3885216"/>
            <a:chExt cx="6755111" cy="3134969"/>
          </a:xfrm>
        </p:grpSpPr>
        <p:pic>
          <p:nvPicPr>
            <p:cNvPr id="202" name="Google Shape;202;p15"/>
            <p:cNvPicPr preferRelativeResize="0"/>
            <p:nvPr/>
          </p:nvPicPr>
          <p:blipFill>
            <a:blip r:embed="rId4">
              <a:alphaModFix amt="75000"/>
            </a:blip>
            <a:stretch>
              <a:fillRect/>
            </a:stretch>
          </p:blipFill>
          <p:spPr>
            <a:xfrm rot="9482569">
              <a:off x="7238874" y="4401077"/>
              <a:ext cx="3167267" cy="21032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" name="Google Shape;203;p1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929374" y="4710175"/>
              <a:ext cx="2027866" cy="210324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4" name="Google Shape;204;p15"/>
          <p:cNvGrpSpPr/>
          <p:nvPr/>
        </p:nvGrpSpPr>
        <p:grpSpPr>
          <a:xfrm>
            <a:off x="-861261" y="805802"/>
            <a:ext cx="14247959" cy="6404564"/>
            <a:chOff x="-645946" y="604351"/>
            <a:chExt cx="10685969" cy="4803423"/>
          </a:xfrm>
        </p:grpSpPr>
        <p:pic>
          <p:nvPicPr>
            <p:cNvPr id="205" name="Google Shape;205;p15"/>
            <p:cNvPicPr preferRelativeResize="0"/>
            <p:nvPr/>
          </p:nvPicPr>
          <p:blipFill>
            <a:blip r:embed="rId6">
              <a:alphaModFix amt="79000"/>
            </a:blip>
            <a:stretch>
              <a:fillRect/>
            </a:stretch>
          </p:blipFill>
          <p:spPr>
            <a:xfrm rot="-2700000">
              <a:off x="8648331" y="858130"/>
              <a:ext cx="1174132" cy="11016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15"/>
            <p:cNvPicPr preferRelativeResize="0"/>
            <p:nvPr/>
          </p:nvPicPr>
          <p:blipFill>
            <a:blip r:embed="rId7">
              <a:alphaModFix amt="63000"/>
            </a:blip>
            <a:stretch>
              <a:fillRect/>
            </a:stretch>
          </p:blipFill>
          <p:spPr>
            <a:xfrm>
              <a:off x="-645946" y="4445873"/>
              <a:ext cx="1043875" cy="961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7" name="Google Shape;207;p15"/>
          <p:cNvGrpSpPr/>
          <p:nvPr/>
        </p:nvGrpSpPr>
        <p:grpSpPr>
          <a:xfrm>
            <a:off x="-606940" y="-1150861"/>
            <a:ext cx="9568069" cy="8491492"/>
            <a:chOff x="-455205" y="-863146"/>
            <a:chExt cx="7176052" cy="6368619"/>
          </a:xfrm>
        </p:grpSpPr>
        <p:pic>
          <p:nvPicPr>
            <p:cNvPr id="208" name="Google Shape;208;p15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5585798" y="4747374"/>
              <a:ext cx="1135050" cy="75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" name="Google Shape;209;p15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 rot="5399987" flipH="1">
              <a:off x="-842533" y="-475814"/>
              <a:ext cx="2268940" cy="1494276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2857541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213" name="Google Shape;21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-4445312" y="3807100"/>
            <a:ext cx="5321493" cy="5793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 flipH="1">
            <a:off x="7752989" y="6288004"/>
            <a:ext cx="1391833" cy="12825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16"/>
          <p:cNvGrpSpPr/>
          <p:nvPr/>
        </p:nvGrpSpPr>
        <p:grpSpPr>
          <a:xfrm>
            <a:off x="-1463055" y="3705094"/>
            <a:ext cx="15154875" cy="4991057"/>
            <a:chOff x="-1097291" y="2778820"/>
            <a:chExt cx="11366156" cy="3743293"/>
          </a:xfrm>
        </p:grpSpPr>
        <p:pic>
          <p:nvPicPr>
            <p:cNvPr id="216" name="Google Shape;216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7840044" flipH="1">
              <a:off x="-918651" y="4340865"/>
              <a:ext cx="2362876" cy="1556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p1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8542753" flipH="1">
              <a:off x="7007474" y="3622619"/>
              <a:ext cx="3202202" cy="1284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" name="Google Shape;218;p16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10800000" flipH="1">
              <a:off x="5346474" y="4755828"/>
              <a:ext cx="796600" cy="8822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9" name="Google Shape;219;p16"/>
          <p:cNvGrpSpPr/>
          <p:nvPr/>
        </p:nvGrpSpPr>
        <p:grpSpPr>
          <a:xfrm>
            <a:off x="-1543467" y="-4549056"/>
            <a:ext cx="16094632" cy="8057723"/>
            <a:chOff x="-1157600" y="-3411792"/>
            <a:chExt cx="12070974" cy="6043292"/>
          </a:xfrm>
        </p:grpSpPr>
        <p:pic>
          <p:nvPicPr>
            <p:cNvPr id="220" name="Google Shape;220;p16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 rot="-10799956" flipH="1">
              <a:off x="-1157600" y="-1654591"/>
              <a:ext cx="3055850" cy="20995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" name="Google Shape;221;p16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 rot="3029897" flipH="1">
              <a:off x="8487966" y="153131"/>
              <a:ext cx="1975439" cy="20979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16"/>
            <p:cNvPicPr preferRelativeResize="0"/>
            <p:nvPr/>
          </p:nvPicPr>
          <p:blipFill>
            <a:blip r:embed="rId10">
              <a:alphaModFix amt="76000"/>
            </a:blip>
            <a:stretch>
              <a:fillRect/>
            </a:stretch>
          </p:blipFill>
          <p:spPr>
            <a:xfrm rot="-10455859" flipH="1">
              <a:off x="45324" y="-3246422"/>
              <a:ext cx="3490776" cy="3620549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7341868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5" name="Google Shape;225;p17"/>
          <p:cNvGrpSpPr/>
          <p:nvPr/>
        </p:nvGrpSpPr>
        <p:grpSpPr>
          <a:xfrm>
            <a:off x="-1906701" y="-1701613"/>
            <a:ext cx="15436775" cy="8953976"/>
            <a:chOff x="-1430026" y="-1276210"/>
            <a:chExt cx="11577581" cy="6715482"/>
          </a:xfrm>
        </p:grpSpPr>
        <p:pic>
          <p:nvPicPr>
            <p:cNvPr id="226" name="Google Shape;226;p17"/>
            <p:cNvPicPr preferRelativeResize="0"/>
            <p:nvPr/>
          </p:nvPicPr>
          <p:blipFill>
            <a:blip r:embed="rId3">
              <a:alphaModFix amt="75000"/>
            </a:blip>
            <a:stretch>
              <a:fillRect/>
            </a:stretch>
          </p:blipFill>
          <p:spPr>
            <a:xfrm rot="5400000">
              <a:off x="7512298" y="-744200"/>
              <a:ext cx="3167267" cy="21032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7" name="Google Shape;227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1430026" y="3336025"/>
              <a:ext cx="2027866" cy="210324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28" name="Google Shape;22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370385">
            <a:off x="8250266" y="3583567"/>
            <a:ext cx="5678100" cy="61822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9" name="Google Shape;229;p17"/>
          <p:cNvGrpSpPr/>
          <p:nvPr/>
        </p:nvGrpSpPr>
        <p:grpSpPr>
          <a:xfrm>
            <a:off x="-883828" y="-1368499"/>
            <a:ext cx="12517725" cy="6292531"/>
            <a:chOff x="-662871" y="-1026374"/>
            <a:chExt cx="9388294" cy="4719398"/>
          </a:xfrm>
        </p:grpSpPr>
        <p:pic>
          <p:nvPicPr>
            <p:cNvPr id="230" name="Google Shape;230;p17"/>
            <p:cNvPicPr preferRelativeResize="0"/>
            <p:nvPr/>
          </p:nvPicPr>
          <p:blipFill>
            <a:blip r:embed="rId6">
              <a:alphaModFix amt="79000"/>
            </a:blip>
            <a:stretch>
              <a:fillRect/>
            </a:stretch>
          </p:blipFill>
          <p:spPr>
            <a:xfrm rot="-2700000">
              <a:off x="7333731" y="-772595"/>
              <a:ext cx="1174132" cy="11016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17"/>
            <p:cNvPicPr preferRelativeResize="0"/>
            <p:nvPr/>
          </p:nvPicPr>
          <p:blipFill>
            <a:blip r:embed="rId7">
              <a:alphaModFix amt="63000"/>
            </a:blip>
            <a:stretch>
              <a:fillRect/>
            </a:stretch>
          </p:blipFill>
          <p:spPr>
            <a:xfrm>
              <a:off x="-662871" y="2731123"/>
              <a:ext cx="1043875" cy="961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2" name="Google Shape;232;p17"/>
          <p:cNvGrpSpPr/>
          <p:nvPr/>
        </p:nvGrpSpPr>
        <p:grpSpPr>
          <a:xfrm>
            <a:off x="-1771997" y="-1875009"/>
            <a:ext cx="12956511" cy="8502543"/>
            <a:chOff x="-1328998" y="-1406257"/>
            <a:chExt cx="9717383" cy="6376907"/>
          </a:xfrm>
        </p:grpSpPr>
        <p:pic>
          <p:nvPicPr>
            <p:cNvPr id="233" name="Google Shape;233;p17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-840402" y="4008599"/>
              <a:ext cx="1135050" cy="75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4" name="Google Shape;234;p17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7453210" y="3934950"/>
              <a:ext cx="935175" cy="10357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5" name="Google Shape;235;p17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 rot="7518071" flipH="1">
              <a:off x="-1144794" y="-546976"/>
              <a:ext cx="3193620" cy="21032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6" name="Google Shape;236;p17"/>
          <p:cNvSpPr txBox="1">
            <a:spLocks noGrp="1"/>
          </p:cNvSpPr>
          <p:nvPr>
            <p:ph type="title"/>
          </p:nvPr>
        </p:nvSpPr>
        <p:spPr>
          <a:xfrm>
            <a:off x="6096200" y="2175433"/>
            <a:ext cx="5150400" cy="144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7" name="Google Shape;237;p17"/>
          <p:cNvSpPr txBox="1">
            <a:spLocks noGrp="1"/>
          </p:cNvSpPr>
          <p:nvPr>
            <p:ph type="subTitle" idx="1"/>
          </p:nvPr>
        </p:nvSpPr>
        <p:spPr>
          <a:xfrm>
            <a:off x="6096200" y="3568167"/>
            <a:ext cx="5150400" cy="11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8" name="Google Shape;238;p17"/>
          <p:cNvSpPr>
            <a:spLocks noGrp="1"/>
          </p:cNvSpPr>
          <p:nvPr>
            <p:ph type="pic" idx="2"/>
          </p:nvPr>
        </p:nvSpPr>
        <p:spPr>
          <a:xfrm flipH="1">
            <a:off x="1521749" y="711817"/>
            <a:ext cx="3880000" cy="5434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7870373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8"/>
          <p:cNvSpPr txBox="1">
            <a:spLocks noGrp="1"/>
          </p:cNvSpPr>
          <p:nvPr>
            <p:ph type="title"/>
          </p:nvPr>
        </p:nvSpPr>
        <p:spPr>
          <a:xfrm>
            <a:off x="960000" y="2491567"/>
            <a:ext cx="4797200" cy="80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2" name="Google Shape;242;p18"/>
          <p:cNvSpPr txBox="1">
            <a:spLocks noGrp="1"/>
          </p:cNvSpPr>
          <p:nvPr>
            <p:ph type="subTitle" idx="1"/>
          </p:nvPr>
        </p:nvSpPr>
        <p:spPr>
          <a:xfrm>
            <a:off x="960000" y="3292833"/>
            <a:ext cx="4797200" cy="10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43" name="Google Shape;24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1014567" y="3969867"/>
            <a:ext cx="2913268" cy="1683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7293761">
            <a:off x="11537303" y="5079068"/>
            <a:ext cx="1136500" cy="12586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5" name="Google Shape;245;p18"/>
          <p:cNvGrpSpPr/>
          <p:nvPr/>
        </p:nvGrpSpPr>
        <p:grpSpPr>
          <a:xfrm>
            <a:off x="-4065754" y="-3214689"/>
            <a:ext cx="12379308" cy="12516644"/>
            <a:chOff x="-3049316" y="-2411017"/>
            <a:chExt cx="9284481" cy="9387483"/>
          </a:xfrm>
        </p:grpSpPr>
        <p:pic>
          <p:nvPicPr>
            <p:cNvPr id="246" name="Google Shape;246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3069595">
              <a:off x="2839248" y="-1569626"/>
              <a:ext cx="3167267" cy="21032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1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6438708">
              <a:off x="-2593616" y="2061451"/>
              <a:ext cx="3167276" cy="32849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6935066">
              <a:off x="-1650952" y="4042348"/>
              <a:ext cx="3167269" cy="21032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9" name="Google Shape;249;p18"/>
          <p:cNvGrpSpPr/>
          <p:nvPr/>
        </p:nvGrpSpPr>
        <p:grpSpPr>
          <a:xfrm>
            <a:off x="3815368" y="-782269"/>
            <a:ext cx="5415371" cy="8356732"/>
            <a:chOff x="2861526" y="-586702"/>
            <a:chExt cx="4061528" cy="6267549"/>
          </a:xfrm>
        </p:grpSpPr>
        <p:pic>
          <p:nvPicPr>
            <p:cNvPr id="250" name="Google Shape;250;p18"/>
            <p:cNvPicPr preferRelativeResize="0"/>
            <p:nvPr/>
          </p:nvPicPr>
          <p:blipFill>
            <a:blip r:embed="rId7">
              <a:alphaModFix amt="87000"/>
            </a:blip>
            <a:stretch>
              <a:fillRect/>
            </a:stretch>
          </p:blipFill>
          <p:spPr>
            <a:xfrm>
              <a:off x="5879178" y="-586702"/>
              <a:ext cx="1043875" cy="961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" name="Google Shape;251;p18"/>
            <p:cNvPicPr preferRelativeResize="0"/>
            <p:nvPr/>
          </p:nvPicPr>
          <p:blipFill>
            <a:blip r:embed="rId8">
              <a:alphaModFix amt="54000"/>
            </a:blip>
            <a:stretch>
              <a:fillRect/>
            </a:stretch>
          </p:blipFill>
          <p:spPr>
            <a:xfrm>
              <a:off x="2861526" y="4701375"/>
              <a:ext cx="1043876" cy="979472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0013549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55" name="Google Shape;255;p19"/>
          <p:cNvSpPr txBox="1">
            <a:spLocks noGrp="1"/>
          </p:cNvSpPr>
          <p:nvPr>
            <p:ph type="body" idx="1"/>
          </p:nvPr>
        </p:nvSpPr>
        <p:spPr>
          <a:xfrm>
            <a:off x="960000" y="1442633"/>
            <a:ext cx="5692400" cy="470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gtree Light"/>
              <a:buChar char="●"/>
              <a:defRPr/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Figtree Light"/>
              <a:buChar char="○"/>
              <a:defRPr/>
            </a:lvl2pPr>
            <a:lvl3pPr marL="1828754" lvl="2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Figtree Light"/>
              <a:buChar char="■"/>
              <a:defRPr/>
            </a:lvl3pPr>
            <a:lvl4pPr marL="2438339" lvl="3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Figtree Light"/>
              <a:buChar char="●"/>
              <a:defRPr/>
            </a:lvl4pPr>
            <a:lvl5pPr marL="3047924" lvl="4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Figtree Light"/>
              <a:buChar char="○"/>
              <a:defRPr/>
            </a:lvl5pPr>
            <a:lvl6pPr marL="3657509" lvl="5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Figtree Light"/>
              <a:buChar char="■"/>
              <a:defRPr/>
            </a:lvl6pPr>
            <a:lvl7pPr marL="4267093" lvl="6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Figtree Light"/>
              <a:buChar char="●"/>
              <a:defRPr/>
            </a:lvl7pPr>
            <a:lvl8pPr marL="4876678" lvl="7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Figtree Light"/>
              <a:buChar char="○"/>
              <a:defRPr/>
            </a:lvl8pPr>
            <a:lvl9pPr marL="5486263" lvl="8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Figtree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56" name="Google Shape;256;p19"/>
          <p:cNvGrpSpPr/>
          <p:nvPr/>
        </p:nvGrpSpPr>
        <p:grpSpPr>
          <a:xfrm>
            <a:off x="-2159855" y="3764874"/>
            <a:ext cx="16652713" cy="5875929"/>
            <a:chOff x="-1619892" y="2823655"/>
            <a:chExt cx="12489535" cy="4406947"/>
          </a:xfrm>
        </p:grpSpPr>
        <p:pic>
          <p:nvPicPr>
            <p:cNvPr id="257" name="Google Shape;257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9070292">
              <a:off x="2988523" y="4494074"/>
              <a:ext cx="3167266" cy="21032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8" name="Google Shape;258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1619892" y="2873950"/>
              <a:ext cx="2241548" cy="21032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9" name="Google Shape;259;p1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446756">
              <a:off x="7184969" y="3871375"/>
              <a:ext cx="3638626" cy="2103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0" name="Google Shape;260;p19"/>
          <p:cNvGrpSpPr/>
          <p:nvPr/>
        </p:nvGrpSpPr>
        <p:grpSpPr>
          <a:xfrm>
            <a:off x="6989832" y="-814469"/>
            <a:ext cx="3078840" cy="8302328"/>
            <a:chOff x="5242374" y="-610852"/>
            <a:chExt cx="2309130" cy="6226746"/>
          </a:xfrm>
        </p:grpSpPr>
        <p:pic>
          <p:nvPicPr>
            <p:cNvPr id="261" name="Google Shape;261;p1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507628" y="-610852"/>
              <a:ext cx="1043875" cy="961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2" name="Google Shape;262;p19"/>
            <p:cNvPicPr preferRelativeResize="0"/>
            <p:nvPr/>
          </p:nvPicPr>
          <p:blipFill>
            <a:blip r:embed="rId7">
              <a:alphaModFix amt="85000"/>
            </a:blip>
            <a:stretch>
              <a:fillRect/>
            </a:stretch>
          </p:blipFill>
          <p:spPr>
            <a:xfrm>
              <a:off x="5242374" y="4756718"/>
              <a:ext cx="884500" cy="8591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3" name="Google Shape;263;p19"/>
          <p:cNvGrpSpPr/>
          <p:nvPr/>
        </p:nvGrpSpPr>
        <p:grpSpPr>
          <a:xfrm>
            <a:off x="8523370" y="-1984960"/>
            <a:ext cx="4746748" cy="5098120"/>
            <a:chOff x="6392527" y="-1488720"/>
            <a:chExt cx="3560061" cy="3823590"/>
          </a:xfrm>
        </p:grpSpPr>
        <p:pic>
          <p:nvPicPr>
            <p:cNvPr id="264" name="Google Shape;264;p19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 rot="2986438">
              <a:off x="6303001" y="-326971"/>
              <a:ext cx="3739113" cy="15000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5" name="Google Shape;265;p19"/>
            <p:cNvPicPr preferRelativeResize="0"/>
            <p:nvPr/>
          </p:nvPicPr>
          <p:blipFill>
            <a:blip r:embed="rId9">
              <a:alphaModFix amt="71000"/>
            </a:blip>
            <a:stretch>
              <a:fillRect/>
            </a:stretch>
          </p:blipFill>
          <p:spPr>
            <a:xfrm>
              <a:off x="7551498" y="-731712"/>
              <a:ext cx="1086799" cy="12036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6" name="Google Shape;266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rot="3359412">
            <a:off x="2814724" y="-3755952"/>
            <a:ext cx="5051864" cy="55003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25166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0" name="Google Shape;270;p20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43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7252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 Light"/>
              <a:buChar char="●"/>
              <a:defRPr/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828754" lvl="2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2438339" lvl="3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3047924" lvl="4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3657509" lvl="5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4267093" lvl="6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4876678" lvl="7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5486263" lvl="8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71" name="Google Shape;27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9840182" y="-670664"/>
            <a:ext cx="1391833" cy="12825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2" name="Google Shape;272;p20"/>
          <p:cNvGrpSpPr/>
          <p:nvPr/>
        </p:nvGrpSpPr>
        <p:grpSpPr>
          <a:xfrm>
            <a:off x="-2989601" y="-2628873"/>
            <a:ext cx="18507440" cy="11282972"/>
            <a:chOff x="-2242201" y="-1971655"/>
            <a:chExt cx="13880580" cy="8462229"/>
          </a:xfrm>
        </p:grpSpPr>
        <p:pic>
          <p:nvPicPr>
            <p:cNvPr id="273" name="Google Shape;273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8220017" y="3678726"/>
              <a:ext cx="1792924" cy="1682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4" name="Google Shape;274;p20"/>
            <p:cNvPicPr preferRelativeResize="0"/>
            <p:nvPr/>
          </p:nvPicPr>
          <p:blipFill>
            <a:blip r:embed="rId5">
              <a:alphaModFix amt="87000"/>
            </a:blip>
            <a:stretch>
              <a:fillRect/>
            </a:stretch>
          </p:blipFill>
          <p:spPr>
            <a:xfrm rot="-7626156">
              <a:off x="8309028" y="-1442822"/>
              <a:ext cx="2739700" cy="28415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5" name="Google Shape;275;p20"/>
            <p:cNvPicPr preferRelativeResize="0"/>
            <p:nvPr/>
          </p:nvPicPr>
          <p:blipFill>
            <a:blip r:embed="rId6">
              <a:alphaModFix amt="86000"/>
            </a:blip>
            <a:stretch>
              <a:fillRect/>
            </a:stretch>
          </p:blipFill>
          <p:spPr>
            <a:xfrm rot="-2916337">
              <a:off x="-1989772" y="-544346"/>
              <a:ext cx="3167266" cy="2103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6" name="Google Shape;276;p2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-198559">
              <a:off x="813602" y="4750879"/>
              <a:ext cx="2416549" cy="16713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7" name="Google Shape;277;p20"/>
          <p:cNvGrpSpPr/>
          <p:nvPr/>
        </p:nvGrpSpPr>
        <p:grpSpPr>
          <a:xfrm>
            <a:off x="-1172535" y="4383137"/>
            <a:ext cx="12616724" cy="3943668"/>
            <a:chOff x="-879402" y="3287352"/>
            <a:chExt cx="9462543" cy="2957751"/>
          </a:xfrm>
        </p:grpSpPr>
        <p:pic>
          <p:nvPicPr>
            <p:cNvPr id="278" name="Google Shape;278;p20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 rot="4210855">
              <a:off x="-931972" y="3929539"/>
              <a:ext cx="2540892" cy="16733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9" name="Google Shape;279;p20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 rot="10800000">
              <a:off x="7496342" y="4549300"/>
              <a:ext cx="1086799" cy="1203625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4417576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83" name="Google Shape;283;p21"/>
          <p:cNvSpPr txBox="1">
            <a:spLocks noGrp="1"/>
          </p:cNvSpPr>
          <p:nvPr>
            <p:ph type="subTitle" idx="1"/>
          </p:nvPr>
        </p:nvSpPr>
        <p:spPr>
          <a:xfrm>
            <a:off x="1250167" y="3918633"/>
            <a:ext cx="2900400" cy="11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4" name="Google Shape;284;p21"/>
          <p:cNvSpPr txBox="1">
            <a:spLocks noGrp="1"/>
          </p:cNvSpPr>
          <p:nvPr>
            <p:ph type="subTitle" idx="2"/>
          </p:nvPr>
        </p:nvSpPr>
        <p:spPr>
          <a:xfrm>
            <a:off x="4645795" y="3918633"/>
            <a:ext cx="2900400" cy="11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5" name="Google Shape;285;p21"/>
          <p:cNvSpPr txBox="1">
            <a:spLocks noGrp="1"/>
          </p:cNvSpPr>
          <p:nvPr>
            <p:ph type="subTitle" idx="3"/>
          </p:nvPr>
        </p:nvSpPr>
        <p:spPr>
          <a:xfrm>
            <a:off x="8041432" y="3918633"/>
            <a:ext cx="2900400" cy="11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6" name="Google Shape;286;p21"/>
          <p:cNvSpPr txBox="1">
            <a:spLocks noGrp="1"/>
          </p:cNvSpPr>
          <p:nvPr>
            <p:ph type="subTitle" idx="4"/>
          </p:nvPr>
        </p:nvSpPr>
        <p:spPr>
          <a:xfrm>
            <a:off x="1250167" y="3333033"/>
            <a:ext cx="2900400" cy="69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7" name="Google Shape;287;p21"/>
          <p:cNvSpPr txBox="1">
            <a:spLocks noGrp="1"/>
          </p:cNvSpPr>
          <p:nvPr>
            <p:ph type="subTitle" idx="5"/>
          </p:nvPr>
        </p:nvSpPr>
        <p:spPr>
          <a:xfrm>
            <a:off x="4645796" y="3333033"/>
            <a:ext cx="2900400" cy="69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8" name="Google Shape;288;p21"/>
          <p:cNvSpPr txBox="1">
            <a:spLocks noGrp="1"/>
          </p:cNvSpPr>
          <p:nvPr>
            <p:ph type="subTitle" idx="6"/>
          </p:nvPr>
        </p:nvSpPr>
        <p:spPr>
          <a:xfrm>
            <a:off x="8041433" y="3333033"/>
            <a:ext cx="2900400" cy="69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89" name="Google Shape;28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550146" flipH="1">
            <a:off x="10357095" y="-3190100"/>
            <a:ext cx="5805932" cy="63213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0" name="Google Shape;290;p21"/>
          <p:cNvGrpSpPr/>
          <p:nvPr/>
        </p:nvGrpSpPr>
        <p:grpSpPr>
          <a:xfrm>
            <a:off x="-1260141" y="-839997"/>
            <a:ext cx="8411940" cy="7988032"/>
            <a:chOff x="-945106" y="-629998"/>
            <a:chExt cx="6308955" cy="5991024"/>
          </a:xfrm>
        </p:grpSpPr>
        <p:pic>
          <p:nvPicPr>
            <p:cNvPr id="291" name="Google Shape;291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 flipH="1">
              <a:off x="-945106" y="3678726"/>
              <a:ext cx="1792924" cy="1682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2" name="Google Shape;292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 flipH="1">
              <a:off x="4319973" y="-629998"/>
              <a:ext cx="1043875" cy="961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3" name="Google Shape;293;p21"/>
          <p:cNvGrpSpPr/>
          <p:nvPr/>
        </p:nvGrpSpPr>
        <p:grpSpPr>
          <a:xfrm>
            <a:off x="-3552639" y="-3048549"/>
            <a:ext cx="16892936" cy="11448648"/>
            <a:chOff x="-2664479" y="-2286412"/>
            <a:chExt cx="12669702" cy="8586486"/>
          </a:xfrm>
        </p:grpSpPr>
        <p:pic>
          <p:nvPicPr>
            <p:cNvPr id="294" name="Google Shape;294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98559" flipH="1">
              <a:off x="6077309" y="4560379"/>
              <a:ext cx="2416549" cy="16713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5" name="Google Shape;295;p21"/>
            <p:cNvPicPr preferRelativeResize="0"/>
            <p:nvPr/>
          </p:nvPicPr>
          <p:blipFill>
            <a:blip r:embed="rId7">
              <a:alphaModFix amt="87000"/>
            </a:blip>
            <a:stretch>
              <a:fillRect/>
            </a:stretch>
          </p:blipFill>
          <p:spPr>
            <a:xfrm rot="6895885" flipH="1">
              <a:off x="-2168516" y="-1114645"/>
              <a:ext cx="2739698" cy="28415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6" name="Google Shape;296;p21"/>
            <p:cNvPicPr preferRelativeResize="0"/>
            <p:nvPr/>
          </p:nvPicPr>
          <p:blipFill>
            <a:blip r:embed="rId8">
              <a:alphaModFix amt="86000"/>
            </a:blip>
            <a:stretch>
              <a:fillRect/>
            </a:stretch>
          </p:blipFill>
          <p:spPr>
            <a:xfrm rot="-2073950" flipH="1">
              <a:off x="6520865" y="-1573572"/>
              <a:ext cx="3167267" cy="2103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7" name="Google Shape;297;p21"/>
          <p:cNvGrpSpPr/>
          <p:nvPr/>
        </p:nvGrpSpPr>
        <p:grpSpPr>
          <a:xfrm>
            <a:off x="646258" y="4383137"/>
            <a:ext cx="12616724" cy="3943668"/>
            <a:chOff x="484693" y="3287352"/>
            <a:chExt cx="9462543" cy="2957751"/>
          </a:xfrm>
        </p:grpSpPr>
        <p:pic>
          <p:nvPicPr>
            <p:cNvPr id="298" name="Google Shape;298;p21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 rot="-4210855" flipH="1">
              <a:off x="7458915" y="3929539"/>
              <a:ext cx="2540892" cy="16733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9" name="Google Shape;299;p21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 rot="10800000" flipH="1">
              <a:off x="484693" y="4549300"/>
              <a:ext cx="1086799" cy="1203625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6391967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2" name="Google Shape;302;p22"/>
          <p:cNvGrpSpPr/>
          <p:nvPr/>
        </p:nvGrpSpPr>
        <p:grpSpPr>
          <a:xfrm>
            <a:off x="-1686344" y="-1701613"/>
            <a:ext cx="15436775" cy="8953976"/>
            <a:chOff x="-1264758" y="-1276210"/>
            <a:chExt cx="11577581" cy="6715482"/>
          </a:xfrm>
        </p:grpSpPr>
        <p:pic>
          <p:nvPicPr>
            <p:cNvPr id="303" name="Google Shape;303;p22"/>
            <p:cNvPicPr preferRelativeResize="0"/>
            <p:nvPr/>
          </p:nvPicPr>
          <p:blipFill>
            <a:blip r:embed="rId3">
              <a:alphaModFix amt="75000"/>
            </a:blip>
            <a:stretch>
              <a:fillRect/>
            </a:stretch>
          </p:blipFill>
          <p:spPr>
            <a:xfrm rot="-5400000" flipH="1">
              <a:off x="-1796768" y="-744200"/>
              <a:ext cx="3167267" cy="21032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4" name="Google Shape;304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8284957" y="3336025"/>
              <a:ext cx="2027866" cy="210324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05" name="Google Shape;305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70385" flipH="1">
            <a:off x="-2084635" y="3583567"/>
            <a:ext cx="5678100" cy="61822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6" name="Google Shape;306;p22"/>
          <p:cNvGrpSpPr/>
          <p:nvPr/>
        </p:nvGrpSpPr>
        <p:grpSpPr>
          <a:xfrm>
            <a:off x="16" y="-1495499"/>
            <a:ext cx="13094408" cy="6419531"/>
            <a:chOff x="12" y="-1121624"/>
            <a:chExt cx="9820806" cy="4814648"/>
          </a:xfrm>
        </p:grpSpPr>
        <p:pic>
          <p:nvPicPr>
            <p:cNvPr id="307" name="Google Shape;307;p22"/>
            <p:cNvPicPr preferRelativeResize="0"/>
            <p:nvPr/>
          </p:nvPicPr>
          <p:blipFill>
            <a:blip r:embed="rId6">
              <a:alphaModFix amt="79000"/>
            </a:blip>
            <a:stretch>
              <a:fillRect/>
            </a:stretch>
          </p:blipFill>
          <p:spPr>
            <a:xfrm rot="2700000" flipH="1">
              <a:off x="217572" y="-867845"/>
              <a:ext cx="1174132" cy="11016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8" name="Google Shape;308;p22"/>
            <p:cNvPicPr preferRelativeResize="0"/>
            <p:nvPr/>
          </p:nvPicPr>
          <p:blipFill>
            <a:blip r:embed="rId7">
              <a:alphaModFix amt="63000"/>
            </a:blip>
            <a:stretch>
              <a:fillRect/>
            </a:stretch>
          </p:blipFill>
          <p:spPr>
            <a:xfrm flipH="1">
              <a:off x="8776943" y="2731123"/>
              <a:ext cx="1043875" cy="961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9" name="Google Shape;309;p22"/>
          <p:cNvGrpSpPr/>
          <p:nvPr/>
        </p:nvGrpSpPr>
        <p:grpSpPr>
          <a:xfrm>
            <a:off x="4666783" y="-1875009"/>
            <a:ext cx="8948944" cy="9518543"/>
            <a:chOff x="3500087" y="-1406257"/>
            <a:chExt cx="6711708" cy="7138907"/>
          </a:xfrm>
        </p:grpSpPr>
        <p:pic>
          <p:nvPicPr>
            <p:cNvPr id="310" name="Google Shape;310;p22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 flipH="1">
              <a:off x="8588150" y="4008599"/>
              <a:ext cx="1135050" cy="75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1" name="Google Shape;311;p22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 flipH="1">
              <a:off x="3500087" y="4696950"/>
              <a:ext cx="935175" cy="10357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2" name="Google Shape;312;p22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 rot="-7518071">
              <a:off x="6833972" y="-546976"/>
              <a:ext cx="3193620" cy="21032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3" name="Google Shape;313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4" name="Google Shape;314;p22"/>
          <p:cNvSpPr txBox="1">
            <a:spLocks noGrp="1"/>
          </p:cNvSpPr>
          <p:nvPr>
            <p:ph type="subTitle" idx="1"/>
          </p:nvPr>
        </p:nvSpPr>
        <p:spPr>
          <a:xfrm>
            <a:off x="960033" y="2276277"/>
            <a:ext cx="10272000" cy="7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5" name="Google Shape;315;p22"/>
          <p:cNvSpPr txBox="1">
            <a:spLocks noGrp="1"/>
          </p:cNvSpPr>
          <p:nvPr>
            <p:ph type="subTitle" idx="2"/>
          </p:nvPr>
        </p:nvSpPr>
        <p:spPr>
          <a:xfrm>
            <a:off x="960033" y="3771865"/>
            <a:ext cx="102720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6" name="Google Shape;316;p22"/>
          <p:cNvSpPr txBox="1">
            <a:spLocks noGrp="1"/>
          </p:cNvSpPr>
          <p:nvPr>
            <p:ph type="subTitle" idx="3"/>
          </p:nvPr>
        </p:nvSpPr>
        <p:spPr>
          <a:xfrm>
            <a:off x="960033" y="5263855"/>
            <a:ext cx="102720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7" name="Google Shape;317;p22"/>
          <p:cNvSpPr txBox="1">
            <a:spLocks noGrp="1"/>
          </p:cNvSpPr>
          <p:nvPr>
            <p:ph type="subTitle" idx="4"/>
          </p:nvPr>
        </p:nvSpPr>
        <p:spPr>
          <a:xfrm>
            <a:off x="960033" y="1655028"/>
            <a:ext cx="10272000" cy="7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8" name="Google Shape;318;p22"/>
          <p:cNvSpPr txBox="1">
            <a:spLocks noGrp="1"/>
          </p:cNvSpPr>
          <p:nvPr>
            <p:ph type="subTitle" idx="5"/>
          </p:nvPr>
        </p:nvSpPr>
        <p:spPr>
          <a:xfrm>
            <a:off x="960033" y="3133500"/>
            <a:ext cx="10272000" cy="7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9" name="Google Shape;319;p22"/>
          <p:cNvSpPr txBox="1">
            <a:spLocks noGrp="1"/>
          </p:cNvSpPr>
          <p:nvPr>
            <p:ph type="subTitle" idx="6"/>
          </p:nvPr>
        </p:nvSpPr>
        <p:spPr>
          <a:xfrm>
            <a:off x="960033" y="4627500"/>
            <a:ext cx="10272000" cy="7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368694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Title and three columns 2"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3438" y="6347964"/>
            <a:ext cx="1391833" cy="1282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6069" y="-5276767"/>
            <a:ext cx="5805932" cy="63213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4" name="Google Shape;324;p23"/>
          <p:cNvGrpSpPr/>
          <p:nvPr/>
        </p:nvGrpSpPr>
        <p:grpSpPr>
          <a:xfrm>
            <a:off x="4647132" y="-1275467"/>
            <a:ext cx="8729073" cy="9228251"/>
            <a:chOff x="3485348" y="-956600"/>
            <a:chExt cx="6546805" cy="6921188"/>
          </a:xfrm>
        </p:grpSpPr>
        <p:pic>
          <p:nvPicPr>
            <p:cNvPr id="325" name="Google Shape;325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760453" y="-956600"/>
              <a:ext cx="2271701" cy="1496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6" name="Google Shape;326;p2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485348" y="4760963"/>
              <a:ext cx="1086799" cy="12036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7" name="Google Shape;327;p23"/>
          <p:cNvGrpSpPr/>
          <p:nvPr/>
        </p:nvGrpSpPr>
        <p:grpSpPr>
          <a:xfrm>
            <a:off x="-4419992" y="593361"/>
            <a:ext cx="19131824" cy="10383809"/>
            <a:chOff x="-3314994" y="445020"/>
            <a:chExt cx="14348868" cy="7787857"/>
          </a:xfrm>
        </p:grpSpPr>
        <p:pic>
          <p:nvPicPr>
            <p:cNvPr id="328" name="Google Shape;328;p23"/>
            <p:cNvPicPr preferRelativeResize="0"/>
            <p:nvPr/>
          </p:nvPicPr>
          <p:blipFill>
            <a:blip r:embed="rId7">
              <a:alphaModFix amt="87000"/>
            </a:blip>
            <a:stretch>
              <a:fillRect/>
            </a:stretch>
          </p:blipFill>
          <p:spPr>
            <a:xfrm>
              <a:off x="6058077" y="4608575"/>
              <a:ext cx="3494399" cy="36243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9" name="Google Shape;329;p23"/>
            <p:cNvPicPr preferRelativeResize="0"/>
            <p:nvPr/>
          </p:nvPicPr>
          <p:blipFill>
            <a:blip r:embed="rId8">
              <a:alphaModFix amt="86000"/>
            </a:blip>
            <a:stretch>
              <a:fillRect/>
            </a:stretch>
          </p:blipFill>
          <p:spPr>
            <a:xfrm rot="7198658">
              <a:off x="7748024" y="3896048"/>
              <a:ext cx="3167263" cy="21032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0" name="Google Shape;330;p23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 rot="5400000">
              <a:off x="-1587574" y="2199250"/>
              <a:ext cx="2635599" cy="1671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1" name="Google Shape;331;p23"/>
            <p:cNvPicPr preferRelativeResize="0"/>
            <p:nvPr/>
          </p:nvPicPr>
          <p:blipFill>
            <a:blip r:embed="rId8">
              <a:alphaModFix amt="86000"/>
            </a:blip>
            <a:stretch>
              <a:fillRect/>
            </a:stretch>
          </p:blipFill>
          <p:spPr>
            <a:xfrm rot="1338115">
              <a:off x="-3034377" y="967323"/>
              <a:ext cx="3167261" cy="21032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23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3" name="Google Shape;333;p23"/>
          <p:cNvSpPr txBox="1">
            <a:spLocks noGrp="1"/>
          </p:cNvSpPr>
          <p:nvPr>
            <p:ph type="subTitle" idx="1"/>
          </p:nvPr>
        </p:nvSpPr>
        <p:spPr>
          <a:xfrm>
            <a:off x="950967" y="3378293"/>
            <a:ext cx="3163600" cy="24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4" name="Google Shape;334;p23"/>
          <p:cNvSpPr txBox="1">
            <a:spLocks noGrp="1"/>
          </p:cNvSpPr>
          <p:nvPr>
            <p:ph type="subTitle" idx="2"/>
          </p:nvPr>
        </p:nvSpPr>
        <p:spPr>
          <a:xfrm>
            <a:off x="4514200" y="3373531"/>
            <a:ext cx="3163600" cy="24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5" name="Google Shape;335;p23"/>
          <p:cNvSpPr txBox="1">
            <a:spLocks noGrp="1"/>
          </p:cNvSpPr>
          <p:nvPr>
            <p:ph type="subTitle" idx="3"/>
          </p:nvPr>
        </p:nvSpPr>
        <p:spPr>
          <a:xfrm>
            <a:off x="8077433" y="3368768"/>
            <a:ext cx="3163600" cy="24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6" name="Google Shape;336;p23"/>
          <p:cNvSpPr txBox="1">
            <a:spLocks noGrp="1"/>
          </p:cNvSpPr>
          <p:nvPr>
            <p:ph type="subTitle" idx="4"/>
          </p:nvPr>
        </p:nvSpPr>
        <p:spPr>
          <a:xfrm>
            <a:off x="950967" y="2851401"/>
            <a:ext cx="3163600" cy="6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7" name="Google Shape;337;p23"/>
          <p:cNvSpPr txBox="1">
            <a:spLocks noGrp="1"/>
          </p:cNvSpPr>
          <p:nvPr>
            <p:ph type="subTitle" idx="5"/>
          </p:nvPr>
        </p:nvSpPr>
        <p:spPr>
          <a:xfrm>
            <a:off x="4514189" y="2851403"/>
            <a:ext cx="3163600" cy="6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8" name="Google Shape;338;p23"/>
          <p:cNvSpPr txBox="1">
            <a:spLocks noGrp="1"/>
          </p:cNvSpPr>
          <p:nvPr>
            <p:ph type="subTitle" idx="6"/>
          </p:nvPr>
        </p:nvSpPr>
        <p:spPr>
          <a:xfrm>
            <a:off x="8077435" y="2851404"/>
            <a:ext cx="3163600" cy="6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399168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2" name="Google Shape;342;p24"/>
          <p:cNvSpPr txBox="1">
            <a:spLocks noGrp="1"/>
          </p:cNvSpPr>
          <p:nvPr>
            <p:ph type="subTitle" idx="1"/>
          </p:nvPr>
        </p:nvSpPr>
        <p:spPr>
          <a:xfrm>
            <a:off x="1999233" y="2448433"/>
            <a:ext cx="3428800" cy="12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3" name="Google Shape;343;p24"/>
          <p:cNvSpPr txBox="1">
            <a:spLocks noGrp="1"/>
          </p:cNvSpPr>
          <p:nvPr>
            <p:ph type="subTitle" idx="2"/>
          </p:nvPr>
        </p:nvSpPr>
        <p:spPr>
          <a:xfrm>
            <a:off x="7513025" y="2448433"/>
            <a:ext cx="3428800" cy="12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4" name="Google Shape;344;p24"/>
          <p:cNvSpPr txBox="1">
            <a:spLocks noGrp="1"/>
          </p:cNvSpPr>
          <p:nvPr>
            <p:ph type="subTitle" idx="3"/>
          </p:nvPr>
        </p:nvSpPr>
        <p:spPr>
          <a:xfrm>
            <a:off x="1999233" y="4560433"/>
            <a:ext cx="3428800" cy="12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5" name="Google Shape;345;p24"/>
          <p:cNvSpPr txBox="1">
            <a:spLocks noGrp="1"/>
          </p:cNvSpPr>
          <p:nvPr>
            <p:ph type="subTitle" idx="4"/>
          </p:nvPr>
        </p:nvSpPr>
        <p:spPr>
          <a:xfrm>
            <a:off x="7513025" y="4560433"/>
            <a:ext cx="3428800" cy="12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6" name="Google Shape;346;p24"/>
          <p:cNvSpPr txBox="1">
            <a:spLocks noGrp="1"/>
          </p:cNvSpPr>
          <p:nvPr>
            <p:ph type="subTitle" idx="5"/>
          </p:nvPr>
        </p:nvSpPr>
        <p:spPr>
          <a:xfrm>
            <a:off x="1999233" y="1915005"/>
            <a:ext cx="3428800" cy="63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7" name="Google Shape;347;p24"/>
          <p:cNvSpPr txBox="1">
            <a:spLocks noGrp="1"/>
          </p:cNvSpPr>
          <p:nvPr>
            <p:ph type="subTitle" idx="6"/>
          </p:nvPr>
        </p:nvSpPr>
        <p:spPr>
          <a:xfrm>
            <a:off x="7513028" y="1915005"/>
            <a:ext cx="3428800" cy="63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8" name="Google Shape;348;p24"/>
          <p:cNvSpPr txBox="1">
            <a:spLocks noGrp="1"/>
          </p:cNvSpPr>
          <p:nvPr>
            <p:ph type="subTitle" idx="7"/>
          </p:nvPr>
        </p:nvSpPr>
        <p:spPr>
          <a:xfrm>
            <a:off x="1999233" y="4026905"/>
            <a:ext cx="3428800" cy="63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9" name="Google Shape;349;p24"/>
          <p:cNvSpPr txBox="1">
            <a:spLocks noGrp="1"/>
          </p:cNvSpPr>
          <p:nvPr>
            <p:ph type="subTitle" idx="8"/>
          </p:nvPr>
        </p:nvSpPr>
        <p:spPr>
          <a:xfrm>
            <a:off x="7513028" y="4026905"/>
            <a:ext cx="3428800" cy="63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350" name="Google Shape;35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2470237" y="2893000"/>
            <a:ext cx="6418336" cy="6988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7293761" flipH="1">
            <a:off x="-456485" y="3680534"/>
            <a:ext cx="1136500" cy="12586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2" name="Google Shape;352;p24"/>
          <p:cNvGrpSpPr/>
          <p:nvPr/>
        </p:nvGrpSpPr>
        <p:grpSpPr>
          <a:xfrm>
            <a:off x="-2399701" y="-2728189"/>
            <a:ext cx="18642408" cy="12030144"/>
            <a:chOff x="-1799776" y="-2046142"/>
            <a:chExt cx="13981806" cy="9022608"/>
          </a:xfrm>
        </p:grpSpPr>
        <p:pic>
          <p:nvPicPr>
            <p:cNvPr id="353" name="Google Shape;353;p2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069595" flipH="1">
              <a:off x="-1571126" y="-1204751"/>
              <a:ext cx="3167267" cy="21032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4" name="Google Shape;354;p2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2571538" y="4716600"/>
              <a:ext cx="2184951" cy="1262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5" name="Google Shape;355;p24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-6438708" flipH="1">
              <a:off x="8559054" y="-1473399"/>
              <a:ext cx="3167276" cy="32849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6" name="Google Shape;356;p2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6935066" flipH="1">
              <a:off x="7679922" y="4042348"/>
              <a:ext cx="3167269" cy="21032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7" name="Google Shape;357;p24"/>
          <p:cNvGrpSpPr/>
          <p:nvPr/>
        </p:nvGrpSpPr>
        <p:grpSpPr>
          <a:xfrm>
            <a:off x="5672351" y="-979803"/>
            <a:ext cx="3866597" cy="8727965"/>
            <a:chOff x="4254263" y="-734852"/>
            <a:chExt cx="2899948" cy="6545974"/>
          </a:xfrm>
        </p:grpSpPr>
        <p:pic>
          <p:nvPicPr>
            <p:cNvPr id="358" name="Google Shape;358;p24"/>
            <p:cNvPicPr preferRelativeResize="0"/>
            <p:nvPr/>
          </p:nvPicPr>
          <p:blipFill>
            <a:blip r:embed="rId8">
              <a:alphaModFix amt="87000"/>
            </a:blip>
            <a:stretch>
              <a:fillRect/>
            </a:stretch>
          </p:blipFill>
          <p:spPr>
            <a:xfrm flipH="1">
              <a:off x="6110335" y="-734852"/>
              <a:ext cx="1043875" cy="961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9" name="Google Shape;359;p24"/>
            <p:cNvPicPr preferRelativeResize="0"/>
            <p:nvPr/>
          </p:nvPicPr>
          <p:blipFill>
            <a:blip r:embed="rId9">
              <a:alphaModFix amt="54000"/>
            </a:blip>
            <a:stretch>
              <a:fillRect/>
            </a:stretch>
          </p:blipFill>
          <p:spPr>
            <a:xfrm flipH="1">
              <a:off x="4254263" y="4831650"/>
              <a:ext cx="1043876" cy="979472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41371233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3" name="Google Shape;363;p25"/>
          <p:cNvSpPr txBox="1">
            <a:spLocks noGrp="1"/>
          </p:cNvSpPr>
          <p:nvPr>
            <p:ph type="subTitle" idx="1"/>
          </p:nvPr>
        </p:nvSpPr>
        <p:spPr>
          <a:xfrm>
            <a:off x="1234367" y="2867697"/>
            <a:ext cx="27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4" name="Google Shape;364;p25"/>
          <p:cNvSpPr txBox="1">
            <a:spLocks noGrp="1"/>
          </p:cNvSpPr>
          <p:nvPr>
            <p:ph type="subTitle" idx="2"/>
          </p:nvPr>
        </p:nvSpPr>
        <p:spPr>
          <a:xfrm>
            <a:off x="4707299" y="2867697"/>
            <a:ext cx="27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5" name="Google Shape;365;p25"/>
          <p:cNvSpPr txBox="1">
            <a:spLocks noGrp="1"/>
          </p:cNvSpPr>
          <p:nvPr>
            <p:ph type="subTitle" idx="3"/>
          </p:nvPr>
        </p:nvSpPr>
        <p:spPr>
          <a:xfrm>
            <a:off x="1234367" y="5261731"/>
            <a:ext cx="27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6" name="Google Shape;366;p25"/>
          <p:cNvSpPr txBox="1">
            <a:spLocks noGrp="1"/>
          </p:cNvSpPr>
          <p:nvPr>
            <p:ph type="subTitle" idx="4"/>
          </p:nvPr>
        </p:nvSpPr>
        <p:spPr>
          <a:xfrm>
            <a:off x="4707299" y="5261731"/>
            <a:ext cx="27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7" name="Google Shape;367;p25"/>
          <p:cNvSpPr txBox="1">
            <a:spLocks noGrp="1"/>
          </p:cNvSpPr>
          <p:nvPr>
            <p:ph type="subTitle" idx="5"/>
          </p:nvPr>
        </p:nvSpPr>
        <p:spPr>
          <a:xfrm>
            <a:off x="8180231" y="2867697"/>
            <a:ext cx="27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8" name="Google Shape;368;p25"/>
          <p:cNvSpPr txBox="1">
            <a:spLocks noGrp="1"/>
          </p:cNvSpPr>
          <p:nvPr>
            <p:ph type="subTitle" idx="6"/>
          </p:nvPr>
        </p:nvSpPr>
        <p:spPr>
          <a:xfrm>
            <a:off x="8180231" y="5261731"/>
            <a:ext cx="27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9" name="Google Shape;369;p25"/>
          <p:cNvSpPr txBox="1">
            <a:spLocks noGrp="1"/>
          </p:cNvSpPr>
          <p:nvPr>
            <p:ph type="subTitle" idx="7"/>
          </p:nvPr>
        </p:nvSpPr>
        <p:spPr>
          <a:xfrm>
            <a:off x="1232267" y="2432167"/>
            <a:ext cx="2781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0" name="Google Shape;370;p25"/>
          <p:cNvSpPr txBox="1">
            <a:spLocks noGrp="1"/>
          </p:cNvSpPr>
          <p:nvPr>
            <p:ph type="subTitle" idx="8"/>
          </p:nvPr>
        </p:nvSpPr>
        <p:spPr>
          <a:xfrm>
            <a:off x="4705196" y="2432167"/>
            <a:ext cx="2781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1" name="Google Shape;371;p25"/>
          <p:cNvSpPr txBox="1">
            <a:spLocks noGrp="1"/>
          </p:cNvSpPr>
          <p:nvPr>
            <p:ph type="subTitle" idx="9"/>
          </p:nvPr>
        </p:nvSpPr>
        <p:spPr>
          <a:xfrm>
            <a:off x="8178125" y="2432167"/>
            <a:ext cx="2781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2" name="Google Shape;372;p25"/>
          <p:cNvSpPr txBox="1">
            <a:spLocks noGrp="1"/>
          </p:cNvSpPr>
          <p:nvPr>
            <p:ph type="subTitle" idx="13"/>
          </p:nvPr>
        </p:nvSpPr>
        <p:spPr>
          <a:xfrm>
            <a:off x="1232267" y="4825936"/>
            <a:ext cx="2781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3" name="Google Shape;373;p25"/>
          <p:cNvSpPr txBox="1">
            <a:spLocks noGrp="1"/>
          </p:cNvSpPr>
          <p:nvPr>
            <p:ph type="subTitle" idx="14"/>
          </p:nvPr>
        </p:nvSpPr>
        <p:spPr>
          <a:xfrm>
            <a:off x="4705196" y="4825936"/>
            <a:ext cx="2781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4" name="Google Shape;374;p25"/>
          <p:cNvSpPr txBox="1">
            <a:spLocks noGrp="1"/>
          </p:cNvSpPr>
          <p:nvPr>
            <p:ph type="subTitle" idx="15"/>
          </p:nvPr>
        </p:nvSpPr>
        <p:spPr>
          <a:xfrm>
            <a:off x="8178125" y="4825936"/>
            <a:ext cx="2781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375" name="Google Shape;37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69211" y="3204968"/>
            <a:ext cx="5715500" cy="62229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6" name="Google Shape;376;p25"/>
          <p:cNvGrpSpPr/>
          <p:nvPr/>
        </p:nvGrpSpPr>
        <p:grpSpPr>
          <a:xfrm>
            <a:off x="-1762923" y="-3131262"/>
            <a:ext cx="16050104" cy="11387539"/>
            <a:chOff x="-1322192" y="-2348446"/>
            <a:chExt cx="12037578" cy="8540654"/>
          </a:xfrm>
        </p:grpSpPr>
        <p:pic>
          <p:nvPicPr>
            <p:cNvPr id="377" name="Google Shape;377;p25"/>
            <p:cNvPicPr preferRelativeResize="0"/>
            <p:nvPr/>
          </p:nvPicPr>
          <p:blipFill>
            <a:blip r:embed="rId4">
              <a:alphaModFix amt="83000"/>
            </a:blip>
            <a:stretch>
              <a:fillRect/>
            </a:stretch>
          </p:blipFill>
          <p:spPr>
            <a:xfrm rot="-5400000">
              <a:off x="-1854202" y="3556950"/>
              <a:ext cx="3167267" cy="21032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8" name="Google Shape;378;p25"/>
            <p:cNvPicPr preferRelativeResize="0"/>
            <p:nvPr/>
          </p:nvPicPr>
          <p:blipFill>
            <a:blip r:embed="rId5">
              <a:alphaModFix amt="76000"/>
            </a:blip>
            <a:stretch>
              <a:fillRect/>
            </a:stretch>
          </p:blipFill>
          <p:spPr>
            <a:xfrm>
              <a:off x="-1014998" y="2578600"/>
              <a:ext cx="1555700" cy="14597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9" name="Google Shape;379;p25"/>
            <p:cNvPicPr preferRelativeResize="0"/>
            <p:nvPr/>
          </p:nvPicPr>
          <p:blipFill>
            <a:blip r:embed="rId6">
              <a:alphaModFix amt="85000"/>
            </a:blip>
            <a:stretch>
              <a:fillRect/>
            </a:stretch>
          </p:blipFill>
          <p:spPr>
            <a:xfrm rot="-8404919">
              <a:off x="6825908" y="-1426076"/>
              <a:ext cx="3638626" cy="210325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80" name="Google Shape;380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320932" y="-1082033"/>
            <a:ext cx="1449065" cy="16048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259950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26"/>
          <p:cNvSpPr txBox="1">
            <a:spLocks noGrp="1"/>
          </p:cNvSpPr>
          <p:nvPr>
            <p:ph type="title" hasCustomPrompt="1"/>
          </p:nvPr>
        </p:nvSpPr>
        <p:spPr>
          <a:xfrm>
            <a:off x="2181367" y="736133"/>
            <a:ext cx="58400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B Garamond"/>
              <a:buNone/>
              <a:defRPr sz="8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B Garamond"/>
              <a:buNone/>
              <a:defRPr sz="8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B Garamond"/>
              <a:buNone/>
              <a:defRPr sz="8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B Garamond"/>
              <a:buNone/>
              <a:defRPr sz="8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B Garamond"/>
              <a:buNone/>
              <a:defRPr sz="8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B Garamond"/>
              <a:buNone/>
              <a:defRPr sz="8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B Garamond"/>
              <a:buNone/>
              <a:defRPr sz="8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B Garamond"/>
              <a:buNone/>
              <a:defRPr sz="8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t>xx%</a:t>
            </a:r>
          </a:p>
        </p:txBody>
      </p:sp>
      <p:sp>
        <p:nvSpPr>
          <p:cNvPr id="384" name="Google Shape;384;p26"/>
          <p:cNvSpPr txBox="1">
            <a:spLocks noGrp="1"/>
          </p:cNvSpPr>
          <p:nvPr>
            <p:ph type="subTitle" idx="1"/>
          </p:nvPr>
        </p:nvSpPr>
        <p:spPr>
          <a:xfrm>
            <a:off x="2181367" y="1717432"/>
            <a:ext cx="5840000" cy="485200"/>
          </a:xfrm>
          <a:prstGeom prst="rect">
            <a:avLst/>
          </a:prstGeom>
          <a:solidFill>
            <a:srgbClr val="EBB59E">
              <a:alpha val="2813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5" name="Google Shape;385;p26"/>
          <p:cNvSpPr txBox="1">
            <a:spLocks noGrp="1"/>
          </p:cNvSpPr>
          <p:nvPr>
            <p:ph type="title" idx="2" hasCustomPrompt="1"/>
          </p:nvPr>
        </p:nvSpPr>
        <p:spPr>
          <a:xfrm>
            <a:off x="4171033" y="2679999"/>
            <a:ext cx="58400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B Garamond"/>
              <a:buNone/>
              <a:defRPr sz="8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B Garamond"/>
              <a:buNone/>
              <a:defRPr sz="8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B Garamond"/>
              <a:buNone/>
              <a:defRPr sz="8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B Garamond"/>
              <a:buNone/>
              <a:defRPr sz="8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B Garamond"/>
              <a:buNone/>
              <a:defRPr sz="8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B Garamond"/>
              <a:buNone/>
              <a:defRPr sz="8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B Garamond"/>
              <a:buNone/>
              <a:defRPr sz="8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B Garamond"/>
              <a:buNone/>
              <a:defRPr sz="8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t>xx%</a:t>
            </a:r>
          </a:p>
        </p:txBody>
      </p:sp>
      <p:sp>
        <p:nvSpPr>
          <p:cNvPr id="386" name="Google Shape;386;p26"/>
          <p:cNvSpPr txBox="1">
            <a:spLocks noGrp="1"/>
          </p:cNvSpPr>
          <p:nvPr>
            <p:ph type="subTitle" idx="3"/>
          </p:nvPr>
        </p:nvSpPr>
        <p:spPr>
          <a:xfrm>
            <a:off x="4171033" y="3661269"/>
            <a:ext cx="5840000" cy="485200"/>
          </a:xfrm>
          <a:prstGeom prst="rect">
            <a:avLst/>
          </a:prstGeom>
          <a:solidFill>
            <a:srgbClr val="EBB59E">
              <a:alpha val="2813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7" name="Google Shape;387;p26"/>
          <p:cNvSpPr txBox="1">
            <a:spLocks noGrp="1"/>
          </p:cNvSpPr>
          <p:nvPr>
            <p:ph type="title" idx="4" hasCustomPrompt="1"/>
          </p:nvPr>
        </p:nvSpPr>
        <p:spPr>
          <a:xfrm>
            <a:off x="2181367" y="4623864"/>
            <a:ext cx="58400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B Garamond"/>
              <a:buNone/>
              <a:defRPr sz="8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B Garamond"/>
              <a:buNone/>
              <a:defRPr sz="8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B Garamond"/>
              <a:buNone/>
              <a:defRPr sz="8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B Garamond"/>
              <a:buNone/>
              <a:defRPr sz="8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B Garamond"/>
              <a:buNone/>
              <a:defRPr sz="8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B Garamond"/>
              <a:buNone/>
              <a:defRPr sz="8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B Garamond"/>
              <a:buNone/>
              <a:defRPr sz="8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B Garamond"/>
              <a:buNone/>
              <a:defRPr sz="8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t>xx%</a:t>
            </a:r>
          </a:p>
        </p:txBody>
      </p:sp>
      <p:sp>
        <p:nvSpPr>
          <p:cNvPr id="388" name="Google Shape;388;p26"/>
          <p:cNvSpPr txBox="1">
            <a:spLocks noGrp="1"/>
          </p:cNvSpPr>
          <p:nvPr>
            <p:ph type="subTitle" idx="5"/>
          </p:nvPr>
        </p:nvSpPr>
        <p:spPr>
          <a:xfrm>
            <a:off x="2181367" y="5605167"/>
            <a:ext cx="5840000" cy="485200"/>
          </a:xfrm>
          <a:prstGeom prst="rect">
            <a:avLst/>
          </a:prstGeom>
          <a:solidFill>
            <a:srgbClr val="EBB59E">
              <a:alpha val="2813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389" name="Google Shape;389;p26"/>
          <p:cNvGrpSpPr/>
          <p:nvPr/>
        </p:nvGrpSpPr>
        <p:grpSpPr>
          <a:xfrm>
            <a:off x="-4531059" y="-2371779"/>
            <a:ext cx="18230525" cy="13043489"/>
            <a:chOff x="-3398294" y="-1778835"/>
            <a:chExt cx="13672894" cy="9782617"/>
          </a:xfrm>
        </p:grpSpPr>
        <p:pic>
          <p:nvPicPr>
            <p:cNvPr id="390" name="Google Shape;390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6016025" y="-1778835"/>
              <a:ext cx="4258575" cy="46366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1" name="Google Shape;391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6244019" flipH="1">
              <a:off x="-2761238" y="3056536"/>
              <a:ext cx="4258574" cy="46366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2" name="Google Shape;392;p26"/>
          <p:cNvGrpSpPr/>
          <p:nvPr/>
        </p:nvGrpSpPr>
        <p:grpSpPr>
          <a:xfrm>
            <a:off x="-1531351" y="-3829490"/>
            <a:ext cx="16589548" cy="10529643"/>
            <a:chOff x="-1148514" y="-2872117"/>
            <a:chExt cx="12442161" cy="7897232"/>
          </a:xfrm>
        </p:grpSpPr>
        <p:pic>
          <p:nvPicPr>
            <p:cNvPr id="393" name="Google Shape;393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8892684" flipH="1">
              <a:off x="-572222" y="-2332398"/>
              <a:ext cx="2907900" cy="3015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4" name="Google Shape;394;p2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5400006" flipH="1">
              <a:off x="-1214717" y="2578334"/>
              <a:ext cx="2657933" cy="11979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5" name="Google Shape;395;p2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3418107" flipH="1">
              <a:off x="7965123" y="2072580"/>
              <a:ext cx="3167266" cy="210324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96" name="Google Shape;396;p26"/>
          <p:cNvPicPr preferRelativeResize="0"/>
          <p:nvPr/>
        </p:nvPicPr>
        <p:blipFill>
          <a:blip r:embed="rId7">
            <a:alphaModFix amt="63000"/>
          </a:blip>
          <a:stretch>
            <a:fillRect/>
          </a:stretch>
        </p:blipFill>
        <p:spPr>
          <a:xfrm rot="10800000" flipH="1">
            <a:off x="2490789" y="-842043"/>
            <a:ext cx="1391833" cy="12825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7" name="Google Shape;397;p26"/>
          <p:cNvGrpSpPr/>
          <p:nvPr/>
        </p:nvGrpSpPr>
        <p:grpSpPr>
          <a:xfrm>
            <a:off x="7887421" y="156505"/>
            <a:ext cx="4792384" cy="8735011"/>
            <a:chOff x="5915566" y="117379"/>
            <a:chExt cx="3594288" cy="6551258"/>
          </a:xfrm>
        </p:grpSpPr>
        <p:pic>
          <p:nvPicPr>
            <p:cNvPr id="398" name="Google Shape;398;p26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 rot="10800000" flipH="1">
              <a:off x="7887373" y="117379"/>
              <a:ext cx="1086799" cy="1203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9" name="Google Shape;399;p26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 rot="9252785" flipH="1">
              <a:off x="6023947" y="4497854"/>
              <a:ext cx="1135050" cy="75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0" name="Google Shape;400;p26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 rot="-5400000">
              <a:off x="6890251" y="4049033"/>
              <a:ext cx="3739115" cy="15000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40486766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3" name="Google Shape;403;p27"/>
          <p:cNvGrpSpPr/>
          <p:nvPr/>
        </p:nvGrpSpPr>
        <p:grpSpPr>
          <a:xfrm>
            <a:off x="-675434" y="117801"/>
            <a:ext cx="5497473" cy="7569532"/>
            <a:chOff x="-506576" y="88350"/>
            <a:chExt cx="4123105" cy="5677149"/>
          </a:xfrm>
        </p:grpSpPr>
        <p:pic>
          <p:nvPicPr>
            <p:cNvPr id="404" name="Google Shape;404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506576" y="88350"/>
              <a:ext cx="1792924" cy="1682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5" name="Google Shape;405;p2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572653" y="4803598"/>
              <a:ext cx="1043875" cy="9619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06" name="Google Shape;406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04202" y="2730067"/>
            <a:ext cx="5805932" cy="63213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7" name="Google Shape;407;p27"/>
          <p:cNvGrpSpPr/>
          <p:nvPr/>
        </p:nvGrpSpPr>
        <p:grpSpPr>
          <a:xfrm>
            <a:off x="1230964" y="-1004482"/>
            <a:ext cx="12139141" cy="2804332"/>
            <a:chOff x="923223" y="-753362"/>
            <a:chExt cx="9104356" cy="2103249"/>
          </a:xfrm>
        </p:grpSpPr>
        <p:pic>
          <p:nvPicPr>
            <p:cNvPr id="408" name="Google Shape;408;p2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833959" y="-753362"/>
              <a:ext cx="3193620" cy="21032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9" name="Google Shape;409;p27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923223" y="-303550"/>
              <a:ext cx="1086799" cy="12036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0" name="Google Shape;410;p27"/>
          <p:cNvGrpSpPr/>
          <p:nvPr/>
        </p:nvGrpSpPr>
        <p:grpSpPr>
          <a:xfrm>
            <a:off x="-4975057" y="-1545899"/>
            <a:ext cx="19196300" cy="11331300"/>
            <a:chOff x="-3731293" y="-1159425"/>
            <a:chExt cx="14397225" cy="8498475"/>
          </a:xfrm>
        </p:grpSpPr>
        <p:pic>
          <p:nvPicPr>
            <p:cNvPr id="411" name="Google Shape;411;p27"/>
            <p:cNvPicPr preferRelativeResize="0"/>
            <p:nvPr/>
          </p:nvPicPr>
          <p:blipFill>
            <a:blip r:embed="rId8">
              <a:alphaModFix amt="87000"/>
            </a:blip>
            <a:stretch>
              <a:fillRect/>
            </a:stretch>
          </p:blipFill>
          <p:spPr>
            <a:xfrm>
              <a:off x="-3731293" y="2511502"/>
              <a:ext cx="4654526" cy="48275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2" name="Google Shape;412;p27"/>
            <p:cNvPicPr preferRelativeResize="0"/>
            <p:nvPr/>
          </p:nvPicPr>
          <p:blipFill>
            <a:blip r:embed="rId9">
              <a:alphaModFix amt="86000"/>
            </a:blip>
            <a:stretch>
              <a:fillRect/>
            </a:stretch>
          </p:blipFill>
          <p:spPr>
            <a:xfrm rot="5019818">
              <a:off x="7862323" y="2237098"/>
              <a:ext cx="3167264" cy="21032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3" name="Google Shape;413;p27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3261724" y="-1159425"/>
              <a:ext cx="2891427" cy="16713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4" name="Google Shape;414;p27"/>
          <p:cNvSpPr txBox="1">
            <a:spLocks noGrp="1"/>
          </p:cNvSpPr>
          <p:nvPr>
            <p:ph type="title"/>
          </p:nvPr>
        </p:nvSpPr>
        <p:spPr>
          <a:xfrm>
            <a:off x="3130584" y="917667"/>
            <a:ext cx="5930800" cy="1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15" name="Google Shape;415;p27"/>
          <p:cNvSpPr txBox="1">
            <a:spLocks noGrp="1"/>
          </p:cNvSpPr>
          <p:nvPr>
            <p:ph type="subTitle" idx="1"/>
          </p:nvPr>
        </p:nvSpPr>
        <p:spPr>
          <a:xfrm>
            <a:off x="3130533" y="2246416"/>
            <a:ext cx="5930800" cy="16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6" name="Google Shape;416;p27"/>
          <p:cNvSpPr txBox="1"/>
          <p:nvPr/>
        </p:nvSpPr>
        <p:spPr>
          <a:xfrm>
            <a:off x="2802251" y="4727033"/>
            <a:ext cx="65944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CREDITS: This presentation template was created by </a:t>
            </a:r>
            <a:r>
              <a:rPr lang="en" sz="1600" b="1" u="sng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6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,</a:t>
            </a:r>
            <a:r>
              <a:rPr lang="en" sz="1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and includes icons by</a:t>
            </a:r>
            <a:r>
              <a:rPr lang="en" sz="16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1600" b="1" u="sng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6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,</a:t>
            </a:r>
            <a:r>
              <a:rPr lang="en" sz="1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and infographics &amp; images by </a:t>
            </a:r>
            <a:r>
              <a:rPr lang="en" sz="1600" b="1" u="sng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600" b="1" u="sng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endParaRPr sz="1600" b="1" u="sng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  <p:extLst>
      <p:ext uri="{BB962C8B-B14F-4D97-AF65-F5344CB8AC3E}">
        <p14:creationId xmlns:p14="http://schemas.microsoft.com/office/powerpoint/2010/main" val="1773845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9" name="Google Shape;419;p28"/>
          <p:cNvGrpSpPr/>
          <p:nvPr/>
        </p:nvGrpSpPr>
        <p:grpSpPr>
          <a:xfrm rot="10800000" flipH="1">
            <a:off x="-2415713" y="-2988119"/>
            <a:ext cx="7923511" cy="11707923"/>
            <a:chOff x="-1811785" y="-1627275"/>
            <a:chExt cx="5942633" cy="8780942"/>
          </a:xfrm>
        </p:grpSpPr>
        <p:pic>
          <p:nvPicPr>
            <p:cNvPr id="420" name="Google Shape;420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963581" y="-1627275"/>
              <a:ext cx="3167267" cy="21032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1" name="Google Shape;421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3024203" flipH="1">
              <a:off x="-1661175" y="4029886"/>
              <a:ext cx="3638626" cy="2103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2" name="Google Shape;422;p28"/>
          <p:cNvGrpSpPr/>
          <p:nvPr/>
        </p:nvGrpSpPr>
        <p:grpSpPr>
          <a:xfrm rot="10800000" flipH="1">
            <a:off x="1547578" y="-307895"/>
            <a:ext cx="9586884" cy="7371432"/>
            <a:chOff x="1160683" y="-385075"/>
            <a:chExt cx="7190163" cy="5528574"/>
          </a:xfrm>
        </p:grpSpPr>
        <p:pic>
          <p:nvPicPr>
            <p:cNvPr id="423" name="Google Shape;42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1160683" y="3587350"/>
              <a:ext cx="2362876" cy="15561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4" name="Google Shape;424;p2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7554246" y="-385075"/>
              <a:ext cx="796600" cy="8822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5" name="Google Shape;425;p28"/>
          <p:cNvGrpSpPr/>
          <p:nvPr/>
        </p:nvGrpSpPr>
        <p:grpSpPr>
          <a:xfrm rot="10800000" flipH="1">
            <a:off x="155860" y="-866511"/>
            <a:ext cx="9223097" cy="7479541"/>
            <a:chOff x="116894" y="-47195"/>
            <a:chExt cx="6917323" cy="5609656"/>
          </a:xfrm>
        </p:grpSpPr>
        <p:pic>
          <p:nvPicPr>
            <p:cNvPr id="426" name="Google Shape;426;p28"/>
            <p:cNvPicPr preferRelativeResize="0"/>
            <p:nvPr/>
          </p:nvPicPr>
          <p:blipFill>
            <a:blip r:embed="rId7">
              <a:alphaModFix amt="69000"/>
            </a:blip>
            <a:stretch>
              <a:fillRect/>
            </a:stretch>
          </p:blipFill>
          <p:spPr>
            <a:xfrm rot="-9899998" flipH="1">
              <a:off x="254490" y="102312"/>
              <a:ext cx="1318127" cy="1236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7" name="Google Shape;427;p28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 flipH="1">
              <a:off x="5990342" y="4600561"/>
              <a:ext cx="1043875" cy="9619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28" name="Google Shape;428;p2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-8100000">
            <a:off x="8713102" y="-769866"/>
            <a:ext cx="5321521" cy="57939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230627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9394151" flipH="1">
            <a:off x="-457325" y="3769397"/>
            <a:ext cx="5715497" cy="622293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2" name="Google Shape;432;p29"/>
          <p:cNvGrpSpPr/>
          <p:nvPr/>
        </p:nvGrpSpPr>
        <p:grpSpPr>
          <a:xfrm flipH="1">
            <a:off x="-2159260" y="-3131262"/>
            <a:ext cx="16050104" cy="11387539"/>
            <a:chOff x="-1322192" y="-2348446"/>
            <a:chExt cx="12037578" cy="8540654"/>
          </a:xfrm>
        </p:grpSpPr>
        <p:pic>
          <p:nvPicPr>
            <p:cNvPr id="433" name="Google Shape;433;p29"/>
            <p:cNvPicPr preferRelativeResize="0"/>
            <p:nvPr/>
          </p:nvPicPr>
          <p:blipFill>
            <a:blip r:embed="rId4">
              <a:alphaModFix amt="83000"/>
            </a:blip>
            <a:stretch>
              <a:fillRect/>
            </a:stretch>
          </p:blipFill>
          <p:spPr>
            <a:xfrm rot="-5400000">
              <a:off x="-1854202" y="3556950"/>
              <a:ext cx="3167267" cy="21032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4" name="Google Shape;434;p29"/>
            <p:cNvPicPr preferRelativeResize="0"/>
            <p:nvPr/>
          </p:nvPicPr>
          <p:blipFill>
            <a:blip r:embed="rId5">
              <a:alphaModFix amt="76000"/>
            </a:blip>
            <a:stretch>
              <a:fillRect/>
            </a:stretch>
          </p:blipFill>
          <p:spPr>
            <a:xfrm>
              <a:off x="-1014998" y="2578600"/>
              <a:ext cx="1555700" cy="14597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5" name="Google Shape;435;p29"/>
            <p:cNvPicPr preferRelativeResize="0"/>
            <p:nvPr/>
          </p:nvPicPr>
          <p:blipFill>
            <a:blip r:embed="rId6">
              <a:alphaModFix amt="85000"/>
            </a:blip>
            <a:stretch>
              <a:fillRect/>
            </a:stretch>
          </p:blipFill>
          <p:spPr>
            <a:xfrm rot="-8404919">
              <a:off x="6825908" y="-1426076"/>
              <a:ext cx="3638626" cy="21032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6" name="Google Shape;436;p29"/>
          <p:cNvGrpSpPr/>
          <p:nvPr/>
        </p:nvGrpSpPr>
        <p:grpSpPr>
          <a:xfrm>
            <a:off x="-161026" y="-983266"/>
            <a:ext cx="4153315" cy="8930073"/>
            <a:chOff x="-120769" y="-737450"/>
            <a:chExt cx="3114986" cy="6697555"/>
          </a:xfrm>
        </p:grpSpPr>
        <p:pic>
          <p:nvPicPr>
            <p:cNvPr id="437" name="Google Shape;437;p2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flipH="1">
              <a:off x="1907418" y="-737450"/>
              <a:ext cx="1086799" cy="1203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8" name="Google Shape;438;p2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1812908" flipH="1">
              <a:off x="108267" y="4564776"/>
              <a:ext cx="1086800" cy="1203625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2546804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96E31-2DF0-0EC2-787B-AFC01417E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9E81B-0D33-F1A8-0EFB-9A8B270D4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B8508-498F-085D-4CDB-8448309DA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E4428-A1FF-DBC5-4ABC-56D09E75F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DFE3E-565C-D139-498A-3DA32408B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16B62-00B0-45FF-8DB4-4765E5A17F9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795193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277032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2"/>
          <p:cNvSpPr txBox="1">
            <a:spLocks noGrp="1"/>
          </p:cNvSpPr>
          <p:nvPr>
            <p:ph type="title"/>
          </p:nvPr>
        </p:nvSpPr>
        <p:spPr>
          <a:xfrm>
            <a:off x="964600" y="681367"/>
            <a:ext cx="102628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731269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-3528892" y="-2194563"/>
            <a:ext cx="17475627" cy="11677552"/>
            <a:chOff x="-2646669" y="-1645922"/>
            <a:chExt cx="13106720" cy="8758164"/>
          </a:xfrm>
        </p:grpSpPr>
        <p:pic>
          <p:nvPicPr>
            <p:cNvPr id="11" name="Google Shape;11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3702422">
              <a:off x="-1783211" y="2152525"/>
              <a:ext cx="3991121" cy="43454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2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291766" y="-1823087"/>
              <a:ext cx="3991120" cy="434545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" name="Google Shape;13;p2"/>
          <p:cNvGrpSpPr/>
          <p:nvPr/>
        </p:nvGrpSpPr>
        <p:grpSpPr>
          <a:xfrm>
            <a:off x="-3528890" y="-1851563"/>
            <a:ext cx="16807159" cy="9798896"/>
            <a:chOff x="-2646668" y="-1388672"/>
            <a:chExt cx="12605369" cy="7349172"/>
          </a:xfrm>
        </p:grpSpPr>
        <p:pic>
          <p:nvPicPr>
            <p:cNvPr id="14" name="Google Shape;14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44">
              <a:off x="6902850" y="3860896"/>
              <a:ext cx="3055850" cy="20995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2"/>
            <p:cNvPicPr preferRelativeResize="0"/>
            <p:nvPr/>
          </p:nvPicPr>
          <p:blipFill>
            <a:blip r:embed="rId5">
              <a:alphaModFix amt="46000"/>
            </a:blip>
            <a:stretch>
              <a:fillRect/>
            </a:stretch>
          </p:blipFill>
          <p:spPr>
            <a:xfrm rot="190401">
              <a:off x="-2567154" y="-1266015"/>
              <a:ext cx="4514499" cy="299789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" name="Google Shape;16;p2"/>
          <p:cNvGrpSpPr/>
          <p:nvPr/>
        </p:nvGrpSpPr>
        <p:grpSpPr>
          <a:xfrm>
            <a:off x="284061" y="-854564"/>
            <a:ext cx="12089497" cy="7712595"/>
            <a:chOff x="213045" y="-640923"/>
            <a:chExt cx="9067123" cy="5784446"/>
          </a:xfrm>
        </p:grpSpPr>
        <p:pic>
          <p:nvPicPr>
            <p:cNvPr id="17" name="Google Shape;17;p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3154190">
              <a:off x="304301" y="3909850"/>
              <a:ext cx="1320889" cy="882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1131160">
              <a:off x="6729249" y="-300900"/>
              <a:ext cx="2362877" cy="15561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2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133212" y="3400275"/>
              <a:ext cx="796600" cy="8822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" name="Google Shape;20;p2"/>
          <p:cNvSpPr txBox="1">
            <a:spLocks noGrp="1"/>
          </p:cNvSpPr>
          <p:nvPr>
            <p:ph type="ctrTitle"/>
          </p:nvPr>
        </p:nvSpPr>
        <p:spPr>
          <a:xfrm>
            <a:off x="1927967" y="1552099"/>
            <a:ext cx="8336000" cy="298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3086351" y="4662641"/>
            <a:ext cx="6019200" cy="485200"/>
          </a:xfrm>
          <a:prstGeom prst="rect">
            <a:avLst/>
          </a:prstGeom>
          <a:solidFill>
            <a:srgbClr val="EBB59E">
              <a:alpha val="2813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358573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" name="Google Shape;24;p3"/>
          <p:cNvGrpSpPr/>
          <p:nvPr/>
        </p:nvGrpSpPr>
        <p:grpSpPr>
          <a:xfrm>
            <a:off x="-1293369" y="-4179984"/>
            <a:ext cx="15954724" cy="12763715"/>
            <a:chOff x="-970027" y="-3134988"/>
            <a:chExt cx="11966043" cy="9572786"/>
          </a:xfrm>
        </p:grpSpPr>
        <p:pic>
          <p:nvPicPr>
            <p:cNvPr id="25" name="Google Shape;25;p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3069595">
              <a:off x="7600098" y="-1204751"/>
              <a:ext cx="3167267" cy="21032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Google Shape;26;p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5400000">
              <a:off x="7429532" y="1619675"/>
              <a:ext cx="3638627" cy="2103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Google Shape;27;p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9852316">
              <a:off x="-582739" y="-2765951"/>
              <a:ext cx="3167275" cy="32849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Google Shape;28;p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970027" y="4334550"/>
              <a:ext cx="3167267" cy="210324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9" name="Google Shape;29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76655" y="202400"/>
            <a:ext cx="6418336" cy="69881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" name="Google Shape;30;p3"/>
          <p:cNvGrpSpPr/>
          <p:nvPr/>
        </p:nvGrpSpPr>
        <p:grpSpPr>
          <a:xfrm>
            <a:off x="2638532" y="-1222167"/>
            <a:ext cx="8468261" cy="7940165"/>
            <a:chOff x="1978899" y="-916625"/>
            <a:chExt cx="6351196" cy="5955124"/>
          </a:xfrm>
        </p:grpSpPr>
        <p:pic>
          <p:nvPicPr>
            <p:cNvPr id="31" name="Google Shape;31;p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7293761">
              <a:off x="7278652" y="3956300"/>
              <a:ext cx="852375" cy="943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" name="Google Shape;32;p3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978899" y="-916625"/>
              <a:ext cx="2408776" cy="15863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" name="Google Shape;33;p3"/>
          <p:cNvGrpSpPr/>
          <p:nvPr/>
        </p:nvGrpSpPr>
        <p:grpSpPr>
          <a:xfrm>
            <a:off x="2033737" y="-669369"/>
            <a:ext cx="6562035" cy="8629700"/>
            <a:chOff x="1525303" y="-502027"/>
            <a:chExt cx="4921526" cy="6472275"/>
          </a:xfrm>
        </p:grpSpPr>
        <p:pic>
          <p:nvPicPr>
            <p:cNvPr id="34" name="Google Shape;34;p3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5402953" y="-502027"/>
              <a:ext cx="1043875" cy="961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" name="Google Shape;35;p3"/>
            <p:cNvPicPr preferRelativeResize="0"/>
            <p:nvPr/>
          </p:nvPicPr>
          <p:blipFill>
            <a:blip r:embed="rId10">
              <a:alphaModFix amt="54000"/>
            </a:blip>
            <a:stretch>
              <a:fillRect/>
            </a:stretch>
          </p:blipFill>
          <p:spPr>
            <a:xfrm>
              <a:off x="1525303" y="4558150"/>
              <a:ext cx="1504950" cy="14120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" name="Google Shape;36;p3"/>
          <p:cNvSpPr txBox="1">
            <a:spLocks noGrp="1"/>
          </p:cNvSpPr>
          <p:nvPr>
            <p:ph type="title"/>
          </p:nvPr>
        </p:nvSpPr>
        <p:spPr>
          <a:xfrm>
            <a:off x="1423733" y="2717751"/>
            <a:ext cx="6756800" cy="1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667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" name="Google Shape;37;p3"/>
          <p:cNvSpPr txBox="1">
            <a:spLocks noGrp="1"/>
          </p:cNvSpPr>
          <p:nvPr>
            <p:ph type="title" idx="2" hasCustomPrompt="1"/>
          </p:nvPr>
        </p:nvSpPr>
        <p:spPr>
          <a:xfrm>
            <a:off x="1423733" y="1547967"/>
            <a:ext cx="1765600" cy="139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38" name="Google Shape;38;p3"/>
          <p:cNvSpPr txBox="1">
            <a:spLocks noGrp="1"/>
          </p:cNvSpPr>
          <p:nvPr>
            <p:ph type="subTitle" idx="1"/>
          </p:nvPr>
        </p:nvSpPr>
        <p:spPr>
          <a:xfrm>
            <a:off x="1423733" y="4151333"/>
            <a:ext cx="6756800" cy="485200"/>
          </a:xfrm>
          <a:prstGeom prst="rect">
            <a:avLst/>
          </a:prstGeom>
          <a:solidFill>
            <a:srgbClr val="EBB59E">
              <a:alpha val="2813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8914661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oogle Shape;41;p4"/>
          <p:cNvGrpSpPr/>
          <p:nvPr/>
        </p:nvGrpSpPr>
        <p:grpSpPr>
          <a:xfrm>
            <a:off x="9813711" y="-2026534"/>
            <a:ext cx="5069263" cy="11053671"/>
            <a:chOff x="7360283" y="-1519901"/>
            <a:chExt cx="3801947" cy="8290253"/>
          </a:xfrm>
        </p:grpSpPr>
        <p:pic>
          <p:nvPicPr>
            <p:cNvPr id="42" name="Google Shape;42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996705">
              <a:off x="7677623" y="-823400"/>
              <a:ext cx="3167267" cy="21032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" name="Google Shape;43;p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51214">
              <a:off x="7570445" y="3619424"/>
              <a:ext cx="3638626" cy="21032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" name="Google Shape;44;p4"/>
          <p:cNvGrpSpPr/>
          <p:nvPr/>
        </p:nvGrpSpPr>
        <p:grpSpPr>
          <a:xfrm>
            <a:off x="-4167656" y="-2740879"/>
            <a:ext cx="7859840" cy="13326483"/>
            <a:chOff x="-3125742" y="-2055659"/>
            <a:chExt cx="5894880" cy="9994862"/>
          </a:xfrm>
        </p:grpSpPr>
        <p:pic>
          <p:nvPicPr>
            <p:cNvPr id="45" name="Google Shape;45;p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2700000">
              <a:off x="-2173872" y="2819024"/>
              <a:ext cx="3991141" cy="43454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" name="Google Shape;46;p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1245730">
              <a:off x="-2485122" y="-1489348"/>
              <a:ext cx="3991141" cy="43454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" name="Google Shape;47;p4"/>
          <p:cNvGrpSpPr/>
          <p:nvPr/>
        </p:nvGrpSpPr>
        <p:grpSpPr>
          <a:xfrm>
            <a:off x="419899" y="-572667"/>
            <a:ext cx="12887000" cy="7692832"/>
            <a:chOff x="314924" y="-429500"/>
            <a:chExt cx="9665250" cy="5769624"/>
          </a:xfrm>
        </p:grpSpPr>
        <p:pic>
          <p:nvPicPr>
            <p:cNvPr id="48" name="Google Shape;48;p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617299" y="3783975"/>
              <a:ext cx="2362876" cy="15561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" name="Google Shape;49;p4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14924" y="-429500"/>
              <a:ext cx="796600" cy="8822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0" name="Google Shape;50;p4"/>
          <p:cNvGrpSpPr/>
          <p:nvPr/>
        </p:nvGrpSpPr>
        <p:grpSpPr>
          <a:xfrm>
            <a:off x="2980855" y="-1008394"/>
            <a:ext cx="7696848" cy="8666091"/>
            <a:chOff x="2235641" y="-756295"/>
            <a:chExt cx="5772636" cy="6499568"/>
          </a:xfrm>
        </p:grpSpPr>
        <p:pic>
          <p:nvPicPr>
            <p:cNvPr id="51" name="Google Shape;51;p4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 rot="9899998">
              <a:off x="6552553" y="-606788"/>
              <a:ext cx="1318127" cy="1236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" name="Google Shape;52;p4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2235641" y="4781373"/>
              <a:ext cx="1043875" cy="961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960000" y="1514433"/>
            <a:ext cx="102720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72524" rtl="0">
              <a:spcBef>
                <a:spcPts val="0"/>
              </a:spcBef>
              <a:spcAft>
                <a:spcPts val="0"/>
              </a:spcAft>
              <a:buSzPts val="800"/>
              <a:buFont typeface="Nunito Light"/>
              <a:buChar char="●"/>
              <a:defRPr sz="1600"/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828754" lvl="2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2438339" lvl="3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3047924" lvl="4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3657509" lvl="5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4267093" lvl="6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4876678" lvl="7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5486263" lvl="8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917409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8" name="Google Shape;58;p5"/>
          <p:cNvSpPr txBox="1">
            <a:spLocks noGrp="1"/>
          </p:cNvSpPr>
          <p:nvPr>
            <p:ph type="subTitle" idx="1"/>
          </p:nvPr>
        </p:nvSpPr>
        <p:spPr>
          <a:xfrm>
            <a:off x="6301200" y="2496471"/>
            <a:ext cx="4930800" cy="36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121917"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867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3733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3733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3733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3733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3733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3733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3733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9" name="Google Shape;59;p5"/>
          <p:cNvSpPr txBox="1">
            <a:spLocks noGrp="1"/>
          </p:cNvSpPr>
          <p:nvPr>
            <p:ph type="subTitle" idx="2"/>
          </p:nvPr>
        </p:nvSpPr>
        <p:spPr>
          <a:xfrm>
            <a:off x="960000" y="2496471"/>
            <a:ext cx="4930800" cy="36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121917"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867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733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733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733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733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733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733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733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subTitle" idx="3"/>
          </p:nvPr>
        </p:nvSpPr>
        <p:spPr>
          <a:xfrm>
            <a:off x="960000" y="1843667"/>
            <a:ext cx="4930800" cy="65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subTitle" idx="4"/>
          </p:nvPr>
        </p:nvSpPr>
        <p:spPr>
          <a:xfrm>
            <a:off x="6301200" y="1843667"/>
            <a:ext cx="4930800" cy="65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62" name="Google Shape;62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7666905">
            <a:off x="5738240" y="4957729"/>
            <a:ext cx="5321497" cy="579393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5"/>
          <p:cNvGrpSpPr/>
          <p:nvPr/>
        </p:nvGrpSpPr>
        <p:grpSpPr>
          <a:xfrm>
            <a:off x="4828653" y="-745529"/>
            <a:ext cx="7363360" cy="8447776"/>
            <a:chOff x="3621490" y="-559147"/>
            <a:chExt cx="5522520" cy="6335832"/>
          </a:xfrm>
        </p:grpSpPr>
        <p:pic>
          <p:nvPicPr>
            <p:cNvPr id="64" name="Google Shape;64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1613369">
              <a:off x="7695024" y="4643452"/>
              <a:ext cx="1320890" cy="882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3621490" y="-559147"/>
              <a:ext cx="796600" cy="8822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6" name="Google Shape;66;p5"/>
          <p:cNvGrpSpPr/>
          <p:nvPr/>
        </p:nvGrpSpPr>
        <p:grpSpPr>
          <a:xfrm>
            <a:off x="-2563465" y="-3170697"/>
            <a:ext cx="16013960" cy="11795593"/>
            <a:chOff x="-1922599" y="-2378023"/>
            <a:chExt cx="12010470" cy="8846695"/>
          </a:xfrm>
        </p:grpSpPr>
        <p:pic>
          <p:nvPicPr>
            <p:cNvPr id="67" name="Google Shape;67;p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-7427685">
              <a:off x="7632471" y="-1010673"/>
              <a:ext cx="2308577" cy="158614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8" name="Google Shape;68;p5"/>
            <p:cNvGrpSpPr/>
            <p:nvPr/>
          </p:nvGrpSpPr>
          <p:grpSpPr>
            <a:xfrm>
              <a:off x="-1922599" y="-2378023"/>
              <a:ext cx="3747552" cy="8846695"/>
              <a:chOff x="-1922599" y="-2378023"/>
              <a:chExt cx="3747552" cy="8846695"/>
            </a:xfrm>
          </p:grpSpPr>
          <p:pic>
            <p:nvPicPr>
              <p:cNvPr id="69" name="Google Shape;69;p5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 rot="-7392115">
                <a:off x="-1779951" y="3892504"/>
                <a:ext cx="2763477" cy="183511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0" name="Google Shape;70;p5"/>
              <p:cNvPicPr preferRelativeResize="0"/>
              <p:nvPr/>
            </p:nvPicPr>
            <p:blipFill>
              <a:blip r:embed="rId8">
                <a:alphaModFix amt="76000"/>
              </a:blip>
              <a:stretch>
                <a:fillRect/>
              </a:stretch>
            </p:blipFill>
            <p:spPr>
              <a:xfrm rot="-5400000">
                <a:off x="-1730709" y="-2442909"/>
                <a:ext cx="3490775" cy="362054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71" name="Google Shape;71;p5"/>
          <p:cNvGrpSpPr/>
          <p:nvPr/>
        </p:nvGrpSpPr>
        <p:grpSpPr>
          <a:xfrm>
            <a:off x="-851653" y="1213938"/>
            <a:ext cx="14263191" cy="1871527"/>
            <a:chOff x="-638740" y="910453"/>
            <a:chExt cx="10697393" cy="1403645"/>
          </a:xfrm>
        </p:grpSpPr>
        <p:pic>
          <p:nvPicPr>
            <p:cNvPr id="72" name="Google Shape;72;p5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 rot="10800000">
              <a:off x="-638740" y="910453"/>
              <a:ext cx="1043875" cy="961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5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8731803" y="1069113"/>
              <a:ext cx="1326850" cy="1244986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94257572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77" name="Google Shape;77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3555" y="2893000"/>
            <a:ext cx="6418336" cy="6988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1101" y="6288801"/>
            <a:ext cx="2913268" cy="1683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7293761">
            <a:off x="11581637" y="3680534"/>
            <a:ext cx="1136500" cy="12586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" name="Google Shape;80;p6"/>
          <p:cNvGrpSpPr/>
          <p:nvPr/>
        </p:nvGrpSpPr>
        <p:grpSpPr>
          <a:xfrm>
            <a:off x="-3981055" y="-2728189"/>
            <a:ext cx="18642408" cy="12030144"/>
            <a:chOff x="-2985791" y="-2046142"/>
            <a:chExt cx="13981806" cy="9022608"/>
          </a:xfrm>
        </p:grpSpPr>
        <p:pic>
          <p:nvPicPr>
            <p:cNvPr id="81" name="Google Shape;81;p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3069595">
              <a:off x="7600098" y="-1204751"/>
              <a:ext cx="3167267" cy="21032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6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6438708">
              <a:off x="-2530091" y="-1473399"/>
              <a:ext cx="3167276" cy="32849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-6935066">
              <a:off x="-1650952" y="4042348"/>
              <a:ext cx="3167269" cy="21032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4" name="Google Shape;84;p6"/>
          <p:cNvGrpSpPr/>
          <p:nvPr/>
        </p:nvGrpSpPr>
        <p:grpSpPr>
          <a:xfrm>
            <a:off x="5028902" y="-979803"/>
            <a:ext cx="4949737" cy="8727965"/>
            <a:chOff x="3771676" y="-734852"/>
            <a:chExt cx="3712303" cy="6545974"/>
          </a:xfrm>
        </p:grpSpPr>
        <p:pic>
          <p:nvPicPr>
            <p:cNvPr id="85" name="Google Shape;85;p6"/>
            <p:cNvPicPr preferRelativeResize="0"/>
            <p:nvPr/>
          </p:nvPicPr>
          <p:blipFill>
            <a:blip r:embed="rId8">
              <a:alphaModFix amt="87000"/>
            </a:blip>
            <a:stretch>
              <a:fillRect/>
            </a:stretch>
          </p:blipFill>
          <p:spPr>
            <a:xfrm>
              <a:off x="6440103" y="-734852"/>
              <a:ext cx="1043875" cy="961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6"/>
            <p:cNvPicPr preferRelativeResize="0"/>
            <p:nvPr/>
          </p:nvPicPr>
          <p:blipFill>
            <a:blip r:embed="rId9">
              <a:alphaModFix amt="54000"/>
            </a:blip>
            <a:stretch>
              <a:fillRect/>
            </a:stretch>
          </p:blipFill>
          <p:spPr>
            <a:xfrm>
              <a:off x="3771676" y="4831650"/>
              <a:ext cx="1043876" cy="979472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3843914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7"/>
          <p:cNvSpPr txBox="1">
            <a:spLocks noGrp="1"/>
          </p:cNvSpPr>
          <p:nvPr>
            <p:ph type="title"/>
          </p:nvPr>
        </p:nvSpPr>
        <p:spPr>
          <a:xfrm>
            <a:off x="960000" y="589467"/>
            <a:ext cx="9766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" name="Google Shape;90;p7"/>
          <p:cNvSpPr txBox="1">
            <a:spLocks noGrp="1"/>
          </p:cNvSpPr>
          <p:nvPr>
            <p:ph type="subTitle" idx="1"/>
          </p:nvPr>
        </p:nvSpPr>
        <p:spPr>
          <a:xfrm>
            <a:off x="960000" y="1535533"/>
            <a:ext cx="9766000" cy="39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91" name="Google Shape;91;p7"/>
          <p:cNvGrpSpPr/>
          <p:nvPr/>
        </p:nvGrpSpPr>
        <p:grpSpPr>
          <a:xfrm>
            <a:off x="8162123" y="-2141466"/>
            <a:ext cx="7048611" cy="11256356"/>
            <a:chOff x="6121592" y="-1606100"/>
            <a:chExt cx="5286458" cy="8442267"/>
          </a:xfrm>
        </p:grpSpPr>
        <p:pic>
          <p:nvPicPr>
            <p:cNvPr id="92" name="Google Shape;92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21592" y="-1606100"/>
              <a:ext cx="3167267" cy="21032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" name="Google Shape;93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024203">
              <a:off x="7618814" y="3712386"/>
              <a:ext cx="3638626" cy="21032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4" name="Google Shape;94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1138458" y="-513434"/>
            <a:ext cx="1062133" cy="1176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2700000">
            <a:off x="-2142703" y="3783765"/>
            <a:ext cx="5321521" cy="57939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" name="Google Shape;96;p7"/>
          <p:cNvGrpSpPr/>
          <p:nvPr/>
        </p:nvGrpSpPr>
        <p:grpSpPr>
          <a:xfrm>
            <a:off x="3401963" y="-810826"/>
            <a:ext cx="8884431" cy="8227441"/>
            <a:chOff x="2551472" y="-608120"/>
            <a:chExt cx="6663323" cy="6170581"/>
          </a:xfrm>
        </p:grpSpPr>
        <p:pic>
          <p:nvPicPr>
            <p:cNvPr id="97" name="Google Shape;97;p7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551472" y="4600561"/>
              <a:ext cx="1043875" cy="961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" name="Google Shape;98;p7"/>
            <p:cNvPicPr preferRelativeResize="0"/>
            <p:nvPr/>
          </p:nvPicPr>
          <p:blipFill>
            <a:blip r:embed="rId8">
              <a:alphaModFix amt="69000"/>
            </a:blip>
            <a:stretch>
              <a:fillRect/>
            </a:stretch>
          </p:blipFill>
          <p:spPr>
            <a:xfrm rot="9899998">
              <a:off x="7759072" y="-458613"/>
              <a:ext cx="1318127" cy="1236801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64203460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8"/>
          <p:cNvSpPr txBox="1">
            <a:spLocks noGrp="1"/>
          </p:cNvSpPr>
          <p:nvPr>
            <p:ph type="title"/>
          </p:nvPr>
        </p:nvSpPr>
        <p:spPr>
          <a:xfrm>
            <a:off x="2192600" y="2374467"/>
            <a:ext cx="7806800" cy="160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EB Garamond"/>
              <a:buNone/>
              <a:defRPr sz="6400">
                <a:latin typeface="EB Garamond"/>
                <a:ea typeface="EB Garamond"/>
                <a:cs typeface="EB Garamond"/>
                <a:sym typeface="EB Garamo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EB Garamond"/>
              <a:buNone/>
              <a:defRPr sz="6400">
                <a:latin typeface="EB Garamond"/>
                <a:ea typeface="EB Garamond"/>
                <a:cs typeface="EB Garamond"/>
                <a:sym typeface="EB Garamo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EB Garamond"/>
              <a:buNone/>
              <a:defRPr sz="6400">
                <a:latin typeface="EB Garamond"/>
                <a:ea typeface="EB Garamond"/>
                <a:cs typeface="EB Garamond"/>
                <a:sym typeface="EB Garamo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EB Garamond"/>
              <a:buNone/>
              <a:defRPr sz="6400">
                <a:latin typeface="EB Garamond"/>
                <a:ea typeface="EB Garamond"/>
                <a:cs typeface="EB Garamond"/>
                <a:sym typeface="EB Garamo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EB Garamond"/>
              <a:buNone/>
              <a:defRPr sz="6400">
                <a:latin typeface="EB Garamond"/>
                <a:ea typeface="EB Garamond"/>
                <a:cs typeface="EB Garamond"/>
                <a:sym typeface="EB Garamo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EB Garamond"/>
              <a:buNone/>
              <a:defRPr sz="6400">
                <a:latin typeface="EB Garamond"/>
                <a:ea typeface="EB Garamond"/>
                <a:cs typeface="EB Garamond"/>
                <a:sym typeface="EB Garamo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EB Garamond"/>
              <a:buNone/>
              <a:defRPr sz="6400">
                <a:latin typeface="EB Garamond"/>
                <a:ea typeface="EB Garamond"/>
                <a:cs typeface="EB Garamond"/>
                <a:sym typeface="EB Garamo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EB Garamond"/>
              <a:buNone/>
              <a:defRPr sz="6400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02" name="Google Shape;102;p8"/>
          <p:cNvGrpSpPr/>
          <p:nvPr/>
        </p:nvGrpSpPr>
        <p:grpSpPr>
          <a:xfrm>
            <a:off x="-2610199" y="-2518379"/>
            <a:ext cx="8961673" cy="13714645"/>
            <a:chOff x="-1957650" y="-1888784"/>
            <a:chExt cx="6721255" cy="10285984"/>
          </a:xfrm>
        </p:grpSpPr>
        <p:pic>
          <p:nvPicPr>
            <p:cNvPr id="103" name="Google Shape;103;p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7666905" flipH="1">
              <a:off x="-171763" y="3316147"/>
              <a:ext cx="3991123" cy="43454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" name="Google Shape;104;p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 flipH="1">
              <a:off x="-1780484" y="-2065950"/>
              <a:ext cx="3991120" cy="434545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5" name="Google Shape;105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 flipH="1">
            <a:off x="6618455" y="-671596"/>
            <a:ext cx="1391833" cy="12825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" name="Google Shape;106;p8"/>
          <p:cNvGrpSpPr/>
          <p:nvPr/>
        </p:nvGrpSpPr>
        <p:grpSpPr>
          <a:xfrm>
            <a:off x="-379321" y="-846111"/>
            <a:ext cx="7317020" cy="7339523"/>
            <a:chOff x="-284491" y="-634583"/>
            <a:chExt cx="5487765" cy="5504642"/>
          </a:xfrm>
        </p:grpSpPr>
        <p:pic>
          <p:nvPicPr>
            <p:cNvPr id="107" name="Google Shape;107;p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613369" flipH="1">
              <a:off x="249100" y="3736827"/>
              <a:ext cx="1320890" cy="882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" name="Google Shape;108;p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7840044" flipH="1">
              <a:off x="-105851" y="-9485"/>
              <a:ext cx="2362876" cy="1556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8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10800000" flipH="1">
              <a:off x="4406674" y="-334335"/>
              <a:ext cx="796600" cy="8822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0" name="Google Shape;110;p8"/>
          <p:cNvGrpSpPr/>
          <p:nvPr/>
        </p:nvGrpSpPr>
        <p:grpSpPr>
          <a:xfrm>
            <a:off x="-2610200" y="-2789697"/>
            <a:ext cx="17822819" cy="13720929"/>
            <a:chOff x="-1957650" y="-2092273"/>
            <a:chExt cx="13367114" cy="10290697"/>
          </a:xfrm>
        </p:grpSpPr>
        <p:pic>
          <p:nvPicPr>
            <p:cNvPr id="111" name="Google Shape;111;p8"/>
            <p:cNvPicPr preferRelativeResize="0"/>
            <p:nvPr/>
          </p:nvPicPr>
          <p:blipFill>
            <a:blip r:embed="rId8">
              <a:alphaModFix amt="75000"/>
            </a:blip>
            <a:stretch>
              <a:fillRect/>
            </a:stretch>
          </p:blipFill>
          <p:spPr>
            <a:xfrm rot="-10799956" flipH="1">
              <a:off x="-1957650" y="857009"/>
              <a:ext cx="3055850" cy="20995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" name="Google Shape;112;p8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 rot="7392123" flipH="1">
              <a:off x="6661918" y="3989918"/>
              <a:ext cx="4514503" cy="29978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8"/>
            <p:cNvPicPr preferRelativeResize="0"/>
            <p:nvPr/>
          </p:nvPicPr>
          <p:blipFill>
            <a:blip r:embed="rId10">
              <a:alphaModFix amt="76000"/>
            </a:blip>
            <a:stretch>
              <a:fillRect/>
            </a:stretch>
          </p:blipFill>
          <p:spPr>
            <a:xfrm rot="5400000" flipH="1">
              <a:off x="6728673" y="-2157159"/>
              <a:ext cx="3490775" cy="3620548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41898920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9"/>
          <p:cNvSpPr txBox="1">
            <a:spLocks noGrp="1"/>
          </p:cNvSpPr>
          <p:nvPr>
            <p:ph type="title"/>
          </p:nvPr>
        </p:nvSpPr>
        <p:spPr>
          <a:xfrm>
            <a:off x="960000" y="1884700"/>
            <a:ext cx="5726400" cy="279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333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9"/>
          <p:cNvSpPr txBox="1">
            <a:spLocks noGrp="1"/>
          </p:cNvSpPr>
          <p:nvPr>
            <p:ph type="subTitle" idx="1"/>
          </p:nvPr>
        </p:nvSpPr>
        <p:spPr>
          <a:xfrm>
            <a:off x="960000" y="4678400"/>
            <a:ext cx="5726400" cy="133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18" name="Google Shape;118;p9"/>
          <p:cNvGrpSpPr/>
          <p:nvPr/>
        </p:nvGrpSpPr>
        <p:grpSpPr>
          <a:xfrm rot="10800000">
            <a:off x="7380273" y="-2169685"/>
            <a:ext cx="7189711" cy="11118789"/>
            <a:chOff x="-1261435" y="-1947425"/>
            <a:chExt cx="5392283" cy="8339092"/>
          </a:xfrm>
        </p:grpSpPr>
        <p:pic>
          <p:nvPicPr>
            <p:cNvPr id="119" name="Google Shape;11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963581" y="-1947425"/>
              <a:ext cx="3167267" cy="21032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3024203" flipH="1">
              <a:off x="-1110825" y="3267886"/>
              <a:ext cx="3638626" cy="2103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1" name="Google Shape;121;p9"/>
          <p:cNvGrpSpPr/>
          <p:nvPr/>
        </p:nvGrpSpPr>
        <p:grpSpPr>
          <a:xfrm rot="10800000">
            <a:off x="328375" y="-745361"/>
            <a:ext cx="12188184" cy="8066432"/>
            <a:chOff x="278633" y="-726400"/>
            <a:chExt cx="9141138" cy="6049824"/>
          </a:xfrm>
        </p:grpSpPr>
        <p:pic>
          <p:nvPicPr>
            <p:cNvPr id="122" name="Google Shape;122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278633" y="3767275"/>
              <a:ext cx="2362876" cy="15561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8623171" y="-726400"/>
              <a:ext cx="796600" cy="8822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4" name="Google Shape;124;p9"/>
          <p:cNvGrpSpPr/>
          <p:nvPr/>
        </p:nvGrpSpPr>
        <p:grpSpPr>
          <a:xfrm rot="10800000">
            <a:off x="1448880" y="-810077"/>
            <a:ext cx="11565531" cy="7352541"/>
            <a:chOff x="-94756" y="-142445"/>
            <a:chExt cx="8674148" cy="5514406"/>
          </a:xfrm>
        </p:grpSpPr>
        <p:pic>
          <p:nvPicPr>
            <p:cNvPr id="125" name="Google Shape;125;p9"/>
            <p:cNvPicPr preferRelativeResize="0"/>
            <p:nvPr/>
          </p:nvPicPr>
          <p:blipFill>
            <a:blip r:embed="rId7">
              <a:alphaModFix amt="69000"/>
            </a:blip>
            <a:stretch>
              <a:fillRect/>
            </a:stretch>
          </p:blipFill>
          <p:spPr>
            <a:xfrm rot="-9899998" flipH="1">
              <a:off x="42840" y="7062"/>
              <a:ext cx="1318127" cy="1236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" name="Google Shape;126;p9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 flipH="1">
              <a:off x="7535517" y="4410061"/>
              <a:ext cx="1043875" cy="9619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7" name="Google Shape;127;p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8100000" flipH="1">
            <a:off x="-1457019" y="-3225199"/>
            <a:ext cx="5321521" cy="57939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612198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10"/>
          <p:cNvSpPr txBox="1">
            <a:spLocks noGrp="1"/>
          </p:cNvSpPr>
          <p:nvPr>
            <p:ph type="title"/>
          </p:nvPr>
        </p:nvSpPr>
        <p:spPr>
          <a:xfrm>
            <a:off x="960000" y="4619567"/>
            <a:ext cx="4847200" cy="15252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872858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3" name="Google Shape;133;p11"/>
          <p:cNvGrpSpPr/>
          <p:nvPr/>
        </p:nvGrpSpPr>
        <p:grpSpPr>
          <a:xfrm>
            <a:off x="-2610200" y="-4609997"/>
            <a:ext cx="10147007" cy="13714628"/>
            <a:chOff x="-1957650" y="-3457498"/>
            <a:chExt cx="7610255" cy="10285971"/>
          </a:xfrm>
        </p:grpSpPr>
        <p:pic>
          <p:nvPicPr>
            <p:cNvPr id="134" name="Google Shape;134;p1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3133095">
              <a:off x="717237" y="-2721899"/>
              <a:ext cx="3991123" cy="43454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" name="Google Shape;135;p1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-1780484" y="2660188"/>
              <a:ext cx="3991120" cy="434545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6" name="Google Shape;136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18455" y="5975315"/>
            <a:ext cx="1391833" cy="12825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7" name="Google Shape;137;p11"/>
          <p:cNvGrpSpPr/>
          <p:nvPr/>
        </p:nvGrpSpPr>
        <p:grpSpPr>
          <a:xfrm>
            <a:off x="-379321" y="-707188"/>
            <a:ext cx="12571325" cy="8139551"/>
            <a:chOff x="-284491" y="-530391"/>
            <a:chExt cx="9428494" cy="6104663"/>
          </a:xfrm>
        </p:grpSpPr>
        <p:pic>
          <p:nvPicPr>
            <p:cNvPr id="138" name="Google Shape;138;p1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80850" y="98388"/>
              <a:ext cx="1320889" cy="882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" name="Google Shape;139;p1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2959956">
              <a:off x="-105851" y="3393025"/>
              <a:ext cx="2362876" cy="1556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" name="Google Shape;140;p1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2257247">
              <a:off x="5882612" y="313408"/>
              <a:ext cx="3202202" cy="1284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1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406674" y="4391800"/>
              <a:ext cx="796600" cy="8822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2" name="Google Shape;142;p11"/>
          <p:cNvGrpSpPr/>
          <p:nvPr/>
        </p:nvGrpSpPr>
        <p:grpSpPr>
          <a:xfrm>
            <a:off x="8571834" y="-4344978"/>
            <a:ext cx="6640785" cy="13720929"/>
            <a:chOff x="6428875" y="-3258734"/>
            <a:chExt cx="4980589" cy="10290697"/>
          </a:xfrm>
        </p:grpSpPr>
        <p:pic>
          <p:nvPicPr>
            <p:cNvPr id="143" name="Google Shape;143;p11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 rot="3407877">
              <a:off x="6661918" y="-2048128"/>
              <a:ext cx="4514503" cy="29978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11"/>
            <p:cNvPicPr preferRelativeResize="0"/>
            <p:nvPr/>
          </p:nvPicPr>
          <p:blipFill>
            <a:blip r:embed="rId10">
              <a:alphaModFix amt="75000"/>
            </a:blip>
            <a:stretch>
              <a:fillRect/>
            </a:stretch>
          </p:blipFill>
          <p:spPr>
            <a:xfrm rot="-44">
              <a:off x="7816150" y="2218421"/>
              <a:ext cx="3055850" cy="20995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11"/>
            <p:cNvPicPr preferRelativeResize="0"/>
            <p:nvPr/>
          </p:nvPicPr>
          <p:blipFill>
            <a:blip r:embed="rId11">
              <a:alphaModFix amt="76000"/>
            </a:blip>
            <a:stretch>
              <a:fillRect/>
            </a:stretch>
          </p:blipFill>
          <p:spPr>
            <a:xfrm rot="5400000">
              <a:off x="6728673" y="3476301"/>
              <a:ext cx="3490775" cy="36205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6" name="Google Shape;146;p11"/>
          <p:cNvSpPr txBox="1">
            <a:spLocks noGrp="1"/>
          </p:cNvSpPr>
          <p:nvPr>
            <p:ph type="title" hasCustomPrompt="1"/>
          </p:nvPr>
        </p:nvSpPr>
        <p:spPr>
          <a:xfrm>
            <a:off x="2752600" y="2243272"/>
            <a:ext cx="6686800" cy="16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8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Font typeface="EB Garamond"/>
              <a:buNone/>
              <a:defRPr sz="12800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Font typeface="EB Garamond"/>
              <a:buNone/>
              <a:defRPr sz="12800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Font typeface="EB Garamond"/>
              <a:buNone/>
              <a:defRPr sz="12800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Font typeface="EB Garamond"/>
              <a:buNone/>
              <a:defRPr sz="12800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Font typeface="EB Garamond"/>
              <a:buNone/>
              <a:defRPr sz="12800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Font typeface="EB Garamond"/>
              <a:buNone/>
              <a:defRPr sz="12800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Font typeface="EB Garamond"/>
              <a:buNone/>
              <a:defRPr sz="12800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Font typeface="EB Garamond"/>
              <a:buNone/>
              <a:defRPr sz="12800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t>xx%</a:t>
            </a:r>
          </a:p>
        </p:txBody>
      </p:sp>
      <p:sp>
        <p:nvSpPr>
          <p:cNvPr id="147" name="Google Shape;147;p11"/>
          <p:cNvSpPr txBox="1">
            <a:spLocks noGrp="1"/>
          </p:cNvSpPr>
          <p:nvPr>
            <p:ph type="subTitle" idx="1"/>
          </p:nvPr>
        </p:nvSpPr>
        <p:spPr>
          <a:xfrm>
            <a:off x="2752600" y="3838667"/>
            <a:ext cx="6686800" cy="485200"/>
          </a:xfrm>
          <a:prstGeom prst="rect">
            <a:avLst/>
          </a:prstGeom>
          <a:solidFill>
            <a:srgbClr val="EBB59E">
              <a:alpha val="2813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9230341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442165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13"/>
          <p:cNvGrpSpPr/>
          <p:nvPr/>
        </p:nvGrpSpPr>
        <p:grpSpPr>
          <a:xfrm>
            <a:off x="1531181" y="6269334"/>
            <a:ext cx="5049792" cy="4287909"/>
            <a:chOff x="1148386" y="4702000"/>
            <a:chExt cx="3787344" cy="3215932"/>
          </a:xfrm>
        </p:grpSpPr>
        <p:pic>
          <p:nvPicPr>
            <p:cNvPr id="152" name="Google Shape;152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48386" y="4702000"/>
              <a:ext cx="2027866" cy="21032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>
              <a:off x="2300473" y="5282675"/>
              <a:ext cx="3167267" cy="210324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4" name="Google Shape;154;p13"/>
          <p:cNvGrpSpPr/>
          <p:nvPr/>
        </p:nvGrpSpPr>
        <p:grpSpPr>
          <a:xfrm>
            <a:off x="9420622" y="-923099"/>
            <a:ext cx="3244261" cy="2467464"/>
            <a:chOff x="7065466" y="-692324"/>
            <a:chExt cx="2433196" cy="1850598"/>
          </a:xfrm>
        </p:grpSpPr>
        <p:pic>
          <p:nvPicPr>
            <p:cNvPr id="155" name="Google Shape;155;p1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5400000">
              <a:off x="8156325" y="-184062"/>
              <a:ext cx="1850598" cy="834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" name="Google Shape;156;p13"/>
            <p:cNvPicPr preferRelativeResize="0"/>
            <p:nvPr/>
          </p:nvPicPr>
          <p:blipFill>
            <a:blip r:embed="rId6">
              <a:alphaModFix amt="63000"/>
            </a:blip>
            <a:stretch>
              <a:fillRect/>
            </a:stretch>
          </p:blipFill>
          <p:spPr>
            <a:xfrm>
              <a:off x="7065466" y="-604789"/>
              <a:ext cx="1043875" cy="961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7" name="Google Shape;157;p13"/>
          <p:cNvGrpSpPr/>
          <p:nvPr/>
        </p:nvGrpSpPr>
        <p:grpSpPr>
          <a:xfrm>
            <a:off x="-4982591" y="-4516671"/>
            <a:ext cx="22688489" cy="14171612"/>
            <a:chOff x="-3736944" y="-3387504"/>
            <a:chExt cx="17016367" cy="10628709"/>
          </a:xfrm>
        </p:grpSpPr>
        <p:pic>
          <p:nvPicPr>
            <p:cNvPr id="158" name="Google Shape;158;p1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2007324">
              <a:off x="8095575" y="1814813"/>
              <a:ext cx="4258574" cy="46366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1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-4555981">
              <a:off x="-3099888" y="-3076913"/>
              <a:ext cx="4258574" cy="46366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0" name="Google Shape;160;p13"/>
          <p:cNvGrpSpPr/>
          <p:nvPr/>
        </p:nvGrpSpPr>
        <p:grpSpPr>
          <a:xfrm>
            <a:off x="838523" y="-2579038"/>
            <a:ext cx="11235373" cy="10328639"/>
            <a:chOff x="628892" y="-1934279"/>
            <a:chExt cx="8426530" cy="7746479"/>
          </a:xfrm>
        </p:grpSpPr>
        <p:pic>
          <p:nvPicPr>
            <p:cNvPr id="161" name="Google Shape;161;p13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 rot="9275489">
              <a:off x="769875" y="-1204660"/>
              <a:ext cx="3739115" cy="15000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13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6874648" y="4608575"/>
              <a:ext cx="1086799" cy="1203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13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 rot="3449620">
              <a:off x="7863247" y="-389063"/>
              <a:ext cx="1135050" cy="7581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4" name="Google Shape;164;p13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5" name="Google Shape;165;p13"/>
          <p:cNvSpPr txBox="1">
            <a:spLocks noGrp="1"/>
          </p:cNvSpPr>
          <p:nvPr>
            <p:ph type="subTitle" idx="1"/>
          </p:nvPr>
        </p:nvSpPr>
        <p:spPr>
          <a:xfrm>
            <a:off x="950967" y="2763705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13"/>
          <p:cNvSpPr txBox="1">
            <a:spLocks noGrp="1"/>
          </p:cNvSpPr>
          <p:nvPr>
            <p:ph type="subTitle" idx="2"/>
          </p:nvPr>
        </p:nvSpPr>
        <p:spPr>
          <a:xfrm>
            <a:off x="950967" y="5083776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13"/>
          <p:cNvSpPr txBox="1">
            <a:spLocks noGrp="1"/>
          </p:cNvSpPr>
          <p:nvPr>
            <p:ph type="subTitle" idx="3"/>
          </p:nvPr>
        </p:nvSpPr>
        <p:spPr>
          <a:xfrm>
            <a:off x="4559000" y="5083776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13"/>
          <p:cNvSpPr txBox="1">
            <a:spLocks noGrp="1"/>
          </p:cNvSpPr>
          <p:nvPr>
            <p:ph type="subTitle" idx="4"/>
          </p:nvPr>
        </p:nvSpPr>
        <p:spPr>
          <a:xfrm>
            <a:off x="4559000" y="2763705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13"/>
          <p:cNvSpPr txBox="1">
            <a:spLocks noGrp="1"/>
          </p:cNvSpPr>
          <p:nvPr>
            <p:ph type="title" idx="5" hasCustomPrompt="1"/>
          </p:nvPr>
        </p:nvSpPr>
        <p:spPr>
          <a:xfrm>
            <a:off x="1887167" y="1513517"/>
            <a:ext cx="1201600" cy="71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t>xx%</a:t>
            </a:r>
          </a:p>
        </p:txBody>
      </p:sp>
      <p:sp>
        <p:nvSpPr>
          <p:cNvPr id="170" name="Google Shape;170;p13"/>
          <p:cNvSpPr txBox="1">
            <a:spLocks noGrp="1"/>
          </p:cNvSpPr>
          <p:nvPr>
            <p:ph type="title" idx="6" hasCustomPrompt="1"/>
          </p:nvPr>
        </p:nvSpPr>
        <p:spPr>
          <a:xfrm>
            <a:off x="5495200" y="3833600"/>
            <a:ext cx="1201600" cy="71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t>xx%</a:t>
            </a:r>
          </a:p>
        </p:txBody>
      </p:sp>
      <p:sp>
        <p:nvSpPr>
          <p:cNvPr id="171" name="Google Shape;171;p13"/>
          <p:cNvSpPr txBox="1">
            <a:spLocks noGrp="1"/>
          </p:cNvSpPr>
          <p:nvPr>
            <p:ph type="title" idx="7" hasCustomPrompt="1"/>
          </p:nvPr>
        </p:nvSpPr>
        <p:spPr>
          <a:xfrm>
            <a:off x="1887167" y="3833600"/>
            <a:ext cx="1201600" cy="71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t>xx%</a:t>
            </a:r>
          </a:p>
        </p:txBody>
      </p:sp>
      <p:sp>
        <p:nvSpPr>
          <p:cNvPr id="172" name="Google Shape;172;p13"/>
          <p:cNvSpPr txBox="1">
            <a:spLocks noGrp="1"/>
          </p:cNvSpPr>
          <p:nvPr>
            <p:ph type="title" idx="8" hasCustomPrompt="1"/>
          </p:nvPr>
        </p:nvSpPr>
        <p:spPr>
          <a:xfrm>
            <a:off x="5495200" y="1513517"/>
            <a:ext cx="1201600" cy="71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t>xx%</a:t>
            </a:r>
          </a:p>
        </p:txBody>
      </p:sp>
      <p:sp>
        <p:nvSpPr>
          <p:cNvPr id="173" name="Google Shape;173;p13"/>
          <p:cNvSpPr txBox="1">
            <a:spLocks noGrp="1"/>
          </p:cNvSpPr>
          <p:nvPr>
            <p:ph type="subTitle" idx="9"/>
          </p:nvPr>
        </p:nvSpPr>
        <p:spPr>
          <a:xfrm>
            <a:off x="8167033" y="5083776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13"/>
          <p:cNvSpPr txBox="1">
            <a:spLocks noGrp="1"/>
          </p:cNvSpPr>
          <p:nvPr>
            <p:ph type="subTitle" idx="13"/>
          </p:nvPr>
        </p:nvSpPr>
        <p:spPr>
          <a:xfrm>
            <a:off x="8167033" y="2763705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13"/>
          <p:cNvSpPr txBox="1">
            <a:spLocks noGrp="1"/>
          </p:cNvSpPr>
          <p:nvPr>
            <p:ph type="title" idx="14" hasCustomPrompt="1"/>
          </p:nvPr>
        </p:nvSpPr>
        <p:spPr>
          <a:xfrm>
            <a:off x="9103233" y="3833600"/>
            <a:ext cx="1201600" cy="71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t>xx%</a:t>
            </a:r>
          </a:p>
        </p:txBody>
      </p:sp>
      <p:sp>
        <p:nvSpPr>
          <p:cNvPr id="176" name="Google Shape;176;p13"/>
          <p:cNvSpPr txBox="1">
            <a:spLocks noGrp="1"/>
          </p:cNvSpPr>
          <p:nvPr>
            <p:ph type="title" idx="15" hasCustomPrompt="1"/>
          </p:nvPr>
        </p:nvSpPr>
        <p:spPr>
          <a:xfrm>
            <a:off x="9103233" y="1513517"/>
            <a:ext cx="1201600" cy="71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t>xx%</a:t>
            </a:r>
          </a:p>
        </p:txBody>
      </p:sp>
      <p:sp>
        <p:nvSpPr>
          <p:cNvPr id="177" name="Google Shape;177;p13"/>
          <p:cNvSpPr txBox="1">
            <a:spLocks noGrp="1"/>
          </p:cNvSpPr>
          <p:nvPr>
            <p:ph type="subTitle" idx="16"/>
          </p:nvPr>
        </p:nvSpPr>
        <p:spPr>
          <a:xfrm>
            <a:off x="950967" y="2271733"/>
            <a:ext cx="3074000" cy="5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13"/>
          <p:cNvSpPr txBox="1">
            <a:spLocks noGrp="1"/>
          </p:cNvSpPr>
          <p:nvPr>
            <p:ph type="subTitle" idx="17"/>
          </p:nvPr>
        </p:nvSpPr>
        <p:spPr>
          <a:xfrm>
            <a:off x="950967" y="4591700"/>
            <a:ext cx="3074000" cy="5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13"/>
          <p:cNvSpPr txBox="1">
            <a:spLocks noGrp="1"/>
          </p:cNvSpPr>
          <p:nvPr>
            <p:ph type="subTitle" idx="18"/>
          </p:nvPr>
        </p:nvSpPr>
        <p:spPr>
          <a:xfrm>
            <a:off x="4559000" y="4591700"/>
            <a:ext cx="3074000" cy="5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13"/>
          <p:cNvSpPr txBox="1">
            <a:spLocks noGrp="1"/>
          </p:cNvSpPr>
          <p:nvPr>
            <p:ph type="subTitle" idx="19"/>
          </p:nvPr>
        </p:nvSpPr>
        <p:spPr>
          <a:xfrm>
            <a:off x="4559000" y="2271733"/>
            <a:ext cx="3074000" cy="5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13"/>
          <p:cNvSpPr txBox="1">
            <a:spLocks noGrp="1"/>
          </p:cNvSpPr>
          <p:nvPr>
            <p:ph type="subTitle" idx="20"/>
          </p:nvPr>
        </p:nvSpPr>
        <p:spPr>
          <a:xfrm>
            <a:off x="8167033" y="4591700"/>
            <a:ext cx="3074000" cy="5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13"/>
          <p:cNvSpPr txBox="1">
            <a:spLocks noGrp="1"/>
          </p:cNvSpPr>
          <p:nvPr>
            <p:ph type="subTitle" idx="21"/>
          </p:nvPr>
        </p:nvSpPr>
        <p:spPr>
          <a:xfrm>
            <a:off x="8167033" y="2271733"/>
            <a:ext cx="3074000" cy="5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6021128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5" name="Google Shape;185;p14"/>
          <p:cNvGrpSpPr/>
          <p:nvPr/>
        </p:nvGrpSpPr>
        <p:grpSpPr>
          <a:xfrm>
            <a:off x="-2415713" y="-2141466"/>
            <a:ext cx="7034511" cy="11679689"/>
            <a:chOff x="-1811785" y="-1606100"/>
            <a:chExt cx="5275883" cy="8759767"/>
          </a:xfrm>
        </p:grpSpPr>
        <p:pic>
          <p:nvPicPr>
            <p:cNvPr id="186" name="Google Shape;186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296831" y="-1606100"/>
              <a:ext cx="3167267" cy="21032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3024203" flipH="1">
              <a:off x="-1661175" y="4029886"/>
              <a:ext cx="3638626" cy="2103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8" name="Google Shape;188;p14"/>
          <p:cNvGrpSpPr/>
          <p:nvPr/>
        </p:nvGrpSpPr>
        <p:grpSpPr>
          <a:xfrm>
            <a:off x="1547578" y="-513433"/>
            <a:ext cx="9586884" cy="7371432"/>
            <a:chOff x="1160683" y="-385075"/>
            <a:chExt cx="7190163" cy="5528574"/>
          </a:xfrm>
        </p:grpSpPr>
        <p:pic>
          <p:nvPicPr>
            <p:cNvPr id="189" name="Google Shape;189;p1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1160683" y="3587350"/>
              <a:ext cx="2362876" cy="15561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" name="Google Shape;190;p1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7554246" y="-385075"/>
              <a:ext cx="796600" cy="8822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1" name="Google Shape;191;p14"/>
          <p:cNvGrpSpPr/>
          <p:nvPr/>
        </p:nvGrpSpPr>
        <p:grpSpPr>
          <a:xfrm>
            <a:off x="522759" y="-867260"/>
            <a:ext cx="8856197" cy="8283875"/>
            <a:chOff x="392069" y="-650445"/>
            <a:chExt cx="6642148" cy="6212906"/>
          </a:xfrm>
        </p:grpSpPr>
        <p:pic>
          <p:nvPicPr>
            <p:cNvPr id="192" name="Google Shape;192;p14"/>
            <p:cNvPicPr preferRelativeResize="0"/>
            <p:nvPr/>
          </p:nvPicPr>
          <p:blipFill>
            <a:blip r:embed="rId7">
              <a:alphaModFix amt="69000"/>
            </a:blip>
            <a:stretch>
              <a:fillRect/>
            </a:stretch>
          </p:blipFill>
          <p:spPr>
            <a:xfrm rot="-9899998" flipH="1">
              <a:off x="529665" y="-500938"/>
              <a:ext cx="1318127" cy="1236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" name="Google Shape;193;p14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 flipH="1">
              <a:off x="5990342" y="4600561"/>
              <a:ext cx="1043875" cy="9619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4" name="Google Shape;194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-2700000" flipH="1">
            <a:off x="9870202" y="3586232"/>
            <a:ext cx="5321521" cy="5793971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4"/>
          <p:cNvSpPr txBox="1">
            <a:spLocks noGrp="1"/>
          </p:cNvSpPr>
          <p:nvPr>
            <p:ph type="title"/>
          </p:nvPr>
        </p:nvSpPr>
        <p:spPr>
          <a:xfrm>
            <a:off x="1232000" y="4327916"/>
            <a:ext cx="9728400" cy="7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6" name="Google Shape;196;p14"/>
          <p:cNvSpPr txBox="1">
            <a:spLocks noGrp="1"/>
          </p:cNvSpPr>
          <p:nvPr>
            <p:ph type="subTitle" idx="1"/>
          </p:nvPr>
        </p:nvSpPr>
        <p:spPr>
          <a:xfrm>
            <a:off x="1232000" y="1696000"/>
            <a:ext cx="9728400" cy="24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7394069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200" name="Google Shape;20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3019615">
            <a:off x="6425503" y="-4369802"/>
            <a:ext cx="5678096" cy="61822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1" name="Google Shape;201;p15"/>
          <p:cNvGrpSpPr/>
          <p:nvPr/>
        </p:nvGrpSpPr>
        <p:grpSpPr>
          <a:xfrm>
            <a:off x="5239166" y="5180289"/>
            <a:ext cx="9006815" cy="4179959"/>
            <a:chOff x="3929374" y="3885216"/>
            <a:chExt cx="6755111" cy="3134969"/>
          </a:xfrm>
        </p:grpSpPr>
        <p:pic>
          <p:nvPicPr>
            <p:cNvPr id="202" name="Google Shape;202;p15"/>
            <p:cNvPicPr preferRelativeResize="0"/>
            <p:nvPr/>
          </p:nvPicPr>
          <p:blipFill>
            <a:blip r:embed="rId4">
              <a:alphaModFix amt="75000"/>
            </a:blip>
            <a:stretch>
              <a:fillRect/>
            </a:stretch>
          </p:blipFill>
          <p:spPr>
            <a:xfrm rot="9482569">
              <a:off x="7238874" y="4401077"/>
              <a:ext cx="3167267" cy="21032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" name="Google Shape;203;p1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929374" y="4710175"/>
              <a:ext cx="2027866" cy="210324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4" name="Google Shape;204;p15"/>
          <p:cNvGrpSpPr/>
          <p:nvPr/>
        </p:nvGrpSpPr>
        <p:grpSpPr>
          <a:xfrm>
            <a:off x="-861261" y="805802"/>
            <a:ext cx="14247959" cy="6404564"/>
            <a:chOff x="-645946" y="604351"/>
            <a:chExt cx="10685969" cy="4803423"/>
          </a:xfrm>
        </p:grpSpPr>
        <p:pic>
          <p:nvPicPr>
            <p:cNvPr id="205" name="Google Shape;205;p15"/>
            <p:cNvPicPr preferRelativeResize="0"/>
            <p:nvPr/>
          </p:nvPicPr>
          <p:blipFill>
            <a:blip r:embed="rId6">
              <a:alphaModFix amt="79000"/>
            </a:blip>
            <a:stretch>
              <a:fillRect/>
            </a:stretch>
          </p:blipFill>
          <p:spPr>
            <a:xfrm rot="-2700000">
              <a:off x="8648331" y="858130"/>
              <a:ext cx="1174132" cy="11016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15"/>
            <p:cNvPicPr preferRelativeResize="0"/>
            <p:nvPr/>
          </p:nvPicPr>
          <p:blipFill>
            <a:blip r:embed="rId7">
              <a:alphaModFix amt="63000"/>
            </a:blip>
            <a:stretch>
              <a:fillRect/>
            </a:stretch>
          </p:blipFill>
          <p:spPr>
            <a:xfrm>
              <a:off x="-645946" y="4445873"/>
              <a:ext cx="1043875" cy="961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7" name="Google Shape;207;p15"/>
          <p:cNvGrpSpPr/>
          <p:nvPr/>
        </p:nvGrpSpPr>
        <p:grpSpPr>
          <a:xfrm>
            <a:off x="-606940" y="-1150861"/>
            <a:ext cx="9568069" cy="8491492"/>
            <a:chOff x="-455205" y="-863146"/>
            <a:chExt cx="7176052" cy="6368619"/>
          </a:xfrm>
        </p:grpSpPr>
        <p:pic>
          <p:nvPicPr>
            <p:cNvPr id="208" name="Google Shape;208;p15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5585798" y="4747374"/>
              <a:ext cx="1135050" cy="75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" name="Google Shape;209;p15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 rot="5399987" flipH="1">
              <a:off x="-842533" y="-475814"/>
              <a:ext cx="2268940" cy="1494276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05707433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213" name="Google Shape;21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-4445312" y="3807100"/>
            <a:ext cx="5321493" cy="5793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 flipH="1">
            <a:off x="7752989" y="6288004"/>
            <a:ext cx="1391833" cy="12825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16"/>
          <p:cNvGrpSpPr/>
          <p:nvPr/>
        </p:nvGrpSpPr>
        <p:grpSpPr>
          <a:xfrm>
            <a:off x="-1463055" y="3705094"/>
            <a:ext cx="15154875" cy="4991057"/>
            <a:chOff x="-1097291" y="2778820"/>
            <a:chExt cx="11366156" cy="3743293"/>
          </a:xfrm>
        </p:grpSpPr>
        <p:pic>
          <p:nvPicPr>
            <p:cNvPr id="216" name="Google Shape;216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7840044" flipH="1">
              <a:off x="-918651" y="4340865"/>
              <a:ext cx="2362876" cy="1556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p1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8542753" flipH="1">
              <a:off x="7007474" y="3622619"/>
              <a:ext cx="3202202" cy="1284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" name="Google Shape;218;p16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10800000" flipH="1">
              <a:off x="5346474" y="4755828"/>
              <a:ext cx="796600" cy="8822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9" name="Google Shape;219;p16"/>
          <p:cNvGrpSpPr/>
          <p:nvPr/>
        </p:nvGrpSpPr>
        <p:grpSpPr>
          <a:xfrm>
            <a:off x="-1543467" y="-4549056"/>
            <a:ext cx="16094632" cy="8057723"/>
            <a:chOff x="-1157600" y="-3411792"/>
            <a:chExt cx="12070974" cy="6043292"/>
          </a:xfrm>
        </p:grpSpPr>
        <p:pic>
          <p:nvPicPr>
            <p:cNvPr id="220" name="Google Shape;220;p16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 rot="-10799956" flipH="1">
              <a:off x="-1157600" y="-1654591"/>
              <a:ext cx="3055850" cy="20995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" name="Google Shape;221;p16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 rot="3029897" flipH="1">
              <a:off x="8487966" y="153131"/>
              <a:ext cx="1975439" cy="20979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16"/>
            <p:cNvPicPr preferRelativeResize="0"/>
            <p:nvPr/>
          </p:nvPicPr>
          <p:blipFill>
            <a:blip r:embed="rId10">
              <a:alphaModFix amt="76000"/>
            </a:blip>
            <a:stretch>
              <a:fillRect/>
            </a:stretch>
          </p:blipFill>
          <p:spPr>
            <a:xfrm rot="-10455859" flipH="1">
              <a:off x="45324" y="-3246422"/>
              <a:ext cx="3490776" cy="3620549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37349739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5" name="Google Shape;225;p17"/>
          <p:cNvGrpSpPr/>
          <p:nvPr/>
        </p:nvGrpSpPr>
        <p:grpSpPr>
          <a:xfrm>
            <a:off x="-1906701" y="-1701613"/>
            <a:ext cx="15436775" cy="8953976"/>
            <a:chOff x="-1430026" y="-1276210"/>
            <a:chExt cx="11577581" cy="6715482"/>
          </a:xfrm>
        </p:grpSpPr>
        <p:pic>
          <p:nvPicPr>
            <p:cNvPr id="226" name="Google Shape;226;p17"/>
            <p:cNvPicPr preferRelativeResize="0"/>
            <p:nvPr/>
          </p:nvPicPr>
          <p:blipFill>
            <a:blip r:embed="rId3">
              <a:alphaModFix amt="75000"/>
            </a:blip>
            <a:stretch>
              <a:fillRect/>
            </a:stretch>
          </p:blipFill>
          <p:spPr>
            <a:xfrm rot="5400000">
              <a:off x="7512298" y="-744200"/>
              <a:ext cx="3167267" cy="21032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7" name="Google Shape;227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1430026" y="3336025"/>
              <a:ext cx="2027866" cy="210324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28" name="Google Shape;22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370385">
            <a:off x="8250266" y="3583567"/>
            <a:ext cx="5678100" cy="61822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9" name="Google Shape;229;p17"/>
          <p:cNvGrpSpPr/>
          <p:nvPr/>
        </p:nvGrpSpPr>
        <p:grpSpPr>
          <a:xfrm>
            <a:off x="-883828" y="-1368499"/>
            <a:ext cx="12517725" cy="6292531"/>
            <a:chOff x="-662871" y="-1026374"/>
            <a:chExt cx="9388294" cy="4719398"/>
          </a:xfrm>
        </p:grpSpPr>
        <p:pic>
          <p:nvPicPr>
            <p:cNvPr id="230" name="Google Shape;230;p17"/>
            <p:cNvPicPr preferRelativeResize="0"/>
            <p:nvPr/>
          </p:nvPicPr>
          <p:blipFill>
            <a:blip r:embed="rId6">
              <a:alphaModFix amt="79000"/>
            </a:blip>
            <a:stretch>
              <a:fillRect/>
            </a:stretch>
          </p:blipFill>
          <p:spPr>
            <a:xfrm rot="-2700000">
              <a:off x="7333731" y="-772595"/>
              <a:ext cx="1174132" cy="11016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17"/>
            <p:cNvPicPr preferRelativeResize="0"/>
            <p:nvPr/>
          </p:nvPicPr>
          <p:blipFill>
            <a:blip r:embed="rId7">
              <a:alphaModFix amt="63000"/>
            </a:blip>
            <a:stretch>
              <a:fillRect/>
            </a:stretch>
          </p:blipFill>
          <p:spPr>
            <a:xfrm>
              <a:off x="-662871" y="2731123"/>
              <a:ext cx="1043875" cy="961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2" name="Google Shape;232;p17"/>
          <p:cNvGrpSpPr/>
          <p:nvPr/>
        </p:nvGrpSpPr>
        <p:grpSpPr>
          <a:xfrm>
            <a:off x="-1771997" y="-1875009"/>
            <a:ext cx="12956511" cy="8502543"/>
            <a:chOff x="-1328998" y="-1406257"/>
            <a:chExt cx="9717383" cy="6376907"/>
          </a:xfrm>
        </p:grpSpPr>
        <p:pic>
          <p:nvPicPr>
            <p:cNvPr id="233" name="Google Shape;233;p17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-840402" y="4008599"/>
              <a:ext cx="1135050" cy="75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4" name="Google Shape;234;p17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7453210" y="3934950"/>
              <a:ext cx="935175" cy="10357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5" name="Google Shape;235;p17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 rot="7518071" flipH="1">
              <a:off x="-1144794" y="-546976"/>
              <a:ext cx="3193620" cy="21032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6" name="Google Shape;236;p17"/>
          <p:cNvSpPr txBox="1">
            <a:spLocks noGrp="1"/>
          </p:cNvSpPr>
          <p:nvPr>
            <p:ph type="title"/>
          </p:nvPr>
        </p:nvSpPr>
        <p:spPr>
          <a:xfrm>
            <a:off x="6096200" y="2175433"/>
            <a:ext cx="5150400" cy="144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7" name="Google Shape;237;p17"/>
          <p:cNvSpPr txBox="1">
            <a:spLocks noGrp="1"/>
          </p:cNvSpPr>
          <p:nvPr>
            <p:ph type="subTitle" idx="1"/>
          </p:nvPr>
        </p:nvSpPr>
        <p:spPr>
          <a:xfrm>
            <a:off x="6096200" y="3568167"/>
            <a:ext cx="5150400" cy="11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8" name="Google Shape;238;p17"/>
          <p:cNvSpPr>
            <a:spLocks noGrp="1"/>
          </p:cNvSpPr>
          <p:nvPr>
            <p:ph type="pic" idx="2"/>
          </p:nvPr>
        </p:nvSpPr>
        <p:spPr>
          <a:xfrm flipH="1">
            <a:off x="1521749" y="711817"/>
            <a:ext cx="3880000" cy="5434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5375322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8"/>
          <p:cNvSpPr txBox="1">
            <a:spLocks noGrp="1"/>
          </p:cNvSpPr>
          <p:nvPr>
            <p:ph type="title"/>
          </p:nvPr>
        </p:nvSpPr>
        <p:spPr>
          <a:xfrm>
            <a:off x="960000" y="2491567"/>
            <a:ext cx="4797200" cy="80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2" name="Google Shape;242;p18"/>
          <p:cNvSpPr txBox="1">
            <a:spLocks noGrp="1"/>
          </p:cNvSpPr>
          <p:nvPr>
            <p:ph type="subTitle" idx="1"/>
          </p:nvPr>
        </p:nvSpPr>
        <p:spPr>
          <a:xfrm>
            <a:off x="960000" y="3292833"/>
            <a:ext cx="4797200" cy="10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43" name="Google Shape;24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1014567" y="3969867"/>
            <a:ext cx="2913268" cy="1683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7293761">
            <a:off x="11537303" y="5079068"/>
            <a:ext cx="1136500" cy="12586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5" name="Google Shape;245;p18"/>
          <p:cNvGrpSpPr/>
          <p:nvPr/>
        </p:nvGrpSpPr>
        <p:grpSpPr>
          <a:xfrm>
            <a:off x="-4065754" y="-3214689"/>
            <a:ext cx="12379308" cy="12516644"/>
            <a:chOff x="-3049316" y="-2411017"/>
            <a:chExt cx="9284481" cy="9387483"/>
          </a:xfrm>
        </p:grpSpPr>
        <p:pic>
          <p:nvPicPr>
            <p:cNvPr id="246" name="Google Shape;246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3069595">
              <a:off x="2839248" y="-1569626"/>
              <a:ext cx="3167267" cy="21032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1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6438708">
              <a:off x="-2593616" y="2061451"/>
              <a:ext cx="3167276" cy="32849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6935066">
              <a:off x="-1650952" y="4042348"/>
              <a:ext cx="3167269" cy="21032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9" name="Google Shape;249;p18"/>
          <p:cNvGrpSpPr/>
          <p:nvPr/>
        </p:nvGrpSpPr>
        <p:grpSpPr>
          <a:xfrm>
            <a:off x="3815368" y="-782269"/>
            <a:ext cx="5415371" cy="8356732"/>
            <a:chOff x="2861526" y="-586702"/>
            <a:chExt cx="4061528" cy="6267549"/>
          </a:xfrm>
        </p:grpSpPr>
        <p:pic>
          <p:nvPicPr>
            <p:cNvPr id="250" name="Google Shape;250;p18"/>
            <p:cNvPicPr preferRelativeResize="0"/>
            <p:nvPr/>
          </p:nvPicPr>
          <p:blipFill>
            <a:blip r:embed="rId7">
              <a:alphaModFix amt="87000"/>
            </a:blip>
            <a:stretch>
              <a:fillRect/>
            </a:stretch>
          </p:blipFill>
          <p:spPr>
            <a:xfrm>
              <a:off x="5879178" y="-586702"/>
              <a:ext cx="1043875" cy="961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" name="Google Shape;251;p18"/>
            <p:cNvPicPr preferRelativeResize="0"/>
            <p:nvPr/>
          </p:nvPicPr>
          <p:blipFill>
            <a:blip r:embed="rId8">
              <a:alphaModFix amt="54000"/>
            </a:blip>
            <a:stretch>
              <a:fillRect/>
            </a:stretch>
          </p:blipFill>
          <p:spPr>
            <a:xfrm>
              <a:off x="2861526" y="4701375"/>
              <a:ext cx="1043876" cy="979472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39154794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55" name="Google Shape;255;p19"/>
          <p:cNvSpPr txBox="1">
            <a:spLocks noGrp="1"/>
          </p:cNvSpPr>
          <p:nvPr>
            <p:ph type="body" idx="1"/>
          </p:nvPr>
        </p:nvSpPr>
        <p:spPr>
          <a:xfrm>
            <a:off x="960000" y="1442633"/>
            <a:ext cx="5692400" cy="470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gtree Light"/>
              <a:buChar char="●"/>
              <a:defRPr/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Figtree Light"/>
              <a:buChar char="○"/>
              <a:defRPr/>
            </a:lvl2pPr>
            <a:lvl3pPr marL="1828754" lvl="2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Figtree Light"/>
              <a:buChar char="■"/>
              <a:defRPr/>
            </a:lvl3pPr>
            <a:lvl4pPr marL="2438339" lvl="3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Figtree Light"/>
              <a:buChar char="●"/>
              <a:defRPr/>
            </a:lvl4pPr>
            <a:lvl5pPr marL="3047924" lvl="4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Figtree Light"/>
              <a:buChar char="○"/>
              <a:defRPr/>
            </a:lvl5pPr>
            <a:lvl6pPr marL="3657509" lvl="5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Figtree Light"/>
              <a:buChar char="■"/>
              <a:defRPr/>
            </a:lvl6pPr>
            <a:lvl7pPr marL="4267093" lvl="6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Figtree Light"/>
              <a:buChar char="●"/>
              <a:defRPr/>
            </a:lvl7pPr>
            <a:lvl8pPr marL="4876678" lvl="7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Figtree Light"/>
              <a:buChar char="○"/>
              <a:defRPr/>
            </a:lvl8pPr>
            <a:lvl9pPr marL="5486263" lvl="8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Figtree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56" name="Google Shape;256;p19"/>
          <p:cNvGrpSpPr/>
          <p:nvPr/>
        </p:nvGrpSpPr>
        <p:grpSpPr>
          <a:xfrm>
            <a:off x="-2159855" y="3764874"/>
            <a:ext cx="16652713" cy="5875929"/>
            <a:chOff x="-1619892" y="2823655"/>
            <a:chExt cx="12489535" cy="4406947"/>
          </a:xfrm>
        </p:grpSpPr>
        <p:pic>
          <p:nvPicPr>
            <p:cNvPr id="257" name="Google Shape;257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9070292">
              <a:off x="2988523" y="4494074"/>
              <a:ext cx="3167266" cy="21032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8" name="Google Shape;258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1619892" y="2873950"/>
              <a:ext cx="2241548" cy="21032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9" name="Google Shape;259;p1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446756">
              <a:off x="7184969" y="3871375"/>
              <a:ext cx="3638626" cy="2103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0" name="Google Shape;260;p19"/>
          <p:cNvGrpSpPr/>
          <p:nvPr/>
        </p:nvGrpSpPr>
        <p:grpSpPr>
          <a:xfrm>
            <a:off x="6989832" y="-814469"/>
            <a:ext cx="3078840" cy="8302328"/>
            <a:chOff x="5242374" y="-610852"/>
            <a:chExt cx="2309130" cy="6226746"/>
          </a:xfrm>
        </p:grpSpPr>
        <p:pic>
          <p:nvPicPr>
            <p:cNvPr id="261" name="Google Shape;261;p1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507628" y="-610852"/>
              <a:ext cx="1043875" cy="961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2" name="Google Shape;262;p19"/>
            <p:cNvPicPr preferRelativeResize="0"/>
            <p:nvPr/>
          </p:nvPicPr>
          <p:blipFill>
            <a:blip r:embed="rId7">
              <a:alphaModFix amt="85000"/>
            </a:blip>
            <a:stretch>
              <a:fillRect/>
            </a:stretch>
          </p:blipFill>
          <p:spPr>
            <a:xfrm>
              <a:off x="5242374" y="4756718"/>
              <a:ext cx="884500" cy="8591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3" name="Google Shape;263;p19"/>
          <p:cNvGrpSpPr/>
          <p:nvPr/>
        </p:nvGrpSpPr>
        <p:grpSpPr>
          <a:xfrm>
            <a:off x="8523370" y="-1984960"/>
            <a:ext cx="4746748" cy="5098120"/>
            <a:chOff x="6392527" y="-1488720"/>
            <a:chExt cx="3560061" cy="3823590"/>
          </a:xfrm>
        </p:grpSpPr>
        <p:pic>
          <p:nvPicPr>
            <p:cNvPr id="264" name="Google Shape;264;p19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 rot="2986438">
              <a:off x="6303001" y="-326971"/>
              <a:ext cx="3739113" cy="15000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5" name="Google Shape;265;p19"/>
            <p:cNvPicPr preferRelativeResize="0"/>
            <p:nvPr/>
          </p:nvPicPr>
          <p:blipFill>
            <a:blip r:embed="rId9">
              <a:alphaModFix amt="71000"/>
            </a:blip>
            <a:stretch>
              <a:fillRect/>
            </a:stretch>
          </p:blipFill>
          <p:spPr>
            <a:xfrm>
              <a:off x="7551498" y="-731712"/>
              <a:ext cx="1086799" cy="12036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6" name="Google Shape;266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rot="3359412">
            <a:off x="2814724" y="-3755952"/>
            <a:ext cx="5051864" cy="55003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0110109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0" name="Google Shape;270;p20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43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7252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 Light"/>
              <a:buChar char="●"/>
              <a:defRPr/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828754" lvl="2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2438339" lvl="3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3047924" lvl="4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3657509" lvl="5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4267093" lvl="6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4876678" lvl="7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5486263" lvl="8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71" name="Google Shape;27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9840182" y="-670664"/>
            <a:ext cx="1391833" cy="12825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2" name="Google Shape;272;p20"/>
          <p:cNvGrpSpPr/>
          <p:nvPr/>
        </p:nvGrpSpPr>
        <p:grpSpPr>
          <a:xfrm>
            <a:off x="-2989601" y="-2628873"/>
            <a:ext cx="18507440" cy="11282972"/>
            <a:chOff x="-2242201" y="-1971655"/>
            <a:chExt cx="13880580" cy="8462229"/>
          </a:xfrm>
        </p:grpSpPr>
        <p:pic>
          <p:nvPicPr>
            <p:cNvPr id="273" name="Google Shape;273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8220017" y="3678726"/>
              <a:ext cx="1792924" cy="1682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4" name="Google Shape;274;p20"/>
            <p:cNvPicPr preferRelativeResize="0"/>
            <p:nvPr/>
          </p:nvPicPr>
          <p:blipFill>
            <a:blip r:embed="rId5">
              <a:alphaModFix amt="87000"/>
            </a:blip>
            <a:stretch>
              <a:fillRect/>
            </a:stretch>
          </p:blipFill>
          <p:spPr>
            <a:xfrm rot="-7626156">
              <a:off x="8309028" y="-1442822"/>
              <a:ext cx="2739700" cy="28415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5" name="Google Shape;275;p20"/>
            <p:cNvPicPr preferRelativeResize="0"/>
            <p:nvPr/>
          </p:nvPicPr>
          <p:blipFill>
            <a:blip r:embed="rId6">
              <a:alphaModFix amt="86000"/>
            </a:blip>
            <a:stretch>
              <a:fillRect/>
            </a:stretch>
          </p:blipFill>
          <p:spPr>
            <a:xfrm rot="-2916337">
              <a:off x="-1989772" y="-544346"/>
              <a:ext cx="3167266" cy="2103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6" name="Google Shape;276;p2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-198559">
              <a:off x="813602" y="4750879"/>
              <a:ext cx="2416549" cy="16713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7" name="Google Shape;277;p20"/>
          <p:cNvGrpSpPr/>
          <p:nvPr/>
        </p:nvGrpSpPr>
        <p:grpSpPr>
          <a:xfrm>
            <a:off x="-1172535" y="4383137"/>
            <a:ext cx="12616724" cy="3943668"/>
            <a:chOff x="-879402" y="3287352"/>
            <a:chExt cx="9462543" cy="2957751"/>
          </a:xfrm>
        </p:grpSpPr>
        <p:pic>
          <p:nvPicPr>
            <p:cNvPr id="278" name="Google Shape;278;p20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 rot="4210855">
              <a:off x="-931972" y="3929539"/>
              <a:ext cx="2540892" cy="16733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9" name="Google Shape;279;p20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 rot="10800000">
              <a:off x="7496342" y="4549300"/>
              <a:ext cx="1086799" cy="1203625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29288615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83" name="Google Shape;283;p21"/>
          <p:cNvSpPr txBox="1">
            <a:spLocks noGrp="1"/>
          </p:cNvSpPr>
          <p:nvPr>
            <p:ph type="subTitle" idx="1"/>
          </p:nvPr>
        </p:nvSpPr>
        <p:spPr>
          <a:xfrm>
            <a:off x="1250167" y="3918633"/>
            <a:ext cx="2900400" cy="11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4" name="Google Shape;284;p21"/>
          <p:cNvSpPr txBox="1">
            <a:spLocks noGrp="1"/>
          </p:cNvSpPr>
          <p:nvPr>
            <p:ph type="subTitle" idx="2"/>
          </p:nvPr>
        </p:nvSpPr>
        <p:spPr>
          <a:xfrm>
            <a:off x="4645795" y="3918633"/>
            <a:ext cx="2900400" cy="11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5" name="Google Shape;285;p21"/>
          <p:cNvSpPr txBox="1">
            <a:spLocks noGrp="1"/>
          </p:cNvSpPr>
          <p:nvPr>
            <p:ph type="subTitle" idx="3"/>
          </p:nvPr>
        </p:nvSpPr>
        <p:spPr>
          <a:xfrm>
            <a:off x="8041432" y="3918633"/>
            <a:ext cx="2900400" cy="11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6" name="Google Shape;286;p21"/>
          <p:cNvSpPr txBox="1">
            <a:spLocks noGrp="1"/>
          </p:cNvSpPr>
          <p:nvPr>
            <p:ph type="subTitle" idx="4"/>
          </p:nvPr>
        </p:nvSpPr>
        <p:spPr>
          <a:xfrm>
            <a:off x="1250167" y="3333033"/>
            <a:ext cx="2900400" cy="69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7" name="Google Shape;287;p21"/>
          <p:cNvSpPr txBox="1">
            <a:spLocks noGrp="1"/>
          </p:cNvSpPr>
          <p:nvPr>
            <p:ph type="subTitle" idx="5"/>
          </p:nvPr>
        </p:nvSpPr>
        <p:spPr>
          <a:xfrm>
            <a:off x="4645796" y="3333033"/>
            <a:ext cx="2900400" cy="69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8" name="Google Shape;288;p21"/>
          <p:cNvSpPr txBox="1">
            <a:spLocks noGrp="1"/>
          </p:cNvSpPr>
          <p:nvPr>
            <p:ph type="subTitle" idx="6"/>
          </p:nvPr>
        </p:nvSpPr>
        <p:spPr>
          <a:xfrm>
            <a:off x="8041433" y="3333033"/>
            <a:ext cx="2900400" cy="69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89" name="Google Shape;28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550146" flipH="1">
            <a:off x="10357095" y="-3190100"/>
            <a:ext cx="5805932" cy="63213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0" name="Google Shape;290;p21"/>
          <p:cNvGrpSpPr/>
          <p:nvPr/>
        </p:nvGrpSpPr>
        <p:grpSpPr>
          <a:xfrm>
            <a:off x="-1260141" y="-839997"/>
            <a:ext cx="8411940" cy="7988032"/>
            <a:chOff x="-945106" y="-629998"/>
            <a:chExt cx="6308955" cy="5991024"/>
          </a:xfrm>
        </p:grpSpPr>
        <p:pic>
          <p:nvPicPr>
            <p:cNvPr id="291" name="Google Shape;291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 flipH="1">
              <a:off x="-945106" y="3678726"/>
              <a:ext cx="1792924" cy="1682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2" name="Google Shape;292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 flipH="1">
              <a:off x="4319973" y="-629998"/>
              <a:ext cx="1043875" cy="961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3" name="Google Shape;293;p21"/>
          <p:cNvGrpSpPr/>
          <p:nvPr/>
        </p:nvGrpSpPr>
        <p:grpSpPr>
          <a:xfrm>
            <a:off x="-3552639" y="-3048549"/>
            <a:ext cx="16892936" cy="11448648"/>
            <a:chOff x="-2664479" y="-2286412"/>
            <a:chExt cx="12669702" cy="8586486"/>
          </a:xfrm>
        </p:grpSpPr>
        <p:pic>
          <p:nvPicPr>
            <p:cNvPr id="294" name="Google Shape;294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98559" flipH="1">
              <a:off x="6077309" y="4560379"/>
              <a:ext cx="2416549" cy="16713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5" name="Google Shape;295;p21"/>
            <p:cNvPicPr preferRelativeResize="0"/>
            <p:nvPr/>
          </p:nvPicPr>
          <p:blipFill>
            <a:blip r:embed="rId7">
              <a:alphaModFix amt="87000"/>
            </a:blip>
            <a:stretch>
              <a:fillRect/>
            </a:stretch>
          </p:blipFill>
          <p:spPr>
            <a:xfrm rot="6895885" flipH="1">
              <a:off x="-2168516" y="-1114645"/>
              <a:ext cx="2739698" cy="28415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6" name="Google Shape;296;p21"/>
            <p:cNvPicPr preferRelativeResize="0"/>
            <p:nvPr/>
          </p:nvPicPr>
          <p:blipFill>
            <a:blip r:embed="rId8">
              <a:alphaModFix amt="86000"/>
            </a:blip>
            <a:stretch>
              <a:fillRect/>
            </a:stretch>
          </p:blipFill>
          <p:spPr>
            <a:xfrm rot="-2073950" flipH="1">
              <a:off x="6520865" y="-1573572"/>
              <a:ext cx="3167267" cy="2103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7" name="Google Shape;297;p21"/>
          <p:cNvGrpSpPr/>
          <p:nvPr/>
        </p:nvGrpSpPr>
        <p:grpSpPr>
          <a:xfrm>
            <a:off x="646258" y="4383137"/>
            <a:ext cx="12616724" cy="3943668"/>
            <a:chOff x="484693" y="3287352"/>
            <a:chExt cx="9462543" cy="2957751"/>
          </a:xfrm>
        </p:grpSpPr>
        <p:pic>
          <p:nvPicPr>
            <p:cNvPr id="298" name="Google Shape;298;p21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 rot="-4210855" flipH="1">
              <a:off x="7458915" y="3929539"/>
              <a:ext cx="2540892" cy="16733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9" name="Google Shape;299;p21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 rot="10800000" flipH="1">
              <a:off x="484693" y="4549300"/>
              <a:ext cx="1086799" cy="1203625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89096851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2" name="Google Shape;302;p22"/>
          <p:cNvGrpSpPr/>
          <p:nvPr/>
        </p:nvGrpSpPr>
        <p:grpSpPr>
          <a:xfrm>
            <a:off x="-1686344" y="-1701613"/>
            <a:ext cx="15436775" cy="8953976"/>
            <a:chOff x="-1264758" y="-1276210"/>
            <a:chExt cx="11577581" cy="6715482"/>
          </a:xfrm>
        </p:grpSpPr>
        <p:pic>
          <p:nvPicPr>
            <p:cNvPr id="303" name="Google Shape;303;p22"/>
            <p:cNvPicPr preferRelativeResize="0"/>
            <p:nvPr/>
          </p:nvPicPr>
          <p:blipFill>
            <a:blip r:embed="rId3">
              <a:alphaModFix amt="75000"/>
            </a:blip>
            <a:stretch>
              <a:fillRect/>
            </a:stretch>
          </p:blipFill>
          <p:spPr>
            <a:xfrm rot="-5400000" flipH="1">
              <a:off x="-1796768" y="-744200"/>
              <a:ext cx="3167267" cy="21032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4" name="Google Shape;304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8284957" y="3336025"/>
              <a:ext cx="2027866" cy="210324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05" name="Google Shape;305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70385" flipH="1">
            <a:off x="-2084635" y="3583567"/>
            <a:ext cx="5678100" cy="61822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6" name="Google Shape;306;p22"/>
          <p:cNvGrpSpPr/>
          <p:nvPr/>
        </p:nvGrpSpPr>
        <p:grpSpPr>
          <a:xfrm>
            <a:off x="16" y="-1495499"/>
            <a:ext cx="13094408" cy="6419531"/>
            <a:chOff x="12" y="-1121624"/>
            <a:chExt cx="9820806" cy="4814648"/>
          </a:xfrm>
        </p:grpSpPr>
        <p:pic>
          <p:nvPicPr>
            <p:cNvPr id="307" name="Google Shape;307;p22"/>
            <p:cNvPicPr preferRelativeResize="0"/>
            <p:nvPr/>
          </p:nvPicPr>
          <p:blipFill>
            <a:blip r:embed="rId6">
              <a:alphaModFix amt="79000"/>
            </a:blip>
            <a:stretch>
              <a:fillRect/>
            </a:stretch>
          </p:blipFill>
          <p:spPr>
            <a:xfrm rot="2700000" flipH="1">
              <a:off x="217572" y="-867845"/>
              <a:ext cx="1174132" cy="11016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8" name="Google Shape;308;p22"/>
            <p:cNvPicPr preferRelativeResize="0"/>
            <p:nvPr/>
          </p:nvPicPr>
          <p:blipFill>
            <a:blip r:embed="rId7">
              <a:alphaModFix amt="63000"/>
            </a:blip>
            <a:stretch>
              <a:fillRect/>
            </a:stretch>
          </p:blipFill>
          <p:spPr>
            <a:xfrm flipH="1">
              <a:off x="8776943" y="2731123"/>
              <a:ext cx="1043875" cy="961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9" name="Google Shape;309;p22"/>
          <p:cNvGrpSpPr/>
          <p:nvPr/>
        </p:nvGrpSpPr>
        <p:grpSpPr>
          <a:xfrm>
            <a:off x="4666783" y="-1875009"/>
            <a:ext cx="8948944" cy="9518543"/>
            <a:chOff x="3500087" y="-1406257"/>
            <a:chExt cx="6711708" cy="7138907"/>
          </a:xfrm>
        </p:grpSpPr>
        <p:pic>
          <p:nvPicPr>
            <p:cNvPr id="310" name="Google Shape;310;p22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 flipH="1">
              <a:off x="8588150" y="4008599"/>
              <a:ext cx="1135050" cy="75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1" name="Google Shape;311;p22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 flipH="1">
              <a:off x="3500087" y="4696950"/>
              <a:ext cx="935175" cy="10357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2" name="Google Shape;312;p22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 rot="-7518071">
              <a:off x="6833972" y="-546976"/>
              <a:ext cx="3193620" cy="21032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3" name="Google Shape;313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4" name="Google Shape;314;p22"/>
          <p:cNvSpPr txBox="1">
            <a:spLocks noGrp="1"/>
          </p:cNvSpPr>
          <p:nvPr>
            <p:ph type="subTitle" idx="1"/>
          </p:nvPr>
        </p:nvSpPr>
        <p:spPr>
          <a:xfrm>
            <a:off x="960033" y="2276277"/>
            <a:ext cx="10272000" cy="7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5" name="Google Shape;315;p22"/>
          <p:cNvSpPr txBox="1">
            <a:spLocks noGrp="1"/>
          </p:cNvSpPr>
          <p:nvPr>
            <p:ph type="subTitle" idx="2"/>
          </p:nvPr>
        </p:nvSpPr>
        <p:spPr>
          <a:xfrm>
            <a:off x="960033" y="3771865"/>
            <a:ext cx="102720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6" name="Google Shape;316;p22"/>
          <p:cNvSpPr txBox="1">
            <a:spLocks noGrp="1"/>
          </p:cNvSpPr>
          <p:nvPr>
            <p:ph type="subTitle" idx="3"/>
          </p:nvPr>
        </p:nvSpPr>
        <p:spPr>
          <a:xfrm>
            <a:off x="960033" y="5263855"/>
            <a:ext cx="102720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7" name="Google Shape;317;p22"/>
          <p:cNvSpPr txBox="1">
            <a:spLocks noGrp="1"/>
          </p:cNvSpPr>
          <p:nvPr>
            <p:ph type="subTitle" idx="4"/>
          </p:nvPr>
        </p:nvSpPr>
        <p:spPr>
          <a:xfrm>
            <a:off x="960033" y="1655028"/>
            <a:ext cx="10272000" cy="7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8" name="Google Shape;318;p22"/>
          <p:cNvSpPr txBox="1">
            <a:spLocks noGrp="1"/>
          </p:cNvSpPr>
          <p:nvPr>
            <p:ph type="subTitle" idx="5"/>
          </p:nvPr>
        </p:nvSpPr>
        <p:spPr>
          <a:xfrm>
            <a:off x="960033" y="3133500"/>
            <a:ext cx="10272000" cy="7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9" name="Google Shape;319;p22"/>
          <p:cNvSpPr txBox="1">
            <a:spLocks noGrp="1"/>
          </p:cNvSpPr>
          <p:nvPr>
            <p:ph type="subTitle" idx="6"/>
          </p:nvPr>
        </p:nvSpPr>
        <p:spPr>
          <a:xfrm>
            <a:off x="960033" y="4627500"/>
            <a:ext cx="10272000" cy="7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9636891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Title and three columns 2"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3438" y="6347964"/>
            <a:ext cx="1391833" cy="1282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6069" y="-5276767"/>
            <a:ext cx="5805932" cy="63213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4" name="Google Shape;324;p23"/>
          <p:cNvGrpSpPr/>
          <p:nvPr/>
        </p:nvGrpSpPr>
        <p:grpSpPr>
          <a:xfrm>
            <a:off x="4647132" y="-1275467"/>
            <a:ext cx="8729073" cy="9228251"/>
            <a:chOff x="3485348" y="-956600"/>
            <a:chExt cx="6546805" cy="6921188"/>
          </a:xfrm>
        </p:grpSpPr>
        <p:pic>
          <p:nvPicPr>
            <p:cNvPr id="325" name="Google Shape;325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760453" y="-956600"/>
              <a:ext cx="2271701" cy="1496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6" name="Google Shape;326;p2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485348" y="4760963"/>
              <a:ext cx="1086799" cy="12036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7" name="Google Shape;327;p23"/>
          <p:cNvGrpSpPr/>
          <p:nvPr/>
        </p:nvGrpSpPr>
        <p:grpSpPr>
          <a:xfrm>
            <a:off x="-4419992" y="593361"/>
            <a:ext cx="19131824" cy="10383809"/>
            <a:chOff x="-3314994" y="445020"/>
            <a:chExt cx="14348868" cy="7787857"/>
          </a:xfrm>
        </p:grpSpPr>
        <p:pic>
          <p:nvPicPr>
            <p:cNvPr id="328" name="Google Shape;328;p23"/>
            <p:cNvPicPr preferRelativeResize="0"/>
            <p:nvPr/>
          </p:nvPicPr>
          <p:blipFill>
            <a:blip r:embed="rId7">
              <a:alphaModFix amt="87000"/>
            </a:blip>
            <a:stretch>
              <a:fillRect/>
            </a:stretch>
          </p:blipFill>
          <p:spPr>
            <a:xfrm>
              <a:off x="6058077" y="4608575"/>
              <a:ext cx="3494399" cy="36243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9" name="Google Shape;329;p23"/>
            <p:cNvPicPr preferRelativeResize="0"/>
            <p:nvPr/>
          </p:nvPicPr>
          <p:blipFill>
            <a:blip r:embed="rId8">
              <a:alphaModFix amt="86000"/>
            </a:blip>
            <a:stretch>
              <a:fillRect/>
            </a:stretch>
          </p:blipFill>
          <p:spPr>
            <a:xfrm rot="7198658">
              <a:off x="7748024" y="3896048"/>
              <a:ext cx="3167263" cy="21032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0" name="Google Shape;330;p23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 rot="5400000">
              <a:off x="-1587574" y="2199250"/>
              <a:ext cx="2635599" cy="1671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1" name="Google Shape;331;p23"/>
            <p:cNvPicPr preferRelativeResize="0"/>
            <p:nvPr/>
          </p:nvPicPr>
          <p:blipFill>
            <a:blip r:embed="rId8">
              <a:alphaModFix amt="86000"/>
            </a:blip>
            <a:stretch>
              <a:fillRect/>
            </a:stretch>
          </p:blipFill>
          <p:spPr>
            <a:xfrm rot="1338115">
              <a:off x="-3034377" y="967323"/>
              <a:ext cx="3167261" cy="21032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23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3" name="Google Shape;333;p23"/>
          <p:cNvSpPr txBox="1">
            <a:spLocks noGrp="1"/>
          </p:cNvSpPr>
          <p:nvPr>
            <p:ph type="subTitle" idx="1"/>
          </p:nvPr>
        </p:nvSpPr>
        <p:spPr>
          <a:xfrm>
            <a:off x="950967" y="3378293"/>
            <a:ext cx="3163600" cy="24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4" name="Google Shape;334;p23"/>
          <p:cNvSpPr txBox="1">
            <a:spLocks noGrp="1"/>
          </p:cNvSpPr>
          <p:nvPr>
            <p:ph type="subTitle" idx="2"/>
          </p:nvPr>
        </p:nvSpPr>
        <p:spPr>
          <a:xfrm>
            <a:off x="4514200" y="3373531"/>
            <a:ext cx="3163600" cy="24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5" name="Google Shape;335;p23"/>
          <p:cNvSpPr txBox="1">
            <a:spLocks noGrp="1"/>
          </p:cNvSpPr>
          <p:nvPr>
            <p:ph type="subTitle" idx="3"/>
          </p:nvPr>
        </p:nvSpPr>
        <p:spPr>
          <a:xfrm>
            <a:off x="8077433" y="3368768"/>
            <a:ext cx="3163600" cy="24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6" name="Google Shape;336;p23"/>
          <p:cNvSpPr txBox="1">
            <a:spLocks noGrp="1"/>
          </p:cNvSpPr>
          <p:nvPr>
            <p:ph type="subTitle" idx="4"/>
          </p:nvPr>
        </p:nvSpPr>
        <p:spPr>
          <a:xfrm>
            <a:off x="950967" y="2851401"/>
            <a:ext cx="3163600" cy="6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7" name="Google Shape;337;p23"/>
          <p:cNvSpPr txBox="1">
            <a:spLocks noGrp="1"/>
          </p:cNvSpPr>
          <p:nvPr>
            <p:ph type="subTitle" idx="5"/>
          </p:nvPr>
        </p:nvSpPr>
        <p:spPr>
          <a:xfrm>
            <a:off x="4514189" y="2851403"/>
            <a:ext cx="3163600" cy="6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8" name="Google Shape;338;p23"/>
          <p:cNvSpPr txBox="1">
            <a:spLocks noGrp="1"/>
          </p:cNvSpPr>
          <p:nvPr>
            <p:ph type="subTitle" idx="6"/>
          </p:nvPr>
        </p:nvSpPr>
        <p:spPr>
          <a:xfrm>
            <a:off x="8077435" y="2851404"/>
            <a:ext cx="3163600" cy="6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2701294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2" name="Google Shape;342;p24"/>
          <p:cNvSpPr txBox="1">
            <a:spLocks noGrp="1"/>
          </p:cNvSpPr>
          <p:nvPr>
            <p:ph type="subTitle" idx="1"/>
          </p:nvPr>
        </p:nvSpPr>
        <p:spPr>
          <a:xfrm>
            <a:off x="1999233" y="2448433"/>
            <a:ext cx="3428800" cy="12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3" name="Google Shape;343;p24"/>
          <p:cNvSpPr txBox="1">
            <a:spLocks noGrp="1"/>
          </p:cNvSpPr>
          <p:nvPr>
            <p:ph type="subTitle" idx="2"/>
          </p:nvPr>
        </p:nvSpPr>
        <p:spPr>
          <a:xfrm>
            <a:off x="7513025" y="2448433"/>
            <a:ext cx="3428800" cy="12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4" name="Google Shape;344;p24"/>
          <p:cNvSpPr txBox="1">
            <a:spLocks noGrp="1"/>
          </p:cNvSpPr>
          <p:nvPr>
            <p:ph type="subTitle" idx="3"/>
          </p:nvPr>
        </p:nvSpPr>
        <p:spPr>
          <a:xfrm>
            <a:off x="1999233" y="4560433"/>
            <a:ext cx="3428800" cy="12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5" name="Google Shape;345;p24"/>
          <p:cNvSpPr txBox="1">
            <a:spLocks noGrp="1"/>
          </p:cNvSpPr>
          <p:nvPr>
            <p:ph type="subTitle" idx="4"/>
          </p:nvPr>
        </p:nvSpPr>
        <p:spPr>
          <a:xfrm>
            <a:off x="7513025" y="4560433"/>
            <a:ext cx="3428800" cy="12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6" name="Google Shape;346;p24"/>
          <p:cNvSpPr txBox="1">
            <a:spLocks noGrp="1"/>
          </p:cNvSpPr>
          <p:nvPr>
            <p:ph type="subTitle" idx="5"/>
          </p:nvPr>
        </p:nvSpPr>
        <p:spPr>
          <a:xfrm>
            <a:off x="1999233" y="1915005"/>
            <a:ext cx="3428800" cy="63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7" name="Google Shape;347;p24"/>
          <p:cNvSpPr txBox="1">
            <a:spLocks noGrp="1"/>
          </p:cNvSpPr>
          <p:nvPr>
            <p:ph type="subTitle" idx="6"/>
          </p:nvPr>
        </p:nvSpPr>
        <p:spPr>
          <a:xfrm>
            <a:off x="7513028" y="1915005"/>
            <a:ext cx="3428800" cy="63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8" name="Google Shape;348;p24"/>
          <p:cNvSpPr txBox="1">
            <a:spLocks noGrp="1"/>
          </p:cNvSpPr>
          <p:nvPr>
            <p:ph type="subTitle" idx="7"/>
          </p:nvPr>
        </p:nvSpPr>
        <p:spPr>
          <a:xfrm>
            <a:off x="1999233" y="4026905"/>
            <a:ext cx="3428800" cy="63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9" name="Google Shape;349;p24"/>
          <p:cNvSpPr txBox="1">
            <a:spLocks noGrp="1"/>
          </p:cNvSpPr>
          <p:nvPr>
            <p:ph type="subTitle" idx="8"/>
          </p:nvPr>
        </p:nvSpPr>
        <p:spPr>
          <a:xfrm>
            <a:off x="7513028" y="4026905"/>
            <a:ext cx="3428800" cy="63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350" name="Google Shape;35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2470237" y="2893000"/>
            <a:ext cx="6418336" cy="6988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7293761" flipH="1">
            <a:off x="-456485" y="3680534"/>
            <a:ext cx="1136500" cy="12586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2" name="Google Shape;352;p24"/>
          <p:cNvGrpSpPr/>
          <p:nvPr/>
        </p:nvGrpSpPr>
        <p:grpSpPr>
          <a:xfrm>
            <a:off x="-2399701" y="-2728189"/>
            <a:ext cx="18642408" cy="12030144"/>
            <a:chOff x="-1799776" y="-2046142"/>
            <a:chExt cx="13981806" cy="9022608"/>
          </a:xfrm>
        </p:grpSpPr>
        <p:pic>
          <p:nvPicPr>
            <p:cNvPr id="353" name="Google Shape;353;p2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069595" flipH="1">
              <a:off x="-1571126" y="-1204751"/>
              <a:ext cx="3167267" cy="21032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4" name="Google Shape;354;p2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2571538" y="4716600"/>
              <a:ext cx="2184951" cy="1262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5" name="Google Shape;355;p24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-6438708" flipH="1">
              <a:off x="8559054" y="-1473399"/>
              <a:ext cx="3167276" cy="32849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6" name="Google Shape;356;p2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6935066" flipH="1">
              <a:off x="7679922" y="4042348"/>
              <a:ext cx="3167269" cy="21032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7" name="Google Shape;357;p24"/>
          <p:cNvGrpSpPr/>
          <p:nvPr/>
        </p:nvGrpSpPr>
        <p:grpSpPr>
          <a:xfrm>
            <a:off x="5672351" y="-979803"/>
            <a:ext cx="3866597" cy="8727965"/>
            <a:chOff x="4254263" y="-734852"/>
            <a:chExt cx="2899948" cy="6545974"/>
          </a:xfrm>
        </p:grpSpPr>
        <p:pic>
          <p:nvPicPr>
            <p:cNvPr id="358" name="Google Shape;358;p24"/>
            <p:cNvPicPr preferRelativeResize="0"/>
            <p:nvPr/>
          </p:nvPicPr>
          <p:blipFill>
            <a:blip r:embed="rId8">
              <a:alphaModFix amt="87000"/>
            </a:blip>
            <a:stretch>
              <a:fillRect/>
            </a:stretch>
          </p:blipFill>
          <p:spPr>
            <a:xfrm flipH="1">
              <a:off x="6110335" y="-734852"/>
              <a:ext cx="1043875" cy="961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9" name="Google Shape;359;p24"/>
            <p:cNvPicPr preferRelativeResize="0"/>
            <p:nvPr/>
          </p:nvPicPr>
          <p:blipFill>
            <a:blip r:embed="rId9">
              <a:alphaModFix amt="54000"/>
            </a:blip>
            <a:stretch>
              <a:fillRect/>
            </a:stretch>
          </p:blipFill>
          <p:spPr>
            <a:xfrm flipH="1">
              <a:off x="4254263" y="4831650"/>
              <a:ext cx="1043876" cy="979472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07115170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3" name="Google Shape;363;p25"/>
          <p:cNvSpPr txBox="1">
            <a:spLocks noGrp="1"/>
          </p:cNvSpPr>
          <p:nvPr>
            <p:ph type="subTitle" idx="1"/>
          </p:nvPr>
        </p:nvSpPr>
        <p:spPr>
          <a:xfrm>
            <a:off x="1234367" y="2867697"/>
            <a:ext cx="27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4" name="Google Shape;364;p25"/>
          <p:cNvSpPr txBox="1">
            <a:spLocks noGrp="1"/>
          </p:cNvSpPr>
          <p:nvPr>
            <p:ph type="subTitle" idx="2"/>
          </p:nvPr>
        </p:nvSpPr>
        <p:spPr>
          <a:xfrm>
            <a:off x="4707299" y="2867697"/>
            <a:ext cx="27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5" name="Google Shape;365;p25"/>
          <p:cNvSpPr txBox="1">
            <a:spLocks noGrp="1"/>
          </p:cNvSpPr>
          <p:nvPr>
            <p:ph type="subTitle" idx="3"/>
          </p:nvPr>
        </p:nvSpPr>
        <p:spPr>
          <a:xfrm>
            <a:off x="1234367" y="5261731"/>
            <a:ext cx="27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6" name="Google Shape;366;p25"/>
          <p:cNvSpPr txBox="1">
            <a:spLocks noGrp="1"/>
          </p:cNvSpPr>
          <p:nvPr>
            <p:ph type="subTitle" idx="4"/>
          </p:nvPr>
        </p:nvSpPr>
        <p:spPr>
          <a:xfrm>
            <a:off x="4707299" y="5261731"/>
            <a:ext cx="27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7" name="Google Shape;367;p25"/>
          <p:cNvSpPr txBox="1">
            <a:spLocks noGrp="1"/>
          </p:cNvSpPr>
          <p:nvPr>
            <p:ph type="subTitle" idx="5"/>
          </p:nvPr>
        </p:nvSpPr>
        <p:spPr>
          <a:xfrm>
            <a:off x="8180231" y="2867697"/>
            <a:ext cx="27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8" name="Google Shape;368;p25"/>
          <p:cNvSpPr txBox="1">
            <a:spLocks noGrp="1"/>
          </p:cNvSpPr>
          <p:nvPr>
            <p:ph type="subTitle" idx="6"/>
          </p:nvPr>
        </p:nvSpPr>
        <p:spPr>
          <a:xfrm>
            <a:off x="8180231" y="5261731"/>
            <a:ext cx="27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9" name="Google Shape;369;p25"/>
          <p:cNvSpPr txBox="1">
            <a:spLocks noGrp="1"/>
          </p:cNvSpPr>
          <p:nvPr>
            <p:ph type="subTitle" idx="7"/>
          </p:nvPr>
        </p:nvSpPr>
        <p:spPr>
          <a:xfrm>
            <a:off x="1232267" y="2432167"/>
            <a:ext cx="2781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0" name="Google Shape;370;p25"/>
          <p:cNvSpPr txBox="1">
            <a:spLocks noGrp="1"/>
          </p:cNvSpPr>
          <p:nvPr>
            <p:ph type="subTitle" idx="8"/>
          </p:nvPr>
        </p:nvSpPr>
        <p:spPr>
          <a:xfrm>
            <a:off x="4705196" y="2432167"/>
            <a:ext cx="2781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1" name="Google Shape;371;p25"/>
          <p:cNvSpPr txBox="1">
            <a:spLocks noGrp="1"/>
          </p:cNvSpPr>
          <p:nvPr>
            <p:ph type="subTitle" idx="9"/>
          </p:nvPr>
        </p:nvSpPr>
        <p:spPr>
          <a:xfrm>
            <a:off x="8178125" y="2432167"/>
            <a:ext cx="2781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2" name="Google Shape;372;p25"/>
          <p:cNvSpPr txBox="1">
            <a:spLocks noGrp="1"/>
          </p:cNvSpPr>
          <p:nvPr>
            <p:ph type="subTitle" idx="13"/>
          </p:nvPr>
        </p:nvSpPr>
        <p:spPr>
          <a:xfrm>
            <a:off x="1232267" y="4825936"/>
            <a:ext cx="2781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3" name="Google Shape;373;p25"/>
          <p:cNvSpPr txBox="1">
            <a:spLocks noGrp="1"/>
          </p:cNvSpPr>
          <p:nvPr>
            <p:ph type="subTitle" idx="14"/>
          </p:nvPr>
        </p:nvSpPr>
        <p:spPr>
          <a:xfrm>
            <a:off x="4705196" y="4825936"/>
            <a:ext cx="2781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4" name="Google Shape;374;p25"/>
          <p:cNvSpPr txBox="1">
            <a:spLocks noGrp="1"/>
          </p:cNvSpPr>
          <p:nvPr>
            <p:ph type="subTitle" idx="15"/>
          </p:nvPr>
        </p:nvSpPr>
        <p:spPr>
          <a:xfrm>
            <a:off x="8178125" y="4825936"/>
            <a:ext cx="2781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375" name="Google Shape;37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69211" y="3204968"/>
            <a:ext cx="5715500" cy="62229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6" name="Google Shape;376;p25"/>
          <p:cNvGrpSpPr/>
          <p:nvPr/>
        </p:nvGrpSpPr>
        <p:grpSpPr>
          <a:xfrm>
            <a:off x="-1762923" y="-3131262"/>
            <a:ext cx="16050104" cy="11387539"/>
            <a:chOff x="-1322192" y="-2348446"/>
            <a:chExt cx="12037578" cy="8540654"/>
          </a:xfrm>
        </p:grpSpPr>
        <p:pic>
          <p:nvPicPr>
            <p:cNvPr id="377" name="Google Shape;377;p25"/>
            <p:cNvPicPr preferRelativeResize="0"/>
            <p:nvPr/>
          </p:nvPicPr>
          <p:blipFill>
            <a:blip r:embed="rId4">
              <a:alphaModFix amt="83000"/>
            </a:blip>
            <a:stretch>
              <a:fillRect/>
            </a:stretch>
          </p:blipFill>
          <p:spPr>
            <a:xfrm rot="-5400000">
              <a:off x="-1854202" y="3556950"/>
              <a:ext cx="3167267" cy="21032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8" name="Google Shape;378;p25"/>
            <p:cNvPicPr preferRelativeResize="0"/>
            <p:nvPr/>
          </p:nvPicPr>
          <p:blipFill>
            <a:blip r:embed="rId5">
              <a:alphaModFix amt="76000"/>
            </a:blip>
            <a:stretch>
              <a:fillRect/>
            </a:stretch>
          </p:blipFill>
          <p:spPr>
            <a:xfrm>
              <a:off x="-1014998" y="2578600"/>
              <a:ext cx="1555700" cy="14597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9" name="Google Shape;379;p25"/>
            <p:cNvPicPr preferRelativeResize="0"/>
            <p:nvPr/>
          </p:nvPicPr>
          <p:blipFill>
            <a:blip r:embed="rId6">
              <a:alphaModFix amt="85000"/>
            </a:blip>
            <a:stretch>
              <a:fillRect/>
            </a:stretch>
          </p:blipFill>
          <p:spPr>
            <a:xfrm rot="-8404919">
              <a:off x="6825908" y="-1426076"/>
              <a:ext cx="3638626" cy="210325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80" name="Google Shape;380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320932" y="-1082033"/>
            <a:ext cx="1449065" cy="16048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2551520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26"/>
          <p:cNvSpPr txBox="1">
            <a:spLocks noGrp="1"/>
          </p:cNvSpPr>
          <p:nvPr>
            <p:ph type="title" hasCustomPrompt="1"/>
          </p:nvPr>
        </p:nvSpPr>
        <p:spPr>
          <a:xfrm>
            <a:off x="2181367" y="736133"/>
            <a:ext cx="58400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B Garamond"/>
              <a:buNone/>
              <a:defRPr sz="8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B Garamond"/>
              <a:buNone/>
              <a:defRPr sz="8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B Garamond"/>
              <a:buNone/>
              <a:defRPr sz="8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B Garamond"/>
              <a:buNone/>
              <a:defRPr sz="8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B Garamond"/>
              <a:buNone/>
              <a:defRPr sz="8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B Garamond"/>
              <a:buNone/>
              <a:defRPr sz="8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B Garamond"/>
              <a:buNone/>
              <a:defRPr sz="8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B Garamond"/>
              <a:buNone/>
              <a:defRPr sz="8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t>xx%</a:t>
            </a:r>
          </a:p>
        </p:txBody>
      </p:sp>
      <p:sp>
        <p:nvSpPr>
          <p:cNvPr id="384" name="Google Shape;384;p26"/>
          <p:cNvSpPr txBox="1">
            <a:spLocks noGrp="1"/>
          </p:cNvSpPr>
          <p:nvPr>
            <p:ph type="subTitle" idx="1"/>
          </p:nvPr>
        </p:nvSpPr>
        <p:spPr>
          <a:xfrm>
            <a:off x="2181367" y="1717432"/>
            <a:ext cx="5840000" cy="485200"/>
          </a:xfrm>
          <a:prstGeom prst="rect">
            <a:avLst/>
          </a:prstGeom>
          <a:solidFill>
            <a:srgbClr val="EBB59E">
              <a:alpha val="2813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5" name="Google Shape;385;p26"/>
          <p:cNvSpPr txBox="1">
            <a:spLocks noGrp="1"/>
          </p:cNvSpPr>
          <p:nvPr>
            <p:ph type="title" idx="2" hasCustomPrompt="1"/>
          </p:nvPr>
        </p:nvSpPr>
        <p:spPr>
          <a:xfrm>
            <a:off x="4171033" y="2679999"/>
            <a:ext cx="58400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B Garamond"/>
              <a:buNone/>
              <a:defRPr sz="8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B Garamond"/>
              <a:buNone/>
              <a:defRPr sz="8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B Garamond"/>
              <a:buNone/>
              <a:defRPr sz="8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B Garamond"/>
              <a:buNone/>
              <a:defRPr sz="8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B Garamond"/>
              <a:buNone/>
              <a:defRPr sz="8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B Garamond"/>
              <a:buNone/>
              <a:defRPr sz="8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B Garamond"/>
              <a:buNone/>
              <a:defRPr sz="8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B Garamond"/>
              <a:buNone/>
              <a:defRPr sz="8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t>xx%</a:t>
            </a:r>
          </a:p>
        </p:txBody>
      </p:sp>
      <p:sp>
        <p:nvSpPr>
          <p:cNvPr id="386" name="Google Shape;386;p26"/>
          <p:cNvSpPr txBox="1">
            <a:spLocks noGrp="1"/>
          </p:cNvSpPr>
          <p:nvPr>
            <p:ph type="subTitle" idx="3"/>
          </p:nvPr>
        </p:nvSpPr>
        <p:spPr>
          <a:xfrm>
            <a:off x="4171033" y="3661269"/>
            <a:ext cx="5840000" cy="485200"/>
          </a:xfrm>
          <a:prstGeom prst="rect">
            <a:avLst/>
          </a:prstGeom>
          <a:solidFill>
            <a:srgbClr val="EBB59E">
              <a:alpha val="2813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7" name="Google Shape;387;p26"/>
          <p:cNvSpPr txBox="1">
            <a:spLocks noGrp="1"/>
          </p:cNvSpPr>
          <p:nvPr>
            <p:ph type="title" idx="4" hasCustomPrompt="1"/>
          </p:nvPr>
        </p:nvSpPr>
        <p:spPr>
          <a:xfrm>
            <a:off x="2181367" y="4623864"/>
            <a:ext cx="58400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B Garamond"/>
              <a:buNone/>
              <a:defRPr sz="8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B Garamond"/>
              <a:buNone/>
              <a:defRPr sz="8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B Garamond"/>
              <a:buNone/>
              <a:defRPr sz="8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B Garamond"/>
              <a:buNone/>
              <a:defRPr sz="8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B Garamond"/>
              <a:buNone/>
              <a:defRPr sz="8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B Garamond"/>
              <a:buNone/>
              <a:defRPr sz="8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B Garamond"/>
              <a:buNone/>
              <a:defRPr sz="8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B Garamond"/>
              <a:buNone/>
              <a:defRPr sz="8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t>xx%</a:t>
            </a:r>
          </a:p>
        </p:txBody>
      </p:sp>
      <p:sp>
        <p:nvSpPr>
          <p:cNvPr id="388" name="Google Shape;388;p26"/>
          <p:cNvSpPr txBox="1">
            <a:spLocks noGrp="1"/>
          </p:cNvSpPr>
          <p:nvPr>
            <p:ph type="subTitle" idx="5"/>
          </p:nvPr>
        </p:nvSpPr>
        <p:spPr>
          <a:xfrm>
            <a:off x="2181367" y="5605167"/>
            <a:ext cx="5840000" cy="485200"/>
          </a:xfrm>
          <a:prstGeom prst="rect">
            <a:avLst/>
          </a:prstGeom>
          <a:solidFill>
            <a:srgbClr val="EBB59E">
              <a:alpha val="2813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389" name="Google Shape;389;p26"/>
          <p:cNvGrpSpPr/>
          <p:nvPr/>
        </p:nvGrpSpPr>
        <p:grpSpPr>
          <a:xfrm>
            <a:off x="-4531059" y="-2371779"/>
            <a:ext cx="18230525" cy="13043489"/>
            <a:chOff x="-3398294" y="-1778835"/>
            <a:chExt cx="13672894" cy="9782617"/>
          </a:xfrm>
        </p:grpSpPr>
        <p:pic>
          <p:nvPicPr>
            <p:cNvPr id="390" name="Google Shape;390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6016025" y="-1778835"/>
              <a:ext cx="4258575" cy="46366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1" name="Google Shape;391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6244019" flipH="1">
              <a:off x="-2761238" y="3056536"/>
              <a:ext cx="4258574" cy="46366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2" name="Google Shape;392;p26"/>
          <p:cNvGrpSpPr/>
          <p:nvPr/>
        </p:nvGrpSpPr>
        <p:grpSpPr>
          <a:xfrm>
            <a:off x="-1531351" y="-3829490"/>
            <a:ext cx="16589548" cy="10529643"/>
            <a:chOff x="-1148514" y="-2872117"/>
            <a:chExt cx="12442161" cy="7897232"/>
          </a:xfrm>
        </p:grpSpPr>
        <p:pic>
          <p:nvPicPr>
            <p:cNvPr id="393" name="Google Shape;393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8892684" flipH="1">
              <a:off x="-572222" y="-2332398"/>
              <a:ext cx="2907900" cy="3015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4" name="Google Shape;394;p2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5400006" flipH="1">
              <a:off x="-1214717" y="2578334"/>
              <a:ext cx="2657933" cy="11979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5" name="Google Shape;395;p2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3418107" flipH="1">
              <a:off x="7965123" y="2072580"/>
              <a:ext cx="3167266" cy="210324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96" name="Google Shape;396;p26"/>
          <p:cNvPicPr preferRelativeResize="0"/>
          <p:nvPr/>
        </p:nvPicPr>
        <p:blipFill>
          <a:blip r:embed="rId7">
            <a:alphaModFix amt="63000"/>
          </a:blip>
          <a:stretch>
            <a:fillRect/>
          </a:stretch>
        </p:blipFill>
        <p:spPr>
          <a:xfrm rot="10800000" flipH="1">
            <a:off x="2490789" y="-842043"/>
            <a:ext cx="1391833" cy="12825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7" name="Google Shape;397;p26"/>
          <p:cNvGrpSpPr/>
          <p:nvPr/>
        </p:nvGrpSpPr>
        <p:grpSpPr>
          <a:xfrm>
            <a:off x="7887421" y="156505"/>
            <a:ext cx="4792384" cy="8735011"/>
            <a:chOff x="5915566" y="117379"/>
            <a:chExt cx="3594288" cy="6551258"/>
          </a:xfrm>
        </p:grpSpPr>
        <p:pic>
          <p:nvPicPr>
            <p:cNvPr id="398" name="Google Shape;398;p26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 rot="10800000" flipH="1">
              <a:off x="7887373" y="117379"/>
              <a:ext cx="1086799" cy="1203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9" name="Google Shape;399;p26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 rot="9252785" flipH="1">
              <a:off x="6023947" y="4497854"/>
              <a:ext cx="1135050" cy="75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0" name="Google Shape;400;p26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 rot="-5400000">
              <a:off x="6890251" y="4049033"/>
              <a:ext cx="3739115" cy="15000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28201719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3" name="Google Shape;403;p27"/>
          <p:cNvGrpSpPr/>
          <p:nvPr/>
        </p:nvGrpSpPr>
        <p:grpSpPr>
          <a:xfrm>
            <a:off x="-675434" y="117801"/>
            <a:ext cx="5497473" cy="7569532"/>
            <a:chOff x="-506576" y="88350"/>
            <a:chExt cx="4123105" cy="5677149"/>
          </a:xfrm>
        </p:grpSpPr>
        <p:pic>
          <p:nvPicPr>
            <p:cNvPr id="404" name="Google Shape;404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506576" y="88350"/>
              <a:ext cx="1792924" cy="1682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5" name="Google Shape;405;p2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572653" y="4803598"/>
              <a:ext cx="1043875" cy="9619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06" name="Google Shape;406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04202" y="2730067"/>
            <a:ext cx="5805932" cy="63213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7" name="Google Shape;407;p27"/>
          <p:cNvGrpSpPr/>
          <p:nvPr/>
        </p:nvGrpSpPr>
        <p:grpSpPr>
          <a:xfrm>
            <a:off x="1230964" y="-1004482"/>
            <a:ext cx="12139141" cy="2804332"/>
            <a:chOff x="923223" y="-753362"/>
            <a:chExt cx="9104356" cy="2103249"/>
          </a:xfrm>
        </p:grpSpPr>
        <p:pic>
          <p:nvPicPr>
            <p:cNvPr id="408" name="Google Shape;408;p2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833959" y="-753362"/>
              <a:ext cx="3193620" cy="21032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9" name="Google Shape;409;p27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923223" y="-303550"/>
              <a:ext cx="1086799" cy="12036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0" name="Google Shape;410;p27"/>
          <p:cNvGrpSpPr/>
          <p:nvPr/>
        </p:nvGrpSpPr>
        <p:grpSpPr>
          <a:xfrm>
            <a:off x="-4975057" y="-1545899"/>
            <a:ext cx="19196300" cy="11331300"/>
            <a:chOff x="-3731293" y="-1159425"/>
            <a:chExt cx="14397225" cy="8498475"/>
          </a:xfrm>
        </p:grpSpPr>
        <p:pic>
          <p:nvPicPr>
            <p:cNvPr id="411" name="Google Shape;411;p27"/>
            <p:cNvPicPr preferRelativeResize="0"/>
            <p:nvPr/>
          </p:nvPicPr>
          <p:blipFill>
            <a:blip r:embed="rId8">
              <a:alphaModFix amt="87000"/>
            </a:blip>
            <a:stretch>
              <a:fillRect/>
            </a:stretch>
          </p:blipFill>
          <p:spPr>
            <a:xfrm>
              <a:off x="-3731293" y="2511502"/>
              <a:ext cx="4654526" cy="48275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2" name="Google Shape;412;p27"/>
            <p:cNvPicPr preferRelativeResize="0"/>
            <p:nvPr/>
          </p:nvPicPr>
          <p:blipFill>
            <a:blip r:embed="rId9">
              <a:alphaModFix amt="86000"/>
            </a:blip>
            <a:stretch>
              <a:fillRect/>
            </a:stretch>
          </p:blipFill>
          <p:spPr>
            <a:xfrm rot="5019818">
              <a:off x="7862323" y="2237098"/>
              <a:ext cx="3167264" cy="21032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3" name="Google Shape;413;p27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3261724" y="-1159425"/>
              <a:ext cx="2891427" cy="16713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4" name="Google Shape;414;p27"/>
          <p:cNvSpPr txBox="1">
            <a:spLocks noGrp="1"/>
          </p:cNvSpPr>
          <p:nvPr>
            <p:ph type="title"/>
          </p:nvPr>
        </p:nvSpPr>
        <p:spPr>
          <a:xfrm>
            <a:off x="3130584" y="917667"/>
            <a:ext cx="5930800" cy="1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15" name="Google Shape;415;p27"/>
          <p:cNvSpPr txBox="1">
            <a:spLocks noGrp="1"/>
          </p:cNvSpPr>
          <p:nvPr>
            <p:ph type="subTitle" idx="1"/>
          </p:nvPr>
        </p:nvSpPr>
        <p:spPr>
          <a:xfrm>
            <a:off x="3130533" y="2246416"/>
            <a:ext cx="5930800" cy="16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6" name="Google Shape;416;p27"/>
          <p:cNvSpPr txBox="1"/>
          <p:nvPr/>
        </p:nvSpPr>
        <p:spPr>
          <a:xfrm>
            <a:off x="2802251" y="4727033"/>
            <a:ext cx="65944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CREDITS: This presentation template was created by </a:t>
            </a:r>
            <a:r>
              <a:rPr lang="en" sz="1600" b="1" u="sng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6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,</a:t>
            </a:r>
            <a:r>
              <a:rPr lang="en" sz="1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and includes icons by</a:t>
            </a:r>
            <a:r>
              <a:rPr lang="en" sz="16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1600" b="1" u="sng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6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,</a:t>
            </a:r>
            <a:r>
              <a:rPr lang="en" sz="1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and infographics &amp; images by </a:t>
            </a:r>
            <a:r>
              <a:rPr lang="en" sz="1600" b="1" u="sng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600" b="1" u="sng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endParaRPr sz="1600" b="1" u="sng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  <p:extLst>
      <p:ext uri="{BB962C8B-B14F-4D97-AF65-F5344CB8AC3E}">
        <p14:creationId xmlns:p14="http://schemas.microsoft.com/office/powerpoint/2010/main" val="145846792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9" name="Google Shape;419;p28"/>
          <p:cNvGrpSpPr/>
          <p:nvPr/>
        </p:nvGrpSpPr>
        <p:grpSpPr>
          <a:xfrm rot="10800000" flipH="1">
            <a:off x="-2415713" y="-2988119"/>
            <a:ext cx="7923511" cy="11707923"/>
            <a:chOff x="-1811785" y="-1627275"/>
            <a:chExt cx="5942633" cy="8780942"/>
          </a:xfrm>
        </p:grpSpPr>
        <p:pic>
          <p:nvPicPr>
            <p:cNvPr id="420" name="Google Shape;420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963581" y="-1627275"/>
              <a:ext cx="3167267" cy="21032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1" name="Google Shape;421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3024203" flipH="1">
              <a:off x="-1661175" y="4029886"/>
              <a:ext cx="3638626" cy="2103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2" name="Google Shape;422;p28"/>
          <p:cNvGrpSpPr/>
          <p:nvPr/>
        </p:nvGrpSpPr>
        <p:grpSpPr>
          <a:xfrm rot="10800000" flipH="1">
            <a:off x="1547578" y="-307895"/>
            <a:ext cx="9586884" cy="7371432"/>
            <a:chOff x="1160683" y="-385075"/>
            <a:chExt cx="7190163" cy="5528574"/>
          </a:xfrm>
        </p:grpSpPr>
        <p:pic>
          <p:nvPicPr>
            <p:cNvPr id="423" name="Google Shape;42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1160683" y="3587350"/>
              <a:ext cx="2362876" cy="15561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4" name="Google Shape;424;p2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7554246" y="-385075"/>
              <a:ext cx="796600" cy="8822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5" name="Google Shape;425;p28"/>
          <p:cNvGrpSpPr/>
          <p:nvPr/>
        </p:nvGrpSpPr>
        <p:grpSpPr>
          <a:xfrm rot="10800000" flipH="1">
            <a:off x="155860" y="-866511"/>
            <a:ext cx="9223097" cy="7479541"/>
            <a:chOff x="116894" y="-47195"/>
            <a:chExt cx="6917323" cy="5609656"/>
          </a:xfrm>
        </p:grpSpPr>
        <p:pic>
          <p:nvPicPr>
            <p:cNvPr id="426" name="Google Shape;426;p28"/>
            <p:cNvPicPr preferRelativeResize="0"/>
            <p:nvPr/>
          </p:nvPicPr>
          <p:blipFill>
            <a:blip r:embed="rId7">
              <a:alphaModFix amt="69000"/>
            </a:blip>
            <a:stretch>
              <a:fillRect/>
            </a:stretch>
          </p:blipFill>
          <p:spPr>
            <a:xfrm rot="-9899998" flipH="1">
              <a:off x="254490" y="102312"/>
              <a:ext cx="1318127" cy="1236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7" name="Google Shape;427;p28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 flipH="1">
              <a:off x="5990342" y="4600561"/>
              <a:ext cx="1043875" cy="9619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28" name="Google Shape;428;p2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-8100000">
            <a:off x="8713102" y="-769866"/>
            <a:ext cx="5321521" cy="57939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212223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9394151" flipH="1">
            <a:off x="-457325" y="3769397"/>
            <a:ext cx="5715497" cy="622293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2" name="Google Shape;432;p29"/>
          <p:cNvGrpSpPr/>
          <p:nvPr/>
        </p:nvGrpSpPr>
        <p:grpSpPr>
          <a:xfrm flipH="1">
            <a:off x="-2159260" y="-3131262"/>
            <a:ext cx="16050104" cy="11387539"/>
            <a:chOff x="-1322192" y="-2348446"/>
            <a:chExt cx="12037578" cy="8540654"/>
          </a:xfrm>
        </p:grpSpPr>
        <p:pic>
          <p:nvPicPr>
            <p:cNvPr id="433" name="Google Shape;433;p29"/>
            <p:cNvPicPr preferRelativeResize="0"/>
            <p:nvPr/>
          </p:nvPicPr>
          <p:blipFill>
            <a:blip r:embed="rId4">
              <a:alphaModFix amt="83000"/>
            </a:blip>
            <a:stretch>
              <a:fillRect/>
            </a:stretch>
          </p:blipFill>
          <p:spPr>
            <a:xfrm rot="-5400000">
              <a:off x="-1854202" y="3556950"/>
              <a:ext cx="3167267" cy="21032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4" name="Google Shape;434;p29"/>
            <p:cNvPicPr preferRelativeResize="0"/>
            <p:nvPr/>
          </p:nvPicPr>
          <p:blipFill>
            <a:blip r:embed="rId5">
              <a:alphaModFix amt="76000"/>
            </a:blip>
            <a:stretch>
              <a:fillRect/>
            </a:stretch>
          </p:blipFill>
          <p:spPr>
            <a:xfrm>
              <a:off x="-1014998" y="2578600"/>
              <a:ext cx="1555700" cy="14597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5" name="Google Shape;435;p29"/>
            <p:cNvPicPr preferRelativeResize="0"/>
            <p:nvPr/>
          </p:nvPicPr>
          <p:blipFill>
            <a:blip r:embed="rId6">
              <a:alphaModFix amt="85000"/>
            </a:blip>
            <a:stretch>
              <a:fillRect/>
            </a:stretch>
          </p:blipFill>
          <p:spPr>
            <a:xfrm rot="-8404919">
              <a:off x="6825908" y="-1426076"/>
              <a:ext cx="3638626" cy="21032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6" name="Google Shape;436;p29"/>
          <p:cNvGrpSpPr/>
          <p:nvPr/>
        </p:nvGrpSpPr>
        <p:grpSpPr>
          <a:xfrm>
            <a:off x="-161026" y="-983266"/>
            <a:ext cx="4153315" cy="8930073"/>
            <a:chOff x="-120769" y="-737450"/>
            <a:chExt cx="3114986" cy="6697555"/>
          </a:xfrm>
        </p:grpSpPr>
        <p:pic>
          <p:nvPicPr>
            <p:cNvPr id="437" name="Google Shape;437;p2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flipH="1">
              <a:off x="1907418" y="-737450"/>
              <a:ext cx="1086799" cy="1203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8" name="Google Shape;438;p2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1812908" flipH="1">
              <a:off x="108267" y="4564776"/>
              <a:ext cx="1086800" cy="1203625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0306279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96E31-2DF0-0EC2-787B-AFC01417E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9E81B-0D33-F1A8-0EFB-9A8B270D4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B8508-498F-085D-4CDB-8448309DA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E4428-A1FF-DBC5-4ABC-56D09E75F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DFE3E-565C-D139-498A-3DA32408B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16B62-00B0-45FF-8DB4-4765E5A17F9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680575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929547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2"/>
          <p:cNvSpPr txBox="1">
            <a:spLocks noGrp="1"/>
          </p:cNvSpPr>
          <p:nvPr>
            <p:ph type="title"/>
          </p:nvPr>
        </p:nvSpPr>
        <p:spPr>
          <a:xfrm>
            <a:off x="964600" y="681367"/>
            <a:ext cx="102628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0660872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-3528892" y="-2194563"/>
            <a:ext cx="17475627" cy="11677552"/>
            <a:chOff x="-2646669" y="-1645922"/>
            <a:chExt cx="13106720" cy="8758164"/>
          </a:xfrm>
        </p:grpSpPr>
        <p:pic>
          <p:nvPicPr>
            <p:cNvPr id="11" name="Google Shape;11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3702422">
              <a:off x="-1783211" y="2152525"/>
              <a:ext cx="3991121" cy="43454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2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291766" y="-1823087"/>
              <a:ext cx="3991120" cy="434545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" name="Google Shape;13;p2"/>
          <p:cNvGrpSpPr/>
          <p:nvPr/>
        </p:nvGrpSpPr>
        <p:grpSpPr>
          <a:xfrm>
            <a:off x="-3528890" y="-1851563"/>
            <a:ext cx="16807159" cy="9798896"/>
            <a:chOff x="-2646668" y="-1388672"/>
            <a:chExt cx="12605369" cy="7349172"/>
          </a:xfrm>
        </p:grpSpPr>
        <p:pic>
          <p:nvPicPr>
            <p:cNvPr id="14" name="Google Shape;14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44">
              <a:off x="6902850" y="3860896"/>
              <a:ext cx="3055850" cy="20995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2"/>
            <p:cNvPicPr preferRelativeResize="0"/>
            <p:nvPr/>
          </p:nvPicPr>
          <p:blipFill>
            <a:blip r:embed="rId5">
              <a:alphaModFix amt="46000"/>
            </a:blip>
            <a:stretch>
              <a:fillRect/>
            </a:stretch>
          </p:blipFill>
          <p:spPr>
            <a:xfrm rot="190401">
              <a:off x="-2567154" y="-1266015"/>
              <a:ext cx="4514499" cy="299789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" name="Google Shape;16;p2"/>
          <p:cNvGrpSpPr/>
          <p:nvPr/>
        </p:nvGrpSpPr>
        <p:grpSpPr>
          <a:xfrm>
            <a:off x="284061" y="-854564"/>
            <a:ext cx="12089497" cy="7712595"/>
            <a:chOff x="213045" y="-640923"/>
            <a:chExt cx="9067123" cy="5784446"/>
          </a:xfrm>
        </p:grpSpPr>
        <p:pic>
          <p:nvPicPr>
            <p:cNvPr id="17" name="Google Shape;17;p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3154190">
              <a:off x="304301" y="3909850"/>
              <a:ext cx="1320889" cy="882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1131160">
              <a:off x="6729249" y="-300900"/>
              <a:ext cx="2362877" cy="15561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2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133212" y="3400275"/>
              <a:ext cx="796600" cy="8822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" name="Google Shape;20;p2"/>
          <p:cNvSpPr txBox="1">
            <a:spLocks noGrp="1"/>
          </p:cNvSpPr>
          <p:nvPr>
            <p:ph type="ctrTitle"/>
          </p:nvPr>
        </p:nvSpPr>
        <p:spPr>
          <a:xfrm>
            <a:off x="1927967" y="1552099"/>
            <a:ext cx="8336000" cy="298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3086351" y="4662641"/>
            <a:ext cx="6019200" cy="485200"/>
          </a:xfrm>
          <a:prstGeom prst="rect">
            <a:avLst/>
          </a:prstGeom>
          <a:solidFill>
            <a:srgbClr val="EBB59E">
              <a:alpha val="2813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0364510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" name="Google Shape;24;p3"/>
          <p:cNvGrpSpPr/>
          <p:nvPr/>
        </p:nvGrpSpPr>
        <p:grpSpPr>
          <a:xfrm>
            <a:off x="-1293369" y="-4179984"/>
            <a:ext cx="15954724" cy="12763715"/>
            <a:chOff x="-970027" y="-3134988"/>
            <a:chExt cx="11966043" cy="9572786"/>
          </a:xfrm>
        </p:grpSpPr>
        <p:pic>
          <p:nvPicPr>
            <p:cNvPr id="25" name="Google Shape;25;p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3069595">
              <a:off x="7600098" y="-1204751"/>
              <a:ext cx="3167267" cy="21032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Google Shape;26;p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5400000">
              <a:off x="7429532" y="1619675"/>
              <a:ext cx="3638627" cy="2103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Google Shape;27;p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9852316">
              <a:off x="-582739" y="-2765951"/>
              <a:ext cx="3167275" cy="32849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Google Shape;28;p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970027" y="4334550"/>
              <a:ext cx="3167267" cy="210324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9" name="Google Shape;29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76655" y="202400"/>
            <a:ext cx="6418336" cy="69881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" name="Google Shape;30;p3"/>
          <p:cNvGrpSpPr/>
          <p:nvPr/>
        </p:nvGrpSpPr>
        <p:grpSpPr>
          <a:xfrm>
            <a:off x="2638532" y="-1222167"/>
            <a:ext cx="8468261" cy="7940165"/>
            <a:chOff x="1978899" y="-916625"/>
            <a:chExt cx="6351196" cy="5955124"/>
          </a:xfrm>
        </p:grpSpPr>
        <p:pic>
          <p:nvPicPr>
            <p:cNvPr id="31" name="Google Shape;31;p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7293761">
              <a:off x="7278652" y="3956300"/>
              <a:ext cx="852375" cy="943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" name="Google Shape;32;p3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978899" y="-916625"/>
              <a:ext cx="2408776" cy="15863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" name="Google Shape;33;p3"/>
          <p:cNvGrpSpPr/>
          <p:nvPr/>
        </p:nvGrpSpPr>
        <p:grpSpPr>
          <a:xfrm>
            <a:off x="2033737" y="-669369"/>
            <a:ext cx="6562035" cy="8629700"/>
            <a:chOff x="1525303" y="-502027"/>
            <a:chExt cx="4921526" cy="6472275"/>
          </a:xfrm>
        </p:grpSpPr>
        <p:pic>
          <p:nvPicPr>
            <p:cNvPr id="34" name="Google Shape;34;p3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5402953" y="-502027"/>
              <a:ext cx="1043875" cy="961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" name="Google Shape;35;p3"/>
            <p:cNvPicPr preferRelativeResize="0"/>
            <p:nvPr/>
          </p:nvPicPr>
          <p:blipFill>
            <a:blip r:embed="rId10">
              <a:alphaModFix amt="54000"/>
            </a:blip>
            <a:stretch>
              <a:fillRect/>
            </a:stretch>
          </p:blipFill>
          <p:spPr>
            <a:xfrm>
              <a:off x="1525303" y="4558150"/>
              <a:ext cx="1504950" cy="14120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" name="Google Shape;36;p3"/>
          <p:cNvSpPr txBox="1">
            <a:spLocks noGrp="1"/>
          </p:cNvSpPr>
          <p:nvPr>
            <p:ph type="title"/>
          </p:nvPr>
        </p:nvSpPr>
        <p:spPr>
          <a:xfrm>
            <a:off x="1423733" y="2717751"/>
            <a:ext cx="6756800" cy="1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667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" name="Google Shape;37;p3"/>
          <p:cNvSpPr txBox="1">
            <a:spLocks noGrp="1"/>
          </p:cNvSpPr>
          <p:nvPr>
            <p:ph type="title" idx="2" hasCustomPrompt="1"/>
          </p:nvPr>
        </p:nvSpPr>
        <p:spPr>
          <a:xfrm>
            <a:off x="1423733" y="1547967"/>
            <a:ext cx="1765600" cy="139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38" name="Google Shape;38;p3"/>
          <p:cNvSpPr txBox="1">
            <a:spLocks noGrp="1"/>
          </p:cNvSpPr>
          <p:nvPr>
            <p:ph type="subTitle" idx="1"/>
          </p:nvPr>
        </p:nvSpPr>
        <p:spPr>
          <a:xfrm>
            <a:off x="1423733" y="4151333"/>
            <a:ext cx="6756800" cy="485200"/>
          </a:xfrm>
          <a:prstGeom prst="rect">
            <a:avLst/>
          </a:prstGeom>
          <a:solidFill>
            <a:srgbClr val="EBB59E">
              <a:alpha val="2813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7730486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oogle Shape;41;p4"/>
          <p:cNvGrpSpPr/>
          <p:nvPr/>
        </p:nvGrpSpPr>
        <p:grpSpPr>
          <a:xfrm>
            <a:off x="9813711" y="-2026534"/>
            <a:ext cx="5069263" cy="11053671"/>
            <a:chOff x="7360283" y="-1519901"/>
            <a:chExt cx="3801947" cy="8290253"/>
          </a:xfrm>
        </p:grpSpPr>
        <p:pic>
          <p:nvPicPr>
            <p:cNvPr id="42" name="Google Shape;42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996705">
              <a:off x="7677623" y="-823400"/>
              <a:ext cx="3167267" cy="21032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" name="Google Shape;43;p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51214">
              <a:off x="7570445" y="3619424"/>
              <a:ext cx="3638626" cy="21032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" name="Google Shape;44;p4"/>
          <p:cNvGrpSpPr/>
          <p:nvPr/>
        </p:nvGrpSpPr>
        <p:grpSpPr>
          <a:xfrm>
            <a:off x="-4167656" y="-2740879"/>
            <a:ext cx="7859840" cy="13326483"/>
            <a:chOff x="-3125742" y="-2055659"/>
            <a:chExt cx="5894880" cy="9994862"/>
          </a:xfrm>
        </p:grpSpPr>
        <p:pic>
          <p:nvPicPr>
            <p:cNvPr id="45" name="Google Shape;45;p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2700000">
              <a:off x="-2173872" y="2819024"/>
              <a:ext cx="3991141" cy="43454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" name="Google Shape;46;p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1245730">
              <a:off x="-2485122" y="-1489348"/>
              <a:ext cx="3991141" cy="43454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" name="Google Shape;47;p4"/>
          <p:cNvGrpSpPr/>
          <p:nvPr/>
        </p:nvGrpSpPr>
        <p:grpSpPr>
          <a:xfrm>
            <a:off x="419899" y="-572667"/>
            <a:ext cx="12887000" cy="7692832"/>
            <a:chOff x="314924" y="-429500"/>
            <a:chExt cx="9665250" cy="5769624"/>
          </a:xfrm>
        </p:grpSpPr>
        <p:pic>
          <p:nvPicPr>
            <p:cNvPr id="48" name="Google Shape;48;p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617299" y="3783975"/>
              <a:ext cx="2362876" cy="15561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" name="Google Shape;49;p4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14924" y="-429500"/>
              <a:ext cx="796600" cy="8822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0" name="Google Shape;50;p4"/>
          <p:cNvGrpSpPr/>
          <p:nvPr/>
        </p:nvGrpSpPr>
        <p:grpSpPr>
          <a:xfrm>
            <a:off x="2980855" y="-1008394"/>
            <a:ext cx="7696848" cy="8666091"/>
            <a:chOff x="2235641" y="-756295"/>
            <a:chExt cx="5772636" cy="6499568"/>
          </a:xfrm>
        </p:grpSpPr>
        <p:pic>
          <p:nvPicPr>
            <p:cNvPr id="51" name="Google Shape;51;p4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 rot="9899998">
              <a:off x="6552553" y="-606788"/>
              <a:ext cx="1318127" cy="1236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" name="Google Shape;52;p4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2235641" y="4781373"/>
              <a:ext cx="1043875" cy="961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960000" y="1514433"/>
            <a:ext cx="102720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72524" rtl="0">
              <a:spcBef>
                <a:spcPts val="0"/>
              </a:spcBef>
              <a:spcAft>
                <a:spcPts val="0"/>
              </a:spcAft>
              <a:buSzPts val="800"/>
              <a:buFont typeface="Nunito Light"/>
              <a:buChar char="●"/>
              <a:defRPr sz="1600"/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828754" lvl="2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2438339" lvl="3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3047924" lvl="4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3657509" lvl="5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4267093" lvl="6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4876678" lvl="7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5486263" lvl="8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34989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8" name="Google Shape;58;p5"/>
          <p:cNvSpPr txBox="1">
            <a:spLocks noGrp="1"/>
          </p:cNvSpPr>
          <p:nvPr>
            <p:ph type="subTitle" idx="1"/>
          </p:nvPr>
        </p:nvSpPr>
        <p:spPr>
          <a:xfrm>
            <a:off x="6301200" y="2496471"/>
            <a:ext cx="4930800" cy="36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121917"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867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3733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3733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3733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3733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3733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3733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3733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9" name="Google Shape;59;p5"/>
          <p:cNvSpPr txBox="1">
            <a:spLocks noGrp="1"/>
          </p:cNvSpPr>
          <p:nvPr>
            <p:ph type="subTitle" idx="2"/>
          </p:nvPr>
        </p:nvSpPr>
        <p:spPr>
          <a:xfrm>
            <a:off x="960000" y="2496471"/>
            <a:ext cx="4930800" cy="36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121917"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867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733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733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733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733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733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733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733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subTitle" idx="3"/>
          </p:nvPr>
        </p:nvSpPr>
        <p:spPr>
          <a:xfrm>
            <a:off x="960000" y="1843667"/>
            <a:ext cx="4930800" cy="65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subTitle" idx="4"/>
          </p:nvPr>
        </p:nvSpPr>
        <p:spPr>
          <a:xfrm>
            <a:off x="6301200" y="1843667"/>
            <a:ext cx="4930800" cy="65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62" name="Google Shape;62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7666905">
            <a:off x="5738240" y="4957729"/>
            <a:ext cx="5321497" cy="579393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5"/>
          <p:cNvGrpSpPr/>
          <p:nvPr/>
        </p:nvGrpSpPr>
        <p:grpSpPr>
          <a:xfrm>
            <a:off x="4828653" y="-745529"/>
            <a:ext cx="7363360" cy="8447776"/>
            <a:chOff x="3621490" y="-559147"/>
            <a:chExt cx="5522520" cy="6335832"/>
          </a:xfrm>
        </p:grpSpPr>
        <p:pic>
          <p:nvPicPr>
            <p:cNvPr id="64" name="Google Shape;64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1613369">
              <a:off x="7695024" y="4643452"/>
              <a:ext cx="1320890" cy="882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3621490" y="-559147"/>
              <a:ext cx="796600" cy="8822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6" name="Google Shape;66;p5"/>
          <p:cNvGrpSpPr/>
          <p:nvPr/>
        </p:nvGrpSpPr>
        <p:grpSpPr>
          <a:xfrm>
            <a:off x="-2563465" y="-3170697"/>
            <a:ext cx="16013960" cy="11795593"/>
            <a:chOff x="-1922599" y="-2378023"/>
            <a:chExt cx="12010470" cy="8846695"/>
          </a:xfrm>
        </p:grpSpPr>
        <p:pic>
          <p:nvPicPr>
            <p:cNvPr id="67" name="Google Shape;67;p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-7427685">
              <a:off x="7632471" y="-1010673"/>
              <a:ext cx="2308577" cy="158614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8" name="Google Shape;68;p5"/>
            <p:cNvGrpSpPr/>
            <p:nvPr/>
          </p:nvGrpSpPr>
          <p:grpSpPr>
            <a:xfrm>
              <a:off x="-1922599" y="-2378023"/>
              <a:ext cx="3747552" cy="8846695"/>
              <a:chOff x="-1922599" y="-2378023"/>
              <a:chExt cx="3747552" cy="8846695"/>
            </a:xfrm>
          </p:grpSpPr>
          <p:pic>
            <p:nvPicPr>
              <p:cNvPr id="69" name="Google Shape;69;p5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 rot="-7392115">
                <a:off x="-1779951" y="3892504"/>
                <a:ext cx="2763477" cy="183511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0" name="Google Shape;70;p5"/>
              <p:cNvPicPr preferRelativeResize="0"/>
              <p:nvPr/>
            </p:nvPicPr>
            <p:blipFill>
              <a:blip r:embed="rId8">
                <a:alphaModFix amt="76000"/>
              </a:blip>
              <a:stretch>
                <a:fillRect/>
              </a:stretch>
            </p:blipFill>
            <p:spPr>
              <a:xfrm rot="-5400000">
                <a:off x="-1730709" y="-2442909"/>
                <a:ext cx="3490775" cy="362054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71" name="Google Shape;71;p5"/>
          <p:cNvGrpSpPr/>
          <p:nvPr/>
        </p:nvGrpSpPr>
        <p:grpSpPr>
          <a:xfrm>
            <a:off x="-851653" y="1213938"/>
            <a:ext cx="14263191" cy="1871527"/>
            <a:chOff x="-638740" y="910453"/>
            <a:chExt cx="10697393" cy="1403645"/>
          </a:xfrm>
        </p:grpSpPr>
        <p:pic>
          <p:nvPicPr>
            <p:cNvPr id="72" name="Google Shape;72;p5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 rot="10800000">
              <a:off x="-638740" y="910453"/>
              <a:ext cx="1043875" cy="961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5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8731803" y="1069113"/>
              <a:ext cx="1326850" cy="1244986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22331798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77" name="Google Shape;77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3555" y="2893000"/>
            <a:ext cx="6418336" cy="6988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1101" y="6288801"/>
            <a:ext cx="2913268" cy="1683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7293761">
            <a:off x="11581637" y="3680534"/>
            <a:ext cx="1136500" cy="12586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" name="Google Shape;80;p6"/>
          <p:cNvGrpSpPr/>
          <p:nvPr/>
        </p:nvGrpSpPr>
        <p:grpSpPr>
          <a:xfrm>
            <a:off x="-3981055" y="-2728189"/>
            <a:ext cx="18642408" cy="12030144"/>
            <a:chOff x="-2985791" y="-2046142"/>
            <a:chExt cx="13981806" cy="9022608"/>
          </a:xfrm>
        </p:grpSpPr>
        <p:pic>
          <p:nvPicPr>
            <p:cNvPr id="81" name="Google Shape;81;p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3069595">
              <a:off x="7600098" y="-1204751"/>
              <a:ext cx="3167267" cy="21032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6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6438708">
              <a:off x="-2530091" y="-1473399"/>
              <a:ext cx="3167276" cy="32849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-6935066">
              <a:off x="-1650952" y="4042348"/>
              <a:ext cx="3167269" cy="21032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4" name="Google Shape;84;p6"/>
          <p:cNvGrpSpPr/>
          <p:nvPr/>
        </p:nvGrpSpPr>
        <p:grpSpPr>
          <a:xfrm>
            <a:off x="5028902" y="-979803"/>
            <a:ext cx="4949737" cy="8727965"/>
            <a:chOff x="3771676" y="-734852"/>
            <a:chExt cx="3712303" cy="6545974"/>
          </a:xfrm>
        </p:grpSpPr>
        <p:pic>
          <p:nvPicPr>
            <p:cNvPr id="85" name="Google Shape;85;p6"/>
            <p:cNvPicPr preferRelativeResize="0"/>
            <p:nvPr/>
          </p:nvPicPr>
          <p:blipFill>
            <a:blip r:embed="rId8">
              <a:alphaModFix amt="87000"/>
            </a:blip>
            <a:stretch>
              <a:fillRect/>
            </a:stretch>
          </p:blipFill>
          <p:spPr>
            <a:xfrm>
              <a:off x="6440103" y="-734852"/>
              <a:ext cx="1043875" cy="961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6"/>
            <p:cNvPicPr preferRelativeResize="0"/>
            <p:nvPr/>
          </p:nvPicPr>
          <p:blipFill>
            <a:blip r:embed="rId9">
              <a:alphaModFix amt="54000"/>
            </a:blip>
            <a:stretch>
              <a:fillRect/>
            </a:stretch>
          </p:blipFill>
          <p:spPr>
            <a:xfrm>
              <a:off x="3771676" y="4831650"/>
              <a:ext cx="1043876" cy="979472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421917019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8"/>
          <p:cNvSpPr txBox="1">
            <a:spLocks noGrp="1"/>
          </p:cNvSpPr>
          <p:nvPr>
            <p:ph type="title"/>
          </p:nvPr>
        </p:nvSpPr>
        <p:spPr>
          <a:xfrm>
            <a:off x="2192600" y="2374467"/>
            <a:ext cx="7806800" cy="160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EB Garamond"/>
              <a:buNone/>
              <a:defRPr sz="6400">
                <a:latin typeface="EB Garamond"/>
                <a:ea typeface="EB Garamond"/>
                <a:cs typeface="EB Garamond"/>
                <a:sym typeface="EB Garamo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EB Garamond"/>
              <a:buNone/>
              <a:defRPr sz="6400">
                <a:latin typeface="EB Garamond"/>
                <a:ea typeface="EB Garamond"/>
                <a:cs typeface="EB Garamond"/>
                <a:sym typeface="EB Garamo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EB Garamond"/>
              <a:buNone/>
              <a:defRPr sz="6400">
                <a:latin typeface="EB Garamond"/>
                <a:ea typeface="EB Garamond"/>
                <a:cs typeface="EB Garamond"/>
                <a:sym typeface="EB Garamo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EB Garamond"/>
              <a:buNone/>
              <a:defRPr sz="6400">
                <a:latin typeface="EB Garamond"/>
                <a:ea typeface="EB Garamond"/>
                <a:cs typeface="EB Garamond"/>
                <a:sym typeface="EB Garamo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EB Garamond"/>
              <a:buNone/>
              <a:defRPr sz="6400">
                <a:latin typeface="EB Garamond"/>
                <a:ea typeface="EB Garamond"/>
                <a:cs typeface="EB Garamond"/>
                <a:sym typeface="EB Garamo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EB Garamond"/>
              <a:buNone/>
              <a:defRPr sz="6400">
                <a:latin typeface="EB Garamond"/>
                <a:ea typeface="EB Garamond"/>
                <a:cs typeface="EB Garamond"/>
                <a:sym typeface="EB Garamo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EB Garamond"/>
              <a:buNone/>
              <a:defRPr sz="6400">
                <a:latin typeface="EB Garamond"/>
                <a:ea typeface="EB Garamond"/>
                <a:cs typeface="EB Garamond"/>
                <a:sym typeface="EB Garamo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EB Garamond"/>
              <a:buNone/>
              <a:defRPr sz="6400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02" name="Google Shape;102;p8"/>
          <p:cNvGrpSpPr/>
          <p:nvPr/>
        </p:nvGrpSpPr>
        <p:grpSpPr>
          <a:xfrm>
            <a:off x="-2610199" y="-2518379"/>
            <a:ext cx="8961673" cy="13714645"/>
            <a:chOff x="-1957650" y="-1888784"/>
            <a:chExt cx="6721255" cy="10285984"/>
          </a:xfrm>
        </p:grpSpPr>
        <p:pic>
          <p:nvPicPr>
            <p:cNvPr id="103" name="Google Shape;103;p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7666905" flipH="1">
              <a:off x="-171763" y="3316147"/>
              <a:ext cx="3991123" cy="43454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" name="Google Shape;104;p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 flipH="1">
              <a:off x="-1780484" y="-2065950"/>
              <a:ext cx="3991120" cy="434545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5" name="Google Shape;105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 flipH="1">
            <a:off x="6618455" y="-671596"/>
            <a:ext cx="1391833" cy="12825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" name="Google Shape;106;p8"/>
          <p:cNvGrpSpPr/>
          <p:nvPr/>
        </p:nvGrpSpPr>
        <p:grpSpPr>
          <a:xfrm>
            <a:off x="-379321" y="-846111"/>
            <a:ext cx="7317020" cy="7339523"/>
            <a:chOff x="-284491" y="-634583"/>
            <a:chExt cx="5487765" cy="5504642"/>
          </a:xfrm>
        </p:grpSpPr>
        <p:pic>
          <p:nvPicPr>
            <p:cNvPr id="107" name="Google Shape;107;p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613369" flipH="1">
              <a:off x="249100" y="3736827"/>
              <a:ext cx="1320890" cy="882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" name="Google Shape;108;p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7840044" flipH="1">
              <a:off x="-105851" y="-9485"/>
              <a:ext cx="2362876" cy="1556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8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10800000" flipH="1">
              <a:off x="4406674" y="-334335"/>
              <a:ext cx="796600" cy="8822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0" name="Google Shape;110;p8"/>
          <p:cNvGrpSpPr/>
          <p:nvPr/>
        </p:nvGrpSpPr>
        <p:grpSpPr>
          <a:xfrm>
            <a:off x="-2610200" y="-2789697"/>
            <a:ext cx="17822819" cy="13720929"/>
            <a:chOff x="-1957650" y="-2092273"/>
            <a:chExt cx="13367114" cy="10290697"/>
          </a:xfrm>
        </p:grpSpPr>
        <p:pic>
          <p:nvPicPr>
            <p:cNvPr id="111" name="Google Shape;111;p8"/>
            <p:cNvPicPr preferRelativeResize="0"/>
            <p:nvPr/>
          </p:nvPicPr>
          <p:blipFill>
            <a:blip r:embed="rId8">
              <a:alphaModFix amt="75000"/>
            </a:blip>
            <a:stretch>
              <a:fillRect/>
            </a:stretch>
          </p:blipFill>
          <p:spPr>
            <a:xfrm rot="-10799956" flipH="1">
              <a:off x="-1957650" y="857009"/>
              <a:ext cx="3055850" cy="20995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" name="Google Shape;112;p8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 rot="7392123" flipH="1">
              <a:off x="6661918" y="3989918"/>
              <a:ext cx="4514503" cy="29978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8"/>
            <p:cNvPicPr preferRelativeResize="0"/>
            <p:nvPr/>
          </p:nvPicPr>
          <p:blipFill>
            <a:blip r:embed="rId10">
              <a:alphaModFix amt="76000"/>
            </a:blip>
            <a:stretch>
              <a:fillRect/>
            </a:stretch>
          </p:blipFill>
          <p:spPr>
            <a:xfrm rot="5400000" flipH="1">
              <a:off x="6728673" y="-2157159"/>
              <a:ext cx="3490775" cy="3620548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404839242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9"/>
          <p:cNvSpPr txBox="1">
            <a:spLocks noGrp="1"/>
          </p:cNvSpPr>
          <p:nvPr>
            <p:ph type="title"/>
          </p:nvPr>
        </p:nvSpPr>
        <p:spPr>
          <a:xfrm>
            <a:off x="960000" y="1884700"/>
            <a:ext cx="5726400" cy="279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333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9"/>
          <p:cNvSpPr txBox="1">
            <a:spLocks noGrp="1"/>
          </p:cNvSpPr>
          <p:nvPr>
            <p:ph type="subTitle" idx="1"/>
          </p:nvPr>
        </p:nvSpPr>
        <p:spPr>
          <a:xfrm>
            <a:off x="960000" y="4678400"/>
            <a:ext cx="5726400" cy="133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18" name="Google Shape;118;p9"/>
          <p:cNvGrpSpPr/>
          <p:nvPr/>
        </p:nvGrpSpPr>
        <p:grpSpPr>
          <a:xfrm rot="10800000">
            <a:off x="7380273" y="-2169685"/>
            <a:ext cx="7189711" cy="11118789"/>
            <a:chOff x="-1261435" y="-1947425"/>
            <a:chExt cx="5392283" cy="8339092"/>
          </a:xfrm>
        </p:grpSpPr>
        <p:pic>
          <p:nvPicPr>
            <p:cNvPr id="119" name="Google Shape;11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963581" y="-1947425"/>
              <a:ext cx="3167267" cy="21032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3024203" flipH="1">
              <a:off x="-1110825" y="3267886"/>
              <a:ext cx="3638626" cy="2103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1" name="Google Shape;121;p9"/>
          <p:cNvGrpSpPr/>
          <p:nvPr/>
        </p:nvGrpSpPr>
        <p:grpSpPr>
          <a:xfrm rot="10800000">
            <a:off x="328375" y="-745361"/>
            <a:ext cx="12188184" cy="8066432"/>
            <a:chOff x="278633" y="-726400"/>
            <a:chExt cx="9141138" cy="6049824"/>
          </a:xfrm>
        </p:grpSpPr>
        <p:pic>
          <p:nvPicPr>
            <p:cNvPr id="122" name="Google Shape;122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278633" y="3767275"/>
              <a:ext cx="2362876" cy="15561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8623171" y="-726400"/>
              <a:ext cx="796600" cy="8822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4" name="Google Shape;124;p9"/>
          <p:cNvGrpSpPr/>
          <p:nvPr/>
        </p:nvGrpSpPr>
        <p:grpSpPr>
          <a:xfrm rot="10800000">
            <a:off x="1448880" y="-810077"/>
            <a:ext cx="11565531" cy="7352541"/>
            <a:chOff x="-94756" y="-142445"/>
            <a:chExt cx="8674148" cy="5514406"/>
          </a:xfrm>
        </p:grpSpPr>
        <p:pic>
          <p:nvPicPr>
            <p:cNvPr id="125" name="Google Shape;125;p9"/>
            <p:cNvPicPr preferRelativeResize="0"/>
            <p:nvPr/>
          </p:nvPicPr>
          <p:blipFill>
            <a:blip r:embed="rId7">
              <a:alphaModFix amt="69000"/>
            </a:blip>
            <a:stretch>
              <a:fillRect/>
            </a:stretch>
          </p:blipFill>
          <p:spPr>
            <a:xfrm rot="-9899998" flipH="1">
              <a:off x="42840" y="7062"/>
              <a:ext cx="1318127" cy="1236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" name="Google Shape;126;p9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 flipH="1">
              <a:off x="7535517" y="4410061"/>
              <a:ext cx="1043875" cy="9619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7" name="Google Shape;127;p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8100000" flipH="1">
            <a:off x="-1457019" y="-3225199"/>
            <a:ext cx="5321521" cy="57939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5109240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10"/>
          <p:cNvSpPr txBox="1">
            <a:spLocks noGrp="1"/>
          </p:cNvSpPr>
          <p:nvPr>
            <p:ph type="title"/>
          </p:nvPr>
        </p:nvSpPr>
        <p:spPr>
          <a:xfrm>
            <a:off x="960000" y="4619567"/>
            <a:ext cx="4847200" cy="15252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1728378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3" name="Google Shape;133;p11"/>
          <p:cNvGrpSpPr/>
          <p:nvPr/>
        </p:nvGrpSpPr>
        <p:grpSpPr>
          <a:xfrm>
            <a:off x="-2610200" y="-4609997"/>
            <a:ext cx="10147007" cy="13714628"/>
            <a:chOff x="-1957650" y="-3457498"/>
            <a:chExt cx="7610255" cy="10285971"/>
          </a:xfrm>
        </p:grpSpPr>
        <p:pic>
          <p:nvPicPr>
            <p:cNvPr id="134" name="Google Shape;134;p1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3133095">
              <a:off x="717237" y="-2721899"/>
              <a:ext cx="3991123" cy="43454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" name="Google Shape;135;p1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-1780484" y="2660188"/>
              <a:ext cx="3991120" cy="434545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6" name="Google Shape;136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18455" y="5975315"/>
            <a:ext cx="1391833" cy="12825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7" name="Google Shape;137;p11"/>
          <p:cNvGrpSpPr/>
          <p:nvPr/>
        </p:nvGrpSpPr>
        <p:grpSpPr>
          <a:xfrm>
            <a:off x="-379321" y="-707188"/>
            <a:ext cx="12571325" cy="8139551"/>
            <a:chOff x="-284491" y="-530391"/>
            <a:chExt cx="9428494" cy="6104663"/>
          </a:xfrm>
        </p:grpSpPr>
        <p:pic>
          <p:nvPicPr>
            <p:cNvPr id="138" name="Google Shape;138;p1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80850" y="98388"/>
              <a:ext cx="1320889" cy="882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" name="Google Shape;139;p1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2959956">
              <a:off x="-105851" y="3393025"/>
              <a:ext cx="2362876" cy="1556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" name="Google Shape;140;p1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2257247">
              <a:off x="5882612" y="313408"/>
              <a:ext cx="3202202" cy="1284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1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406674" y="4391800"/>
              <a:ext cx="796600" cy="8822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2" name="Google Shape;142;p11"/>
          <p:cNvGrpSpPr/>
          <p:nvPr/>
        </p:nvGrpSpPr>
        <p:grpSpPr>
          <a:xfrm>
            <a:off x="8571834" y="-4344978"/>
            <a:ext cx="6640785" cy="13720929"/>
            <a:chOff x="6428875" y="-3258734"/>
            <a:chExt cx="4980589" cy="10290697"/>
          </a:xfrm>
        </p:grpSpPr>
        <p:pic>
          <p:nvPicPr>
            <p:cNvPr id="143" name="Google Shape;143;p11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 rot="3407877">
              <a:off x="6661918" y="-2048128"/>
              <a:ext cx="4514503" cy="29978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11"/>
            <p:cNvPicPr preferRelativeResize="0"/>
            <p:nvPr/>
          </p:nvPicPr>
          <p:blipFill>
            <a:blip r:embed="rId10">
              <a:alphaModFix amt="75000"/>
            </a:blip>
            <a:stretch>
              <a:fillRect/>
            </a:stretch>
          </p:blipFill>
          <p:spPr>
            <a:xfrm rot="-44">
              <a:off x="7816150" y="2218421"/>
              <a:ext cx="3055850" cy="20995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11"/>
            <p:cNvPicPr preferRelativeResize="0"/>
            <p:nvPr/>
          </p:nvPicPr>
          <p:blipFill>
            <a:blip r:embed="rId11">
              <a:alphaModFix amt="76000"/>
            </a:blip>
            <a:stretch>
              <a:fillRect/>
            </a:stretch>
          </p:blipFill>
          <p:spPr>
            <a:xfrm rot="5400000">
              <a:off x="6728673" y="3476301"/>
              <a:ext cx="3490775" cy="36205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6" name="Google Shape;146;p11"/>
          <p:cNvSpPr txBox="1">
            <a:spLocks noGrp="1"/>
          </p:cNvSpPr>
          <p:nvPr>
            <p:ph type="title" hasCustomPrompt="1"/>
          </p:nvPr>
        </p:nvSpPr>
        <p:spPr>
          <a:xfrm>
            <a:off x="2752600" y="2243272"/>
            <a:ext cx="6686800" cy="16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8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Font typeface="EB Garamond"/>
              <a:buNone/>
              <a:defRPr sz="12800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Font typeface="EB Garamond"/>
              <a:buNone/>
              <a:defRPr sz="12800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Font typeface="EB Garamond"/>
              <a:buNone/>
              <a:defRPr sz="12800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Font typeface="EB Garamond"/>
              <a:buNone/>
              <a:defRPr sz="12800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Font typeface="EB Garamond"/>
              <a:buNone/>
              <a:defRPr sz="12800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Font typeface="EB Garamond"/>
              <a:buNone/>
              <a:defRPr sz="12800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Font typeface="EB Garamond"/>
              <a:buNone/>
              <a:defRPr sz="12800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Font typeface="EB Garamond"/>
              <a:buNone/>
              <a:defRPr sz="12800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t>xx%</a:t>
            </a:r>
          </a:p>
        </p:txBody>
      </p:sp>
      <p:sp>
        <p:nvSpPr>
          <p:cNvPr id="147" name="Google Shape;147;p11"/>
          <p:cNvSpPr txBox="1">
            <a:spLocks noGrp="1"/>
          </p:cNvSpPr>
          <p:nvPr>
            <p:ph type="subTitle" idx="1"/>
          </p:nvPr>
        </p:nvSpPr>
        <p:spPr>
          <a:xfrm>
            <a:off x="2752600" y="3838667"/>
            <a:ext cx="6686800" cy="485200"/>
          </a:xfrm>
          <a:prstGeom prst="rect">
            <a:avLst/>
          </a:prstGeom>
          <a:solidFill>
            <a:srgbClr val="EBB59E">
              <a:alpha val="2813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14275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300912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13"/>
          <p:cNvGrpSpPr/>
          <p:nvPr/>
        </p:nvGrpSpPr>
        <p:grpSpPr>
          <a:xfrm>
            <a:off x="1531181" y="6269334"/>
            <a:ext cx="5049792" cy="4287909"/>
            <a:chOff x="1148386" y="4702000"/>
            <a:chExt cx="3787344" cy="3215932"/>
          </a:xfrm>
        </p:grpSpPr>
        <p:pic>
          <p:nvPicPr>
            <p:cNvPr id="152" name="Google Shape;152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48386" y="4702000"/>
              <a:ext cx="2027866" cy="21032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>
              <a:off x="2300473" y="5282675"/>
              <a:ext cx="3167267" cy="210324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4" name="Google Shape;154;p13"/>
          <p:cNvGrpSpPr/>
          <p:nvPr/>
        </p:nvGrpSpPr>
        <p:grpSpPr>
          <a:xfrm>
            <a:off x="9420622" y="-923099"/>
            <a:ext cx="3244261" cy="2467464"/>
            <a:chOff x="7065466" y="-692324"/>
            <a:chExt cx="2433196" cy="1850598"/>
          </a:xfrm>
        </p:grpSpPr>
        <p:pic>
          <p:nvPicPr>
            <p:cNvPr id="155" name="Google Shape;155;p1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5400000">
              <a:off x="8156325" y="-184062"/>
              <a:ext cx="1850598" cy="834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" name="Google Shape;156;p13"/>
            <p:cNvPicPr preferRelativeResize="0"/>
            <p:nvPr/>
          </p:nvPicPr>
          <p:blipFill>
            <a:blip r:embed="rId6">
              <a:alphaModFix amt="63000"/>
            </a:blip>
            <a:stretch>
              <a:fillRect/>
            </a:stretch>
          </p:blipFill>
          <p:spPr>
            <a:xfrm>
              <a:off x="7065466" y="-604789"/>
              <a:ext cx="1043875" cy="961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7" name="Google Shape;157;p13"/>
          <p:cNvGrpSpPr/>
          <p:nvPr/>
        </p:nvGrpSpPr>
        <p:grpSpPr>
          <a:xfrm>
            <a:off x="-4982591" y="-4516671"/>
            <a:ext cx="22688489" cy="14171612"/>
            <a:chOff x="-3736944" y="-3387504"/>
            <a:chExt cx="17016367" cy="10628709"/>
          </a:xfrm>
        </p:grpSpPr>
        <p:pic>
          <p:nvPicPr>
            <p:cNvPr id="158" name="Google Shape;158;p1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2007324">
              <a:off x="8095575" y="1814813"/>
              <a:ext cx="4258574" cy="46366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1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-4555981">
              <a:off x="-3099888" y="-3076913"/>
              <a:ext cx="4258574" cy="46366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0" name="Google Shape;160;p13"/>
          <p:cNvGrpSpPr/>
          <p:nvPr/>
        </p:nvGrpSpPr>
        <p:grpSpPr>
          <a:xfrm>
            <a:off x="838523" y="-2579038"/>
            <a:ext cx="11235373" cy="10328639"/>
            <a:chOff x="628892" y="-1934279"/>
            <a:chExt cx="8426530" cy="7746479"/>
          </a:xfrm>
        </p:grpSpPr>
        <p:pic>
          <p:nvPicPr>
            <p:cNvPr id="161" name="Google Shape;161;p13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 rot="9275489">
              <a:off x="769875" y="-1204660"/>
              <a:ext cx="3739115" cy="15000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13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6874648" y="4608575"/>
              <a:ext cx="1086799" cy="1203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13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 rot="3449620">
              <a:off x="7863247" y="-389063"/>
              <a:ext cx="1135050" cy="7581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4" name="Google Shape;164;p13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5" name="Google Shape;165;p13"/>
          <p:cNvSpPr txBox="1">
            <a:spLocks noGrp="1"/>
          </p:cNvSpPr>
          <p:nvPr>
            <p:ph type="subTitle" idx="1"/>
          </p:nvPr>
        </p:nvSpPr>
        <p:spPr>
          <a:xfrm>
            <a:off x="950967" y="2763705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13"/>
          <p:cNvSpPr txBox="1">
            <a:spLocks noGrp="1"/>
          </p:cNvSpPr>
          <p:nvPr>
            <p:ph type="subTitle" idx="2"/>
          </p:nvPr>
        </p:nvSpPr>
        <p:spPr>
          <a:xfrm>
            <a:off x="950967" y="5083776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13"/>
          <p:cNvSpPr txBox="1">
            <a:spLocks noGrp="1"/>
          </p:cNvSpPr>
          <p:nvPr>
            <p:ph type="subTitle" idx="3"/>
          </p:nvPr>
        </p:nvSpPr>
        <p:spPr>
          <a:xfrm>
            <a:off x="4559000" y="5083776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13"/>
          <p:cNvSpPr txBox="1">
            <a:spLocks noGrp="1"/>
          </p:cNvSpPr>
          <p:nvPr>
            <p:ph type="subTitle" idx="4"/>
          </p:nvPr>
        </p:nvSpPr>
        <p:spPr>
          <a:xfrm>
            <a:off x="4559000" y="2763705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13"/>
          <p:cNvSpPr txBox="1">
            <a:spLocks noGrp="1"/>
          </p:cNvSpPr>
          <p:nvPr>
            <p:ph type="title" idx="5" hasCustomPrompt="1"/>
          </p:nvPr>
        </p:nvSpPr>
        <p:spPr>
          <a:xfrm>
            <a:off x="1887167" y="1513517"/>
            <a:ext cx="1201600" cy="71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t>xx%</a:t>
            </a:r>
          </a:p>
        </p:txBody>
      </p:sp>
      <p:sp>
        <p:nvSpPr>
          <p:cNvPr id="170" name="Google Shape;170;p13"/>
          <p:cNvSpPr txBox="1">
            <a:spLocks noGrp="1"/>
          </p:cNvSpPr>
          <p:nvPr>
            <p:ph type="title" idx="6" hasCustomPrompt="1"/>
          </p:nvPr>
        </p:nvSpPr>
        <p:spPr>
          <a:xfrm>
            <a:off x="5495200" y="3833600"/>
            <a:ext cx="1201600" cy="71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t>xx%</a:t>
            </a:r>
          </a:p>
        </p:txBody>
      </p:sp>
      <p:sp>
        <p:nvSpPr>
          <p:cNvPr id="171" name="Google Shape;171;p13"/>
          <p:cNvSpPr txBox="1">
            <a:spLocks noGrp="1"/>
          </p:cNvSpPr>
          <p:nvPr>
            <p:ph type="title" idx="7" hasCustomPrompt="1"/>
          </p:nvPr>
        </p:nvSpPr>
        <p:spPr>
          <a:xfrm>
            <a:off x="1887167" y="3833600"/>
            <a:ext cx="1201600" cy="71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t>xx%</a:t>
            </a:r>
          </a:p>
        </p:txBody>
      </p:sp>
      <p:sp>
        <p:nvSpPr>
          <p:cNvPr id="172" name="Google Shape;172;p13"/>
          <p:cNvSpPr txBox="1">
            <a:spLocks noGrp="1"/>
          </p:cNvSpPr>
          <p:nvPr>
            <p:ph type="title" idx="8" hasCustomPrompt="1"/>
          </p:nvPr>
        </p:nvSpPr>
        <p:spPr>
          <a:xfrm>
            <a:off x="5495200" y="1513517"/>
            <a:ext cx="1201600" cy="71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t>xx%</a:t>
            </a:r>
          </a:p>
        </p:txBody>
      </p:sp>
      <p:sp>
        <p:nvSpPr>
          <p:cNvPr id="173" name="Google Shape;173;p13"/>
          <p:cNvSpPr txBox="1">
            <a:spLocks noGrp="1"/>
          </p:cNvSpPr>
          <p:nvPr>
            <p:ph type="subTitle" idx="9"/>
          </p:nvPr>
        </p:nvSpPr>
        <p:spPr>
          <a:xfrm>
            <a:off x="8167033" y="5083776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13"/>
          <p:cNvSpPr txBox="1">
            <a:spLocks noGrp="1"/>
          </p:cNvSpPr>
          <p:nvPr>
            <p:ph type="subTitle" idx="13"/>
          </p:nvPr>
        </p:nvSpPr>
        <p:spPr>
          <a:xfrm>
            <a:off x="8167033" y="2763705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13"/>
          <p:cNvSpPr txBox="1">
            <a:spLocks noGrp="1"/>
          </p:cNvSpPr>
          <p:nvPr>
            <p:ph type="title" idx="14" hasCustomPrompt="1"/>
          </p:nvPr>
        </p:nvSpPr>
        <p:spPr>
          <a:xfrm>
            <a:off x="9103233" y="3833600"/>
            <a:ext cx="1201600" cy="71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t>xx%</a:t>
            </a:r>
          </a:p>
        </p:txBody>
      </p:sp>
      <p:sp>
        <p:nvSpPr>
          <p:cNvPr id="176" name="Google Shape;176;p13"/>
          <p:cNvSpPr txBox="1">
            <a:spLocks noGrp="1"/>
          </p:cNvSpPr>
          <p:nvPr>
            <p:ph type="title" idx="15" hasCustomPrompt="1"/>
          </p:nvPr>
        </p:nvSpPr>
        <p:spPr>
          <a:xfrm>
            <a:off x="9103233" y="1513517"/>
            <a:ext cx="1201600" cy="71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 sz="4000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t>xx%</a:t>
            </a:r>
          </a:p>
        </p:txBody>
      </p:sp>
      <p:sp>
        <p:nvSpPr>
          <p:cNvPr id="177" name="Google Shape;177;p13"/>
          <p:cNvSpPr txBox="1">
            <a:spLocks noGrp="1"/>
          </p:cNvSpPr>
          <p:nvPr>
            <p:ph type="subTitle" idx="16"/>
          </p:nvPr>
        </p:nvSpPr>
        <p:spPr>
          <a:xfrm>
            <a:off x="950967" y="2271733"/>
            <a:ext cx="3074000" cy="5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13"/>
          <p:cNvSpPr txBox="1">
            <a:spLocks noGrp="1"/>
          </p:cNvSpPr>
          <p:nvPr>
            <p:ph type="subTitle" idx="17"/>
          </p:nvPr>
        </p:nvSpPr>
        <p:spPr>
          <a:xfrm>
            <a:off x="950967" y="4591700"/>
            <a:ext cx="3074000" cy="5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13"/>
          <p:cNvSpPr txBox="1">
            <a:spLocks noGrp="1"/>
          </p:cNvSpPr>
          <p:nvPr>
            <p:ph type="subTitle" idx="18"/>
          </p:nvPr>
        </p:nvSpPr>
        <p:spPr>
          <a:xfrm>
            <a:off x="4559000" y="4591700"/>
            <a:ext cx="3074000" cy="5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13"/>
          <p:cNvSpPr txBox="1">
            <a:spLocks noGrp="1"/>
          </p:cNvSpPr>
          <p:nvPr>
            <p:ph type="subTitle" idx="19"/>
          </p:nvPr>
        </p:nvSpPr>
        <p:spPr>
          <a:xfrm>
            <a:off x="4559000" y="2271733"/>
            <a:ext cx="3074000" cy="5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13"/>
          <p:cNvSpPr txBox="1">
            <a:spLocks noGrp="1"/>
          </p:cNvSpPr>
          <p:nvPr>
            <p:ph type="subTitle" idx="20"/>
          </p:nvPr>
        </p:nvSpPr>
        <p:spPr>
          <a:xfrm>
            <a:off x="8167033" y="4591700"/>
            <a:ext cx="3074000" cy="5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13"/>
          <p:cNvSpPr txBox="1">
            <a:spLocks noGrp="1"/>
          </p:cNvSpPr>
          <p:nvPr>
            <p:ph type="subTitle" idx="21"/>
          </p:nvPr>
        </p:nvSpPr>
        <p:spPr>
          <a:xfrm>
            <a:off x="8167033" y="2271733"/>
            <a:ext cx="3074000" cy="5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388342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5" name="Google Shape;185;p14"/>
          <p:cNvGrpSpPr/>
          <p:nvPr/>
        </p:nvGrpSpPr>
        <p:grpSpPr>
          <a:xfrm>
            <a:off x="-2415713" y="-2141466"/>
            <a:ext cx="7034511" cy="11679689"/>
            <a:chOff x="-1811785" y="-1606100"/>
            <a:chExt cx="5275883" cy="8759767"/>
          </a:xfrm>
        </p:grpSpPr>
        <p:pic>
          <p:nvPicPr>
            <p:cNvPr id="186" name="Google Shape;186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296831" y="-1606100"/>
              <a:ext cx="3167267" cy="21032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3024203" flipH="1">
              <a:off x="-1661175" y="4029886"/>
              <a:ext cx="3638626" cy="2103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8" name="Google Shape;188;p14"/>
          <p:cNvGrpSpPr/>
          <p:nvPr/>
        </p:nvGrpSpPr>
        <p:grpSpPr>
          <a:xfrm>
            <a:off x="1547578" y="-513433"/>
            <a:ext cx="9586884" cy="7371432"/>
            <a:chOff x="1160683" y="-385075"/>
            <a:chExt cx="7190163" cy="5528574"/>
          </a:xfrm>
        </p:grpSpPr>
        <p:pic>
          <p:nvPicPr>
            <p:cNvPr id="189" name="Google Shape;189;p1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1160683" y="3587350"/>
              <a:ext cx="2362876" cy="15561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" name="Google Shape;190;p1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7554246" y="-385075"/>
              <a:ext cx="796600" cy="8822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1" name="Google Shape;191;p14"/>
          <p:cNvGrpSpPr/>
          <p:nvPr/>
        </p:nvGrpSpPr>
        <p:grpSpPr>
          <a:xfrm>
            <a:off x="522759" y="-867260"/>
            <a:ext cx="8856197" cy="8283875"/>
            <a:chOff x="392069" y="-650445"/>
            <a:chExt cx="6642148" cy="6212906"/>
          </a:xfrm>
        </p:grpSpPr>
        <p:pic>
          <p:nvPicPr>
            <p:cNvPr id="192" name="Google Shape;192;p14"/>
            <p:cNvPicPr preferRelativeResize="0"/>
            <p:nvPr/>
          </p:nvPicPr>
          <p:blipFill>
            <a:blip r:embed="rId7">
              <a:alphaModFix amt="69000"/>
            </a:blip>
            <a:stretch>
              <a:fillRect/>
            </a:stretch>
          </p:blipFill>
          <p:spPr>
            <a:xfrm rot="-9899998" flipH="1">
              <a:off x="529665" y="-500938"/>
              <a:ext cx="1318127" cy="1236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" name="Google Shape;193;p14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 flipH="1">
              <a:off x="5990342" y="4600561"/>
              <a:ext cx="1043875" cy="9619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4" name="Google Shape;194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-2700000" flipH="1">
            <a:off x="9870202" y="3586232"/>
            <a:ext cx="5321521" cy="5793971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4"/>
          <p:cNvSpPr txBox="1">
            <a:spLocks noGrp="1"/>
          </p:cNvSpPr>
          <p:nvPr>
            <p:ph type="title"/>
          </p:nvPr>
        </p:nvSpPr>
        <p:spPr>
          <a:xfrm>
            <a:off x="1232000" y="4327916"/>
            <a:ext cx="9728400" cy="7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6" name="Google Shape;196;p14"/>
          <p:cNvSpPr txBox="1">
            <a:spLocks noGrp="1"/>
          </p:cNvSpPr>
          <p:nvPr>
            <p:ph type="subTitle" idx="1"/>
          </p:nvPr>
        </p:nvSpPr>
        <p:spPr>
          <a:xfrm>
            <a:off x="1232000" y="1696000"/>
            <a:ext cx="9728400" cy="24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318765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200" name="Google Shape;20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3019615">
            <a:off x="6425503" y="-4369802"/>
            <a:ext cx="5678096" cy="61822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1" name="Google Shape;201;p15"/>
          <p:cNvGrpSpPr/>
          <p:nvPr/>
        </p:nvGrpSpPr>
        <p:grpSpPr>
          <a:xfrm>
            <a:off x="5239166" y="5180289"/>
            <a:ext cx="9006815" cy="4179959"/>
            <a:chOff x="3929374" y="3885216"/>
            <a:chExt cx="6755111" cy="3134969"/>
          </a:xfrm>
        </p:grpSpPr>
        <p:pic>
          <p:nvPicPr>
            <p:cNvPr id="202" name="Google Shape;202;p15"/>
            <p:cNvPicPr preferRelativeResize="0"/>
            <p:nvPr/>
          </p:nvPicPr>
          <p:blipFill>
            <a:blip r:embed="rId4">
              <a:alphaModFix amt="75000"/>
            </a:blip>
            <a:stretch>
              <a:fillRect/>
            </a:stretch>
          </p:blipFill>
          <p:spPr>
            <a:xfrm rot="9482569">
              <a:off x="7238874" y="4401077"/>
              <a:ext cx="3167267" cy="21032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" name="Google Shape;203;p1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929374" y="4710175"/>
              <a:ext cx="2027866" cy="210324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4" name="Google Shape;204;p15"/>
          <p:cNvGrpSpPr/>
          <p:nvPr/>
        </p:nvGrpSpPr>
        <p:grpSpPr>
          <a:xfrm>
            <a:off x="-861261" y="805802"/>
            <a:ext cx="14247959" cy="6404564"/>
            <a:chOff x="-645946" y="604351"/>
            <a:chExt cx="10685969" cy="4803423"/>
          </a:xfrm>
        </p:grpSpPr>
        <p:pic>
          <p:nvPicPr>
            <p:cNvPr id="205" name="Google Shape;205;p15"/>
            <p:cNvPicPr preferRelativeResize="0"/>
            <p:nvPr/>
          </p:nvPicPr>
          <p:blipFill>
            <a:blip r:embed="rId6">
              <a:alphaModFix amt="79000"/>
            </a:blip>
            <a:stretch>
              <a:fillRect/>
            </a:stretch>
          </p:blipFill>
          <p:spPr>
            <a:xfrm rot="-2700000">
              <a:off x="8648331" y="858130"/>
              <a:ext cx="1174132" cy="11016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15"/>
            <p:cNvPicPr preferRelativeResize="0"/>
            <p:nvPr/>
          </p:nvPicPr>
          <p:blipFill>
            <a:blip r:embed="rId7">
              <a:alphaModFix amt="63000"/>
            </a:blip>
            <a:stretch>
              <a:fillRect/>
            </a:stretch>
          </p:blipFill>
          <p:spPr>
            <a:xfrm>
              <a:off x="-645946" y="4445873"/>
              <a:ext cx="1043875" cy="961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7" name="Google Shape;207;p15"/>
          <p:cNvGrpSpPr/>
          <p:nvPr/>
        </p:nvGrpSpPr>
        <p:grpSpPr>
          <a:xfrm>
            <a:off x="-606940" y="-1150861"/>
            <a:ext cx="9568069" cy="8491492"/>
            <a:chOff x="-455205" y="-863146"/>
            <a:chExt cx="7176052" cy="6368619"/>
          </a:xfrm>
        </p:grpSpPr>
        <p:pic>
          <p:nvPicPr>
            <p:cNvPr id="208" name="Google Shape;208;p15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5585798" y="4747374"/>
              <a:ext cx="1135050" cy="75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" name="Google Shape;209;p15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 rot="5399987" flipH="1">
              <a:off x="-842533" y="-475814"/>
              <a:ext cx="2268940" cy="1494276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45159663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213" name="Google Shape;21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-4445312" y="3807100"/>
            <a:ext cx="5321493" cy="5793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 flipH="1">
            <a:off x="7752989" y="6288004"/>
            <a:ext cx="1391833" cy="12825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16"/>
          <p:cNvGrpSpPr/>
          <p:nvPr/>
        </p:nvGrpSpPr>
        <p:grpSpPr>
          <a:xfrm>
            <a:off x="-1463055" y="3705094"/>
            <a:ext cx="15154875" cy="4991057"/>
            <a:chOff x="-1097291" y="2778820"/>
            <a:chExt cx="11366156" cy="3743293"/>
          </a:xfrm>
        </p:grpSpPr>
        <p:pic>
          <p:nvPicPr>
            <p:cNvPr id="216" name="Google Shape;216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7840044" flipH="1">
              <a:off x="-918651" y="4340865"/>
              <a:ext cx="2362876" cy="1556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p1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8542753" flipH="1">
              <a:off x="7007474" y="3622619"/>
              <a:ext cx="3202202" cy="1284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" name="Google Shape;218;p16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10800000" flipH="1">
              <a:off x="5346474" y="4755828"/>
              <a:ext cx="796600" cy="8822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9" name="Google Shape;219;p16"/>
          <p:cNvGrpSpPr/>
          <p:nvPr/>
        </p:nvGrpSpPr>
        <p:grpSpPr>
          <a:xfrm>
            <a:off x="-1543467" y="-4549056"/>
            <a:ext cx="16094632" cy="8057723"/>
            <a:chOff x="-1157600" y="-3411792"/>
            <a:chExt cx="12070974" cy="6043292"/>
          </a:xfrm>
        </p:grpSpPr>
        <p:pic>
          <p:nvPicPr>
            <p:cNvPr id="220" name="Google Shape;220;p16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 rot="-10799956" flipH="1">
              <a:off x="-1157600" y="-1654591"/>
              <a:ext cx="3055850" cy="20995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" name="Google Shape;221;p16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 rot="3029897" flipH="1">
              <a:off x="8487966" y="153131"/>
              <a:ext cx="1975439" cy="20979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16"/>
            <p:cNvPicPr preferRelativeResize="0"/>
            <p:nvPr/>
          </p:nvPicPr>
          <p:blipFill>
            <a:blip r:embed="rId10">
              <a:alphaModFix amt="76000"/>
            </a:blip>
            <a:stretch>
              <a:fillRect/>
            </a:stretch>
          </p:blipFill>
          <p:spPr>
            <a:xfrm rot="-10455859" flipH="1">
              <a:off x="45324" y="-3246422"/>
              <a:ext cx="3490776" cy="3620549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94417510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5" name="Google Shape;225;p17"/>
          <p:cNvGrpSpPr/>
          <p:nvPr/>
        </p:nvGrpSpPr>
        <p:grpSpPr>
          <a:xfrm>
            <a:off x="-1906701" y="-1701613"/>
            <a:ext cx="15436775" cy="8953976"/>
            <a:chOff x="-1430026" y="-1276210"/>
            <a:chExt cx="11577581" cy="6715482"/>
          </a:xfrm>
        </p:grpSpPr>
        <p:pic>
          <p:nvPicPr>
            <p:cNvPr id="226" name="Google Shape;226;p17"/>
            <p:cNvPicPr preferRelativeResize="0"/>
            <p:nvPr/>
          </p:nvPicPr>
          <p:blipFill>
            <a:blip r:embed="rId3">
              <a:alphaModFix amt="75000"/>
            </a:blip>
            <a:stretch>
              <a:fillRect/>
            </a:stretch>
          </p:blipFill>
          <p:spPr>
            <a:xfrm rot="5400000">
              <a:off x="7512298" y="-744200"/>
              <a:ext cx="3167267" cy="21032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7" name="Google Shape;227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1430026" y="3336025"/>
              <a:ext cx="2027866" cy="210324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28" name="Google Shape;22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370385">
            <a:off x="8250266" y="3583567"/>
            <a:ext cx="5678100" cy="61822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9" name="Google Shape;229;p17"/>
          <p:cNvGrpSpPr/>
          <p:nvPr/>
        </p:nvGrpSpPr>
        <p:grpSpPr>
          <a:xfrm>
            <a:off x="-883828" y="-1368499"/>
            <a:ext cx="12517725" cy="6292531"/>
            <a:chOff x="-662871" y="-1026374"/>
            <a:chExt cx="9388294" cy="4719398"/>
          </a:xfrm>
        </p:grpSpPr>
        <p:pic>
          <p:nvPicPr>
            <p:cNvPr id="230" name="Google Shape;230;p17"/>
            <p:cNvPicPr preferRelativeResize="0"/>
            <p:nvPr/>
          </p:nvPicPr>
          <p:blipFill>
            <a:blip r:embed="rId6">
              <a:alphaModFix amt="79000"/>
            </a:blip>
            <a:stretch>
              <a:fillRect/>
            </a:stretch>
          </p:blipFill>
          <p:spPr>
            <a:xfrm rot="-2700000">
              <a:off x="7333731" y="-772595"/>
              <a:ext cx="1174132" cy="11016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17"/>
            <p:cNvPicPr preferRelativeResize="0"/>
            <p:nvPr/>
          </p:nvPicPr>
          <p:blipFill>
            <a:blip r:embed="rId7">
              <a:alphaModFix amt="63000"/>
            </a:blip>
            <a:stretch>
              <a:fillRect/>
            </a:stretch>
          </p:blipFill>
          <p:spPr>
            <a:xfrm>
              <a:off x="-662871" y="2731123"/>
              <a:ext cx="1043875" cy="961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2" name="Google Shape;232;p17"/>
          <p:cNvGrpSpPr/>
          <p:nvPr/>
        </p:nvGrpSpPr>
        <p:grpSpPr>
          <a:xfrm>
            <a:off x="-1771997" y="-1875009"/>
            <a:ext cx="12956511" cy="8502543"/>
            <a:chOff x="-1328998" y="-1406257"/>
            <a:chExt cx="9717383" cy="6376907"/>
          </a:xfrm>
        </p:grpSpPr>
        <p:pic>
          <p:nvPicPr>
            <p:cNvPr id="233" name="Google Shape;233;p17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-840402" y="4008599"/>
              <a:ext cx="1135050" cy="75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4" name="Google Shape;234;p17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7453210" y="3934950"/>
              <a:ext cx="935175" cy="10357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5" name="Google Shape;235;p17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 rot="7518071" flipH="1">
              <a:off x="-1144794" y="-546976"/>
              <a:ext cx="3193620" cy="21032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6" name="Google Shape;236;p17"/>
          <p:cNvSpPr txBox="1">
            <a:spLocks noGrp="1"/>
          </p:cNvSpPr>
          <p:nvPr>
            <p:ph type="title"/>
          </p:nvPr>
        </p:nvSpPr>
        <p:spPr>
          <a:xfrm>
            <a:off x="6096200" y="2175433"/>
            <a:ext cx="5150400" cy="144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7" name="Google Shape;237;p17"/>
          <p:cNvSpPr txBox="1">
            <a:spLocks noGrp="1"/>
          </p:cNvSpPr>
          <p:nvPr>
            <p:ph type="subTitle" idx="1"/>
          </p:nvPr>
        </p:nvSpPr>
        <p:spPr>
          <a:xfrm>
            <a:off x="6096200" y="3568167"/>
            <a:ext cx="5150400" cy="11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8" name="Google Shape;238;p17"/>
          <p:cNvSpPr>
            <a:spLocks noGrp="1"/>
          </p:cNvSpPr>
          <p:nvPr>
            <p:ph type="pic" idx="2"/>
          </p:nvPr>
        </p:nvSpPr>
        <p:spPr>
          <a:xfrm flipH="1">
            <a:off x="1521749" y="711817"/>
            <a:ext cx="3880000" cy="5434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00965442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8"/>
          <p:cNvSpPr txBox="1">
            <a:spLocks noGrp="1"/>
          </p:cNvSpPr>
          <p:nvPr>
            <p:ph type="title"/>
          </p:nvPr>
        </p:nvSpPr>
        <p:spPr>
          <a:xfrm>
            <a:off x="960000" y="2491567"/>
            <a:ext cx="4797200" cy="80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2" name="Google Shape;242;p18"/>
          <p:cNvSpPr txBox="1">
            <a:spLocks noGrp="1"/>
          </p:cNvSpPr>
          <p:nvPr>
            <p:ph type="subTitle" idx="1"/>
          </p:nvPr>
        </p:nvSpPr>
        <p:spPr>
          <a:xfrm>
            <a:off x="960000" y="3292833"/>
            <a:ext cx="4797200" cy="10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43" name="Google Shape;24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1014567" y="3969867"/>
            <a:ext cx="2913268" cy="1683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7293761">
            <a:off x="11537303" y="5079068"/>
            <a:ext cx="1136500" cy="12586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5" name="Google Shape;245;p18"/>
          <p:cNvGrpSpPr/>
          <p:nvPr/>
        </p:nvGrpSpPr>
        <p:grpSpPr>
          <a:xfrm>
            <a:off x="-4065754" y="-3214689"/>
            <a:ext cx="12379308" cy="12516644"/>
            <a:chOff x="-3049316" y="-2411017"/>
            <a:chExt cx="9284481" cy="9387483"/>
          </a:xfrm>
        </p:grpSpPr>
        <p:pic>
          <p:nvPicPr>
            <p:cNvPr id="246" name="Google Shape;246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3069595">
              <a:off x="2839248" y="-1569626"/>
              <a:ext cx="3167267" cy="21032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1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6438708">
              <a:off x="-2593616" y="2061451"/>
              <a:ext cx="3167276" cy="32849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6935066">
              <a:off x="-1650952" y="4042348"/>
              <a:ext cx="3167269" cy="21032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9" name="Google Shape;249;p18"/>
          <p:cNvGrpSpPr/>
          <p:nvPr/>
        </p:nvGrpSpPr>
        <p:grpSpPr>
          <a:xfrm>
            <a:off x="3815368" y="-782269"/>
            <a:ext cx="5415371" cy="8356732"/>
            <a:chOff x="2861526" y="-586702"/>
            <a:chExt cx="4061528" cy="6267549"/>
          </a:xfrm>
        </p:grpSpPr>
        <p:pic>
          <p:nvPicPr>
            <p:cNvPr id="250" name="Google Shape;250;p18"/>
            <p:cNvPicPr preferRelativeResize="0"/>
            <p:nvPr/>
          </p:nvPicPr>
          <p:blipFill>
            <a:blip r:embed="rId7">
              <a:alphaModFix amt="87000"/>
            </a:blip>
            <a:stretch>
              <a:fillRect/>
            </a:stretch>
          </p:blipFill>
          <p:spPr>
            <a:xfrm>
              <a:off x="5879178" y="-586702"/>
              <a:ext cx="1043875" cy="961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" name="Google Shape;251;p18"/>
            <p:cNvPicPr preferRelativeResize="0"/>
            <p:nvPr/>
          </p:nvPicPr>
          <p:blipFill>
            <a:blip r:embed="rId8">
              <a:alphaModFix amt="54000"/>
            </a:blip>
            <a:stretch>
              <a:fillRect/>
            </a:stretch>
          </p:blipFill>
          <p:spPr>
            <a:xfrm>
              <a:off x="2861526" y="4701375"/>
              <a:ext cx="1043876" cy="979472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187065471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55" name="Google Shape;255;p19"/>
          <p:cNvSpPr txBox="1">
            <a:spLocks noGrp="1"/>
          </p:cNvSpPr>
          <p:nvPr>
            <p:ph type="body" idx="1"/>
          </p:nvPr>
        </p:nvSpPr>
        <p:spPr>
          <a:xfrm>
            <a:off x="960000" y="1442633"/>
            <a:ext cx="5692400" cy="470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gtree Light"/>
              <a:buChar char="●"/>
              <a:defRPr/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Figtree Light"/>
              <a:buChar char="○"/>
              <a:defRPr/>
            </a:lvl2pPr>
            <a:lvl3pPr marL="1828754" lvl="2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Figtree Light"/>
              <a:buChar char="■"/>
              <a:defRPr/>
            </a:lvl3pPr>
            <a:lvl4pPr marL="2438339" lvl="3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Figtree Light"/>
              <a:buChar char="●"/>
              <a:defRPr/>
            </a:lvl4pPr>
            <a:lvl5pPr marL="3047924" lvl="4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Figtree Light"/>
              <a:buChar char="○"/>
              <a:defRPr/>
            </a:lvl5pPr>
            <a:lvl6pPr marL="3657509" lvl="5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Figtree Light"/>
              <a:buChar char="■"/>
              <a:defRPr/>
            </a:lvl6pPr>
            <a:lvl7pPr marL="4267093" lvl="6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Figtree Light"/>
              <a:buChar char="●"/>
              <a:defRPr/>
            </a:lvl7pPr>
            <a:lvl8pPr marL="4876678" lvl="7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Figtree Light"/>
              <a:buChar char="○"/>
              <a:defRPr/>
            </a:lvl8pPr>
            <a:lvl9pPr marL="5486263" lvl="8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Figtree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56" name="Google Shape;256;p19"/>
          <p:cNvGrpSpPr/>
          <p:nvPr/>
        </p:nvGrpSpPr>
        <p:grpSpPr>
          <a:xfrm>
            <a:off x="-2159855" y="3764874"/>
            <a:ext cx="16652713" cy="5875929"/>
            <a:chOff x="-1619892" y="2823655"/>
            <a:chExt cx="12489535" cy="4406947"/>
          </a:xfrm>
        </p:grpSpPr>
        <p:pic>
          <p:nvPicPr>
            <p:cNvPr id="257" name="Google Shape;257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9070292">
              <a:off x="2988523" y="4494074"/>
              <a:ext cx="3167266" cy="21032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8" name="Google Shape;258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1619892" y="2873950"/>
              <a:ext cx="2241548" cy="21032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9" name="Google Shape;259;p1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446756">
              <a:off x="7184969" y="3871375"/>
              <a:ext cx="3638626" cy="2103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0" name="Google Shape;260;p19"/>
          <p:cNvGrpSpPr/>
          <p:nvPr/>
        </p:nvGrpSpPr>
        <p:grpSpPr>
          <a:xfrm>
            <a:off x="6989832" y="-814469"/>
            <a:ext cx="3078840" cy="8302328"/>
            <a:chOff x="5242374" y="-610852"/>
            <a:chExt cx="2309130" cy="6226746"/>
          </a:xfrm>
        </p:grpSpPr>
        <p:pic>
          <p:nvPicPr>
            <p:cNvPr id="261" name="Google Shape;261;p1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507628" y="-610852"/>
              <a:ext cx="1043875" cy="961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2" name="Google Shape;262;p19"/>
            <p:cNvPicPr preferRelativeResize="0"/>
            <p:nvPr/>
          </p:nvPicPr>
          <p:blipFill>
            <a:blip r:embed="rId7">
              <a:alphaModFix amt="85000"/>
            </a:blip>
            <a:stretch>
              <a:fillRect/>
            </a:stretch>
          </p:blipFill>
          <p:spPr>
            <a:xfrm>
              <a:off x="5242374" y="4756718"/>
              <a:ext cx="884500" cy="8591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3" name="Google Shape;263;p19"/>
          <p:cNvGrpSpPr/>
          <p:nvPr/>
        </p:nvGrpSpPr>
        <p:grpSpPr>
          <a:xfrm>
            <a:off x="8523370" y="-1984960"/>
            <a:ext cx="4746748" cy="5098120"/>
            <a:chOff x="6392527" y="-1488720"/>
            <a:chExt cx="3560061" cy="3823590"/>
          </a:xfrm>
        </p:grpSpPr>
        <p:pic>
          <p:nvPicPr>
            <p:cNvPr id="264" name="Google Shape;264;p19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 rot="2986438">
              <a:off x="6303001" y="-326971"/>
              <a:ext cx="3739113" cy="15000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5" name="Google Shape;265;p19"/>
            <p:cNvPicPr preferRelativeResize="0"/>
            <p:nvPr/>
          </p:nvPicPr>
          <p:blipFill>
            <a:blip r:embed="rId9">
              <a:alphaModFix amt="71000"/>
            </a:blip>
            <a:stretch>
              <a:fillRect/>
            </a:stretch>
          </p:blipFill>
          <p:spPr>
            <a:xfrm>
              <a:off x="7551498" y="-731712"/>
              <a:ext cx="1086799" cy="12036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6" name="Google Shape;266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rot="3359412">
            <a:off x="2814724" y="-3755952"/>
            <a:ext cx="5051864" cy="55003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491865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0" name="Google Shape;270;p20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43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7252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 Light"/>
              <a:buChar char="●"/>
              <a:defRPr/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828754" lvl="2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2438339" lvl="3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3047924" lvl="4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3657509" lvl="5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4267093" lvl="6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4876678" lvl="7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5486263" lvl="8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71" name="Google Shape;27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9840182" y="-670664"/>
            <a:ext cx="1391833" cy="12825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2" name="Google Shape;272;p20"/>
          <p:cNvGrpSpPr/>
          <p:nvPr/>
        </p:nvGrpSpPr>
        <p:grpSpPr>
          <a:xfrm>
            <a:off x="-2989601" y="-2628873"/>
            <a:ext cx="18507440" cy="11282972"/>
            <a:chOff x="-2242201" y="-1971655"/>
            <a:chExt cx="13880580" cy="8462229"/>
          </a:xfrm>
        </p:grpSpPr>
        <p:pic>
          <p:nvPicPr>
            <p:cNvPr id="273" name="Google Shape;273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8220017" y="3678726"/>
              <a:ext cx="1792924" cy="1682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4" name="Google Shape;274;p20"/>
            <p:cNvPicPr preferRelativeResize="0"/>
            <p:nvPr/>
          </p:nvPicPr>
          <p:blipFill>
            <a:blip r:embed="rId5">
              <a:alphaModFix amt="87000"/>
            </a:blip>
            <a:stretch>
              <a:fillRect/>
            </a:stretch>
          </p:blipFill>
          <p:spPr>
            <a:xfrm rot="-7626156">
              <a:off x="8309028" y="-1442822"/>
              <a:ext cx="2739700" cy="28415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5" name="Google Shape;275;p20"/>
            <p:cNvPicPr preferRelativeResize="0"/>
            <p:nvPr/>
          </p:nvPicPr>
          <p:blipFill>
            <a:blip r:embed="rId6">
              <a:alphaModFix amt="86000"/>
            </a:blip>
            <a:stretch>
              <a:fillRect/>
            </a:stretch>
          </p:blipFill>
          <p:spPr>
            <a:xfrm rot="-2916337">
              <a:off x="-1989772" y="-544346"/>
              <a:ext cx="3167266" cy="2103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6" name="Google Shape;276;p2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-198559">
              <a:off x="813602" y="4750879"/>
              <a:ext cx="2416549" cy="16713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7" name="Google Shape;277;p20"/>
          <p:cNvGrpSpPr/>
          <p:nvPr/>
        </p:nvGrpSpPr>
        <p:grpSpPr>
          <a:xfrm>
            <a:off x="-1172535" y="4383137"/>
            <a:ext cx="12616724" cy="3943668"/>
            <a:chOff x="-879402" y="3287352"/>
            <a:chExt cx="9462543" cy="2957751"/>
          </a:xfrm>
        </p:grpSpPr>
        <p:pic>
          <p:nvPicPr>
            <p:cNvPr id="278" name="Google Shape;278;p20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 rot="4210855">
              <a:off x="-931972" y="3929539"/>
              <a:ext cx="2540892" cy="16733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9" name="Google Shape;279;p20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 rot="10800000">
              <a:off x="7496342" y="4549300"/>
              <a:ext cx="1086799" cy="1203625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1749327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83" name="Google Shape;283;p21"/>
          <p:cNvSpPr txBox="1">
            <a:spLocks noGrp="1"/>
          </p:cNvSpPr>
          <p:nvPr>
            <p:ph type="subTitle" idx="1"/>
          </p:nvPr>
        </p:nvSpPr>
        <p:spPr>
          <a:xfrm>
            <a:off x="1250167" y="3918633"/>
            <a:ext cx="2900400" cy="11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4" name="Google Shape;284;p21"/>
          <p:cNvSpPr txBox="1">
            <a:spLocks noGrp="1"/>
          </p:cNvSpPr>
          <p:nvPr>
            <p:ph type="subTitle" idx="2"/>
          </p:nvPr>
        </p:nvSpPr>
        <p:spPr>
          <a:xfrm>
            <a:off x="4645795" y="3918633"/>
            <a:ext cx="2900400" cy="11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5" name="Google Shape;285;p21"/>
          <p:cNvSpPr txBox="1">
            <a:spLocks noGrp="1"/>
          </p:cNvSpPr>
          <p:nvPr>
            <p:ph type="subTitle" idx="3"/>
          </p:nvPr>
        </p:nvSpPr>
        <p:spPr>
          <a:xfrm>
            <a:off x="8041432" y="3918633"/>
            <a:ext cx="2900400" cy="11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6" name="Google Shape;286;p21"/>
          <p:cNvSpPr txBox="1">
            <a:spLocks noGrp="1"/>
          </p:cNvSpPr>
          <p:nvPr>
            <p:ph type="subTitle" idx="4"/>
          </p:nvPr>
        </p:nvSpPr>
        <p:spPr>
          <a:xfrm>
            <a:off x="1250167" y="3333033"/>
            <a:ext cx="2900400" cy="69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7" name="Google Shape;287;p21"/>
          <p:cNvSpPr txBox="1">
            <a:spLocks noGrp="1"/>
          </p:cNvSpPr>
          <p:nvPr>
            <p:ph type="subTitle" idx="5"/>
          </p:nvPr>
        </p:nvSpPr>
        <p:spPr>
          <a:xfrm>
            <a:off x="4645796" y="3333033"/>
            <a:ext cx="2900400" cy="69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8" name="Google Shape;288;p21"/>
          <p:cNvSpPr txBox="1">
            <a:spLocks noGrp="1"/>
          </p:cNvSpPr>
          <p:nvPr>
            <p:ph type="subTitle" idx="6"/>
          </p:nvPr>
        </p:nvSpPr>
        <p:spPr>
          <a:xfrm>
            <a:off x="8041433" y="3333033"/>
            <a:ext cx="2900400" cy="69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89" name="Google Shape;28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550146" flipH="1">
            <a:off x="10357095" y="-3190100"/>
            <a:ext cx="5805932" cy="63213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0" name="Google Shape;290;p21"/>
          <p:cNvGrpSpPr/>
          <p:nvPr/>
        </p:nvGrpSpPr>
        <p:grpSpPr>
          <a:xfrm>
            <a:off x="-1260141" y="-839997"/>
            <a:ext cx="8411940" cy="7988032"/>
            <a:chOff x="-945106" y="-629998"/>
            <a:chExt cx="6308955" cy="5991024"/>
          </a:xfrm>
        </p:grpSpPr>
        <p:pic>
          <p:nvPicPr>
            <p:cNvPr id="291" name="Google Shape;291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 flipH="1">
              <a:off x="-945106" y="3678726"/>
              <a:ext cx="1792924" cy="1682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2" name="Google Shape;292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 flipH="1">
              <a:off x="4319973" y="-629998"/>
              <a:ext cx="1043875" cy="961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3" name="Google Shape;293;p21"/>
          <p:cNvGrpSpPr/>
          <p:nvPr/>
        </p:nvGrpSpPr>
        <p:grpSpPr>
          <a:xfrm>
            <a:off x="-3552639" y="-3048549"/>
            <a:ext cx="16892936" cy="11448648"/>
            <a:chOff x="-2664479" y="-2286412"/>
            <a:chExt cx="12669702" cy="8586486"/>
          </a:xfrm>
        </p:grpSpPr>
        <p:pic>
          <p:nvPicPr>
            <p:cNvPr id="294" name="Google Shape;294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98559" flipH="1">
              <a:off x="6077309" y="4560379"/>
              <a:ext cx="2416549" cy="16713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5" name="Google Shape;295;p21"/>
            <p:cNvPicPr preferRelativeResize="0"/>
            <p:nvPr/>
          </p:nvPicPr>
          <p:blipFill>
            <a:blip r:embed="rId7">
              <a:alphaModFix amt="87000"/>
            </a:blip>
            <a:stretch>
              <a:fillRect/>
            </a:stretch>
          </p:blipFill>
          <p:spPr>
            <a:xfrm rot="6895885" flipH="1">
              <a:off x="-2168516" y="-1114645"/>
              <a:ext cx="2739698" cy="28415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6" name="Google Shape;296;p21"/>
            <p:cNvPicPr preferRelativeResize="0"/>
            <p:nvPr/>
          </p:nvPicPr>
          <p:blipFill>
            <a:blip r:embed="rId8">
              <a:alphaModFix amt="86000"/>
            </a:blip>
            <a:stretch>
              <a:fillRect/>
            </a:stretch>
          </p:blipFill>
          <p:spPr>
            <a:xfrm rot="-2073950" flipH="1">
              <a:off x="6520865" y="-1573572"/>
              <a:ext cx="3167267" cy="2103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7" name="Google Shape;297;p21"/>
          <p:cNvGrpSpPr/>
          <p:nvPr/>
        </p:nvGrpSpPr>
        <p:grpSpPr>
          <a:xfrm>
            <a:off x="646258" y="4383137"/>
            <a:ext cx="12616724" cy="3943668"/>
            <a:chOff x="484693" y="3287352"/>
            <a:chExt cx="9462543" cy="2957751"/>
          </a:xfrm>
        </p:grpSpPr>
        <p:pic>
          <p:nvPicPr>
            <p:cNvPr id="298" name="Google Shape;298;p21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 rot="-4210855" flipH="1">
              <a:off x="7458915" y="3929539"/>
              <a:ext cx="2540892" cy="16733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9" name="Google Shape;299;p21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 rot="10800000" flipH="1">
              <a:off x="484693" y="4549300"/>
              <a:ext cx="1086799" cy="1203625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16892178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2" name="Google Shape;302;p22"/>
          <p:cNvGrpSpPr/>
          <p:nvPr/>
        </p:nvGrpSpPr>
        <p:grpSpPr>
          <a:xfrm>
            <a:off x="-1686344" y="-1701613"/>
            <a:ext cx="15436775" cy="8953976"/>
            <a:chOff x="-1264758" y="-1276210"/>
            <a:chExt cx="11577581" cy="6715482"/>
          </a:xfrm>
        </p:grpSpPr>
        <p:pic>
          <p:nvPicPr>
            <p:cNvPr id="303" name="Google Shape;303;p22"/>
            <p:cNvPicPr preferRelativeResize="0"/>
            <p:nvPr/>
          </p:nvPicPr>
          <p:blipFill>
            <a:blip r:embed="rId3">
              <a:alphaModFix amt="75000"/>
            </a:blip>
            <a:stretch>
              <a:fillRect/>
            </a:stretch>
          </p:blipFill>
          <p:spPr>
            <a:xfrm rot="-5400000" flipH="1">
              <a:off x="-1796768" y="-744200"/>
              <a:ext cx="3167267" cy="21032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4" name="Google Shape;304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8284957" y="3336025"/>
              <a:ext cx="2027866" cy="210324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05" name="Google Shape;305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70385" flipH="1">
            <a:off x="-2084635" y="3583567"/>
            <a:ext cx="5678100" cy="61822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6" name="Google Shape;306;p22"/>
          <p:cNvGrpSpPr/>
          <p:nvPr/>
        </p:nvGrpSpPr>
        <p:grpSpPr>
          <a:xfrm>
            <a:off x="16" y="-1495499"/>
            <a:ext cx="13094408" cy="6419531"/>
            <a:chOff x="12" y="-1121624"/>
            <a:chExt cx="9820806" cy="4814648"/>
          </a:xfrm>
        </p:grpSpPr>
        <p:pic>
          <p:nvPicPr>
            <p:cNvPr id="307" name="Google Shape;307;p22"/>
            <p:cNvPicPr preferRelativeResize="0"/>
            <p:nvPr/>
          </p:nvPicPr>
          <p:blipFill>
            <a:blip r:embed="rId6">
              <a:alphaModFix amt="79000"/>
            </a:blip>
            <a:stretch>
              <a:fillRect/>
            </a:stretch>
          </p:blipFill>
          <p:spPr>
            <a:xfrm rot="2700000" flipH="1">
              <a:off x="217572" y="-867845"/>
              <a:ext cx="1174132" cy="11016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8" name="Google Shape;308;p22"/>
            <p:cNvPicPr preferRelativeResize="0"/>
            <p:nvPr/>
          </p:nvPicPr>
          <p:blipFill>
            <a:blip r:embed="rId7">
              <a:alphaModFix amt="63000"/>
            </a:blip>
            <a:stretch>
              <a:fillRect/>
            </a:stretch>
          </p:blipFill>
          <p:spPr>
            <a:xfrm flipH="1">
              <a:off x="8776943" y="2731123"/>
              <a:ext cx="1043875" cy="961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9" name="Google Shape;309;p22"/>
          <p:cNvGrpSpPr/>
          <p:nvPr/>
        </p:nvGrpSpPr>
        <p:grpSpPr>
          <a:xfrm>
            <a:off x="4666783" y="-1875009"/>
            <a:ext cx="8948944" cy="9518543"/>
            <a:chOff x="3500087" y="-1406257"/>
            <a:chExt cx="6711708" cy="7138907"/>
          </a:xfrm>
        </p:grpSpPr>
        <p:pic>
          <p:nvPicPr>
            <p:cNvPr id="310" name="Google Shape;310;p22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 flipH="1">
              <a:off x="8588150" y="4008599"/>
              <a:ext cx="1135050" cy="75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1" name="Google Shape;311;p22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 flipH="1">
              <a:off x="3500087" y="4696950"/>
              <a:ext cx="935175" cy="10357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2" name="Google Shape;312;p22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 rot="-7518071">
              <a:off x="6833972" y="-546976"/>
              <a:ext cx="3193620" cy="21032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3" name="Google Shape;313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4" name="Google Shape;314;p22"/>
          <p:cNvSpPr txBox="1">
            <a:spLocks noGrp="1"/>
          </p:cNvSpPr>
          <p:nvPr>
            <p:ph type="subTitle" idx="1"/>
          </p:nvPr>
        </p:nvSpPr>
        <p:spPr>
          <a:xfrm>
            <a:off x="960033" y="2276277"/>
            <a:ext cx="10272000" cy="7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5" name="Google Shape;315;p22"/>
          <p:cNvSpPr txBox="1">
            <a:spLocks noGrp="1"/>
          </p:cNvSpPr>
          <p:nvPr>
            <p:ph type="subTitle" idx="2"/>
          </p:nvPr>
        </p:nvSpPr>
        <p:spPr>
          <a:xfrm>
            <a:off x="960033" y="3771865"/>
            <a:ext cx="102720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6" name="Google Shape;316;p22"/>
          <p:cNvSpPr txBox="1">
            <a:spLocks noGrp="1"/>
          </p:cNvSpPr>
          <p:nvPr>
            <p:ph type="subTitle" idx="3"/>
          </p:nvPr>
        </p:nvSpPr>
        <p:spPr>
          <a:xfrm>
            <a:off x="960033" y="5263855"/>
            <a:ext cx="102720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7" name="Google Shape;317;p22"/>
          <p:cNvSpPr txBox="1">
            <a:spLocks noGrp="1"/>
          </p:cNvSpPr>
          <p:nvPr>
            <p:ph type="subTitle" idx="4"/>
          </p:nvPr>
        </p:nvSpPr>
        <p:spPr>
          <a:xfrm>
            <a:off x="960033" y="1655028"/>
            <a:ext cx="10272000" cy="7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8" name="Google Shape;318;p22"/>
          <p:cNvSpPr txBox="1">
            <a:spLocks noGrp="1"/>
          </p:cNvSpPr>
          <p:nvPr>
            <p:ph type="subTitle" idx="5"/>
          </p:nvPr>
        </p:nvSpPr>
        <p:spPr>
          <a:xfrm>
            <a:off x="960033" y="3133500"/>
            <a:ext cx="10272000" cy="7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9" name="Google Shape;319;p22"/>
          <p:cNvSpPr txBox="1">
            <a:spLocks noGrp="1"/>
          </p:cNvSpPr>
          <p:nvPr>
            <p:ph type="subTitle" idx="6"/>
          </p:nvPr>
        </p:nvSpPr>
        <p:spPr>
          <a:xfrm>
            <a:off x="960033" y="4627500"/>
            <a:ext cx="10272000" cy="7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0026740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Title and three columns 2"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3438" y="6347964"/>
            <a:ext cx="1391833" cy="1282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6069" y="-5276767"/>
            <a:ext cx="5805932" cy="63213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4" name="Google Shape;324;p23"/>
          <p:cNvGrpSpPr/>
          <p:nvPr/>
        </p:nvGrpSpPr>
        <p:grpSpPr>
          <a:xfrm>
            <a:off x="4647132" y="-1275467"/>
            <a:ext cx="8729073" cy="9228251"/>
            <a:chOff x="3485348" y="-956600"/>
            <a:chExt cx="6546805" cy="6921188"/>
          </a:xfrm>
        </p:grpSpPr>
        <p:pic>
          <p:nvPicPr>
            <p:cNvPr id="325" name="Google Shape;325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760453" y="-956600"/>
              <a:ext cx="2271701" cy="1496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6" name="Google Shape;326;p2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485348" y="4760963"/>
              <a:ext cx="1086799" cy="12036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7" name="Google Shape;327;p23"/>
          <p:cNvGrpSpPr/>
          <p:nvPr/>
        </p:nvGrpSpPr>
        <p:grpSpPr>
          <a:xfrm>
            <a:off x="-4419992" y="593361"/>
            <a:ext cx="19131824" cy="10383809"/>
            <a:chOff x="-3314994" y="445020"/>
            <a:chExt cx="14348868" cy="7787857"/>
          </a:xfrm>
        </p:grpSpPr>
        <p:pic>
          <p:nvPicPr>
            <p:cNvPr id="328" name="Google Shape;328;p23"/>
            <p:cNvPicPr preferRelativeResize="0"/>
            <p:nvPr/>
          </p:nvPicPr>
          <p:blipFill>
            <a:blip r:embed="rId7">
              <a:alphaModFix amt="87000"/>
            </a:blip>
            <a:stretch>
              <a:fillRect/>
            </a:stretch>
          </p:blipFill>
          <p:spPr>
            <a:xfrm>
              <a:off x="6058077" y="4608575"/>
              <a:ext cx="3494399" cy="36243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9" name="Google Shape;329;p23"/>
            <p:cNvPicPr preferRelativeResize="0"/>
            <p:nvPr/>
          </p:nvPicPr>
          <p:blipFill>
            <a:blip r:embed="rId8">
              <a:alphaModFix amt="86000"/>
            </a:blip>
            <a:stretch>
              <a:fillRect/>
            </a:stretch>
          </p:blipFill>
          <p:spPr>
            <a:xfrm rot="7198658">
              <a:off x="7748024" y="3896048"/>
              <a:ext cx="3167263" cy="21032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0" name="Google Shape;330;p23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 rot="5400000">
              <a:off x="-1587574" y="2199250"/>
              <a:ext cx="2635599" cy="1671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1" name="Google Shape;331;p23"/>
            <p:cNvPicPr preferRelativeResize="0"/>
            <p:nvPr/>
          </p:nvPicPr>
          <p:blipFill>
            <a:blip r:embed="rId8">
              <a:alphaModFix amt="86000"/>
            </a:blip>
            <a:stretch>
              <a:fillRect/>
            </a:stretch>
          </p:blipFill>
          <p:spPr>
            <a:xfrm rot="1338115">
              <a:off x="-3034377" y="967323"/>
              <a:ext cx="3167261" cy="21032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23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3" name="Google Shape;333;p23"/>
          <p:cNvSpPr txBox="1">
            <a:spLocks noGrp="1"/>
          </p:cNvSpPr>
          <p:nvPr>
            <p:ph type="subTitle" idx="1"/>
          </p:nvPr>
        </p:nvSpPr>
        <p:spPr>
          <a:xfrm>
            <a:off x="950967" y="3378293"/>
            <a:ext cx="3163600" cy="24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4" name="Google Shape;334;p23"/>
          <p:cNvSpPr txBox="1">
            <a:spLocks noGrp="1"/>
          </p:cNvSpPr>
          <p:nvPr>
            <p:ph type="subTitle" idx="2"/>
          </p:nvPr>
        </p:nvSpPr>
        <p:spPr>
          <a:xfrm>
            <a:off x="4514200" y="3373531"/>
            <a:ext cx="3163600" cy="24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5" name="Google Shape;335;p23"/>
          <p:cNvSpPr txBox="1">
            <a:spLocks noGrp="1"/>
          </p:cNvSpPr>
          <p:nvPr>
            <p:ph type="subTitle" idx="3"/>
          </p:nvPr>
        </p:nvSpPr>
        <p:spPr>
          <a:xfrm>
            <a:off x="8077433" y="3368768"/>
            <a:ext cx="3163600" cy="24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6" name="Google Shape;336;p23"/>
          <p:cNvSpPr txBox="1">
            <a:spLocks noGrp="1"/>
          </p:cNvSpPr>
          <p:nvPr>
            <p:ph type="subTitle" idx="4"/>
          </p:nvPr>
        </p:nvSpPr>
        <p:spPr>
          <a:xfrm>
            <a:off x="950967" y="2851401"/>
            <a:ext cx="3163600" cy="6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7" name="Google Shape;337;p23"/>
          <p:cNvSpPr txBox="1">
            <a:spLocks noGrp="1"/>
          </p:cNvSpPr>
          <p:nvPr>
            <p:ph type="subTitle" idx="5"/>
          </p:nvPr>
        </p:nvSpPr>
        <p:spPr>
          <a:xfrm>
            <a:off x="4514189" y="2851403"/>
            <a:ext cx="3163600" cy="6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8" name="Google Shape;338;p23"/>
          <p:cNvSpPr txBox="1">
            <a:spLocks noGrp="1"/>
          </p:cNvSpPr>
          <p:nvPr>
            <p:ph type="subTitle" idx="6"/>
          </p:nvPr>
        </p:nvSpPr>
        <p:spPr>
          <a:xfrm>
            <a:off x="8077435" y="2851404"/>
            <a:ext cx="3163600" cy="6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2933" b="1">
                <a:latin typeface="EB Garamond"/>
                <a:ea typeface="EB Garamond"/>
                <a:cs typeface="EB Garamond"/>
                <a:sym typeface="EB Garamon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EB Garamond"/>
              <a:buNone/>
              <a:defRPr sz="3467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7864357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3" name="Google Shape;363;p25"/>
          <p:cNvSpPr txBox="1">
            <a:spLocks noGrp="1"/>
          </p:cNvSpPr>
          <p:nvPr>
            <p:ph type="subTitle" idx="1"/>
          </p:nvPr>
        </p:nvSpPr>
        <p:spPr>
          <a:xfrm>
            <a:off x="1234367" y="2867697"/>
            <a:ext cx="27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4" name="Google Shape;364;p25"/>
          <p:cNvSpPr txBox="1">
            <a:spLocks noGrp="1"/>
          </p:cNvSpPr>
          <p:nvPr>
            <p:ph type="subTitle" idx="2"/>
          </p:nvPr>
        </p:nvSpPr>
        <p:spPr>
          <a:xfrm>
            <a:off x="4707299" y="2867697"/>
            <a:ext cx="27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5" name="Google Shape;365;p25"/>
          <p:cNvSpPr txBox="1">
            <a:spLocks noGrp="1"/>
          </p:cNvSpPr>
          <p:nvPr>
            <p:ph type="subTitle" idx="3"/>
          </p:nvPr>
        </p:nvSpPr>
        <p:spPr>
          <a:xfrm>
            <a:off x="1234367" y="5261731"/>
            <a:ext cx="27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6" name="Google Shape;366;p25"/>
          <p:cNvSpPr txBox="1">
            <a:spLocks noGrp="1"/>
          </p:cNvSpPr>
          <p:nvPr>
            <p:ph type="subTitle" idx="4"/>
          </p:nvPr>
        </p:nvSpPr>
        <p:spPr>
          <a:xfrm>
            <a:off x="4707299" y="5261731"/>
            <a:ext cx="27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7" name="Google Shape;367;p25"/>
          <p:cNvSpPr txBox="1">
            <a:spLocks noGrp="1"/>
          </p:cNvSpPr>
          <p:nvPr>
            <p:ph type="subTitle" idx="5"/>
          </p:nvPr>
        </p:nvSpPr>
        <p:spPr>
          <a:xfrm>
            <a:off x="8180231" y="2867697"/>
            <a:ext cx="27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8" name="Google Shape;368;p25"/>
          <p:cNvSpPr txBox="1">
            <a:spLocks noGrp="1"/>
          </p:cNvSpPr>
          <p:nvPr>
            <p:ph type="subTitle" idx="6"/>
          </p:nvPr>
        </p:nvSpPr>
        <p:spPr>
          <a:xfrm>
            <a:off x="8180231" y="5261731"/>
            <a:ext cx="27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9" name="Google Shape;369;p25"/>
          <p:cNvSpPr txBox="1">
            <a:spLocks noGrp="1"/>
          </p:cNvSpPr>
          <p:nvPr>
            <p:ph type="subTitle" idx="7"/>
          </p:nvPr>
        </p:nvSpPr>
        <p:spPr>
          <a:xfrm>
            <a:off x="1232267" y="2432167"/>
            <a:ext cx="2781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0" name="Google Shape;370;p25"/>
          <p:cNvSpPr txBox="1">
            <a:spLocks noGrp="1"/>
          </p:cNvSpPr>
          <p:nvPr>
            <p:ph type="subTitle" idx="8"/>
          </p:nvPr>
        </p:nvSpPr>
        <p:spPr>
          <a:xfrm>
            <a:off x="4705196" y="2432167"/>
            <a:ext cx="2781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1" name="Google Shape;371;p25"/>
          <p:cNvSpPr txBox="1">
            <a:spLocks noGrp="1"/>
          </p:cNvSpPr>
          <p:nvPr>
            <p:ph type="subTitle" idx="9"/>
          </p:nvPr>
        </p:nvSpPr>
        <p:spPr>
          <a:xfrm>
            <a:off x="8178125" y="2432167"/>
            <a:ext cx="2781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2" name="Google Shape;372;p25"/>
          <p:cNvSpPr txBox="1">
            <a:spLocks noGrp="1"/>
          </p:cNvSpPr>
          <p:nvPr>
            <p:ph type="subTitle" idx="13"/>
          </p:nvPr>
        </p:nvSpPr>
        <p:spPr>
          <a:xfrm>
            <a:off x="1232267" y="4825936"/>
            <a:ext cx="2781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3" name="Google Shape;373;p25"/>
          <p:cNvSpPr txBox="1">
            <a:spLocks noGrp="1"/>
          </p:cNvSpPr>
          <p:nvPr>
            <p:ph type="subTitle" idx="14"/>
          </p:nvPr>
        </p:nvSpPr>
        <p:spPr>
          <a:xfrm>
            <a:off x="4705196" y="4825936"/>
            <a:ext cx="2781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4" name="Google Shape;374;p25"/>
          <p:cNvSpPr txBox="1">
            <a:spLocks noGrp="1"/>
          </p:cNvSpPr>
          <p:nvPr>
            <p:ph type="subTitle" idx="15"/>
          </p:nvPr>
        </p:nvSpPr>
        <p:spPr>
          <a:xfrm>
            <a:off x="8178125" y="4825936"/>
            <a:ext cx="2781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2933" b="1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EB Garamond"/>
              <a:buNone/>
              <a:defRPr sz="3200" b="1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375" name="Google Shape;37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69211" y="3204968"/>
            <a:ext cx="5715500" cy="62229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6" name="Google Shape;376;p25"/>
          <p:cNvGrpSpPr/>
          <p:nvPr/>
        </p:nvGrpSpPr>
        <p:grpSpPr>
          <a:xfrm>
            <a:off x="-1762923" y="-3131262"/>
            <a:ext cx="16050104" cy="11387539"/>
            <a:chOff x="-1322192" y="-2348446"/>
            <a:chExt cx="12037578" cy="8540654"/>
          </a:xfrm>
        </p:grpSpPr>
        <p:pic>
          <p:nvPicPr>
            <p:cNvPr id="377" name="Google Shape;377;p25"/>
            <p:cNvPicPr preferRelativeResize="0"/>
            <p:nvPr/>
          </p:nvPicPr>
          <p:blipFill>
            <a:blip r:embed="rId4">
              <a:alphaModFix amt="83000"/>
            </a:blip>
            <a:stretch>
              <a:fillRect/>
            </a:stretch>
          </p:blipFill>
          <p:spPr>
            <a:xfrm rot="-5400000">
              <a:off x="-1854202" y="3556950"/>
              <a:ext cx="3167267" cy="21032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8" name="Google Shape;378;p25"/>
            <p:cNvPicPr preferRelativeResize="0"/>
            <p:nvPr/>
          </p:nvPicPr>
          <p:blipFill>
            <a:blip r:embed="rId5">
              <a:alphaModFix amt="76000"/>
            </a:blip>
            <a:stretch>
              <a:fillRect/>
            </a:stretch>
          </p:blipFill>
          <p:spPr>
            <a:xfrm>
              <a:off x="-1014998" y="2578600"/>
              <a:ext cx="1555700" cy="14597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9" name="Google Shape;379;p25"/>
            <p:cNvPicPr preferRelativeResize="0"/>
            <p:nvPr/>
          </p:nvPicPr>
          <p:blipFill>
            <a:blip r:embed="rId6">
              <a:alphaModFix amt="85000"/>
            </a:blip>
            <a:stretch>
              <a:fillRect/>
            </a:stretch>
          </p:blipFill>
          <p:spPr>
            <a:xfrm rot="-8404919">
              <a:off x="6825908" y="-1426076"/>
              <a:ext cx="3638626" cy="210325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80" name="Google Shape;380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320932" y="-1082033"/>
            <a:ext cx="1449065" cy="16048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5079678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3" name="Google Shape;403;p27"/>
          <p:cNvGrpSpPr/>
          <p:nvPr/>
        </p:nvGrpSpPr>
        <p:grpSpPr>
          <a:xfrm>
            <a:off x="-675434" y="117801"/>
            <a:ext cx="5497473" cy="7569532"/>
            <a:chOff x="-506576" y="88350"/>
            <a:chExt cx="4123105" cy="5677149"/>
          </a:xfrm>
        </p:grpSpPr>
        <p:pic>
          <p:nvPicPr>
            <p:cNvPr id="404" name="Google Shape;404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506576" y="88350"/>
              <a:ext cx="1792924" cy="1682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5" name="Google Shape;405;p2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572653" y="4803598"/>
              <a:ext cx="1043875" cy="9619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06" name="Google Shape;406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04202" y="2730067"/>
            <a:ext cx="5805932" cy="63213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7" name="Google Shape;407;p27"/>
          <p:cNvGrpSpPr/>
          <p:nvPr/>
        </p:nvGrpSpPr>
        <p:grpSpPr>
          <a:xfrm>
            <a:off x="1230964" y="-1004482"/>
            <a:ext cx="12139141" cy="2804332"/>
            <a:chOff x="923223" y="-753362"/>
            <a:chExt cx="9104356" cy="2103249"/>
          </a:xfrm>
        </p:grpSpPr>
        <p:pic>
          <p:nvPicPr>
            <p:cNvPr id="408" name="Google Shape;408;p2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833959" y="-753362"/>
              <a:ext cx="3193620" cy="21032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9" name="Google Shape;409;p27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923223" y="-303550"/>
              <a:ext cx="1086799" cy="12036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0" name="Google Shape;410;p27"/>
          <p:cNvGrpSpPr/>
          <p:nvPr/>
        </p:nvGrpSpPr>
        <p:grpSpPr>
          <a:xfrm>
            <a:off x="-4975057" y="-1545899"/>
            <a:ext cx="19196300" cy="11331300"/>
            <a:chOff x="-3731293" y="-1159425"/>
            <a:chExt cx="14397225" cy="8498475"/>
          </a:xfrm>
        </p:grpSpPr>
        <p:pic>
          <p:nvPicPr>
            <p:cNvPr id="411" name="Google Shape;411;p27"/>
            <p:cNvPicPr preferRelativeResize="0"/>
            <p:nvPr/>
          </p:nvPicPr>
          <p:blipFill>
            <a:blip r:embed="rId8">
              <a:alphaModFix amt="87000"/>
            </a:blip>
            <a:stretch>
              <a:fillRect/>
            </a:stretch>
          </p:blipFill>
          <p:spPr>
            <a:xfrm>
              <a:off x="-3731293" y="2511502"/>
              <a:ext cx="4654526" cy="48275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2" name="Google Shape;412;p27"/>
            <p:cNvPicPr preferRelativeResize="0"/>
            <p:nvPr/>
          </p:nvPicPr>
          <p:blipFill>
            <a:blip r:embed="rId9">
              <a:alphaModFix amt="86000"/>
            </a:blip>
            <a:stretch>
              <a:fillRect/>
            </a:stretch>
          </p:blipFill>
          <p:spPr>
            <a:xfrm rot="5019818">
              <a:off x="7862323" y="2237098"/>
              <a:ext cx="3167264" cy="21032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3" name="Google Shape;413;p27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3261724" y="-1159425"/>
              <a:ext cx="2891427" cy="16713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4" name="Google Shape;414;p27"/>
          <p:cNvSpPr txBox="1">
            <a:spLocks noGrp="1"/>
          </p:cNvSpPr>
          <p:nvPr>
            <p:ph type="title"/>
          </p:nvPr>
        </p:nvSpPr>
        <p:spPr>
          <a:xfrm>
            <a:off x="3130584" y="917667"/>
            <a:ext cx="5930800" cy="1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15" name="Google Shape;415;p27"/>
          <p:cNvSpPr txBox="1">
            <a:spLocks noGrp="1"/>
          </p:cNvSpPr>
          <p:nvPr>
            <p:ph type="subTitle" idx="1"/>
          </p:nvPr>
        </p:nvSpPr>
        <p:spPr>
          <a:xfrm>
            <a:off x="3130533" y="2246416"/>
            <a:ext cx="5930800" cy="16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6" name="Google Shape;416;p27"/>
          <p:cNvSpPr txBox="1"/>
          <p:nvPr/>
        </p:nvSpPr>
        <p:spPr>
          <a:xfrm>
            <a:off x="2802251" y="4727033"/>
            <a:ext cx="65944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CREDITS: This presentation template was created by </a:t>
            </a:r>
            <a:r>
              <a:rPr lang="en" sz="1600" b="1" u="sng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6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,</a:t>
            </a:r>
            <a:r>
              <a:rPr lang="en" sz="1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and includes icons by</a:t>
            </a:r>
            <a:r>
              <a:rPr lang="en" sz="16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1600" b="1" u="sng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6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,</a:t>
            </a:r>
            <a:r>
              <a:rPr lang="en" sz="1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and infographics &amp; images by </a:t>
            </a:r>
            <a:r>
              <a:rPr lang="en" sz="1600" b="1" u="sng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600" b="1" u="sng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endParaRPr sz="1600" b="1" u="sng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  <p:extLst>
      <p:ext uri="{BB962C8B-B14F-4D97-AF65-F5344CB8AC3E}">
        <p14:creationId xmlns:p14="http://schemas.microsoft.com/office/powerpoint/2010/main" val="1077101884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9" name="Google Shape;419;p28"/>
          <p:cNvGrpSpPr/>
          <p:nvPr/>
        </p:nvGrpSpPr>
        <p:grpSpPr>
          <a:xfrm rot="10800000" flipH="1">
            <a:off x="-2415713" y="-2988119"/>
            <a:ext cx="7923511" cy="11707923"/>
            <a:chOff x="-1811785" y="-1627275"/>
            <a:chExt cx="5942633" cy="8780942"/>
          </a:xfrm>
        </p:grpSpPr>
        <p:pic>
          <p:nvPicPr>
            <p:cNvPr id="420" name="Google Shape;420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963581" y="-1627275"/>
              <a:ext cx="3167267" cy="21032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1" name="Google Shape;421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3024203" flipH="1">
              <a:off x="-1661175" y="4029886"/>
              <a:ext cx="3638626" cy="2103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2" name="Google Shape;422;p28"/>
          <p:cNvGrpSpPr/>
          <p:nvPr/>
        </p:nvGrpSpPr>
        <p:grpSpPr>
          <a:xfrm rot="10800000" flipH="1">
            <a:off x="1547578" y="-307895"/>
            <a:ext cx="9586884" cy="7371432"/>
            <a:chOff x="1160683" y="-385075"/>
            <a:chExt cx="7190163" cy="5528574"/>
          </a:xfrm>
        </p:grpSpPr>
        <p:pic>
          <p:nvPicPr>
            <p:cNvPr id="423" name="Google Shape;42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1160683" y="3587350"/>
              <a:ext cx="2362876" cy="15561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4" name="Google Shape;424;p2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7554246" y="-385075"/>
              <a:ext cx="796600" cy="8822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5" name="Google Shape;425;p28"/>
          <p:cNvGrpSpPr/>
          <p:nvPr/>
        </p:nvGrpSpPr>
        <p:grpSpPr>
          <a:xfrm rot="10800000" flipH="1">
            <a:off x="155860" y="-866511"/>
            <a:ext cx="9223097" cy="7479541"/>
            <a:chOff x="116894" y="-47195"/>
            <a:chExt cx="6917323" cy="5609656"/>
          </a:xfrm>
        </p:grpSpPr>
        <p:pic>
          <p:nvPicPr>
            <p:cNvPr id="426" name="Google Shape;426;p28"/>
            <p:cNvPicPr preferRelativeResize="0"/>
            <p:nvPr/>
          </p:nvPicPr>
          <p:blipFill>
            <a:blip r:embed="rId7">
              <a:alphaModFix amt="69000"/>
            </a:blip>
            <a:stretch>
              <a:fillRect/>
            </a:stretch>
          </p:blipFill>
          <p:spPr>
            <a:xfrm rot="-9899998" flipH="1">
              <a:off x="254490" y="102312"/>
              <a:ext cx="1318127" cy="1236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7" name="Google Shape;427;p28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 flipH="1">
              <a:off x="5990342" y="4600561"/>
              <a:ext cx="1043875" cy="9619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28" name="Google Shape;428;p2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-8100000">
            <a:off x="8713102" y="-769866"/>
            <a:ext cx="5321521" cy="57939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9980614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3"/>
            <a:ext cx="12192004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9394151" flipH="1">
            <a:off x="-457325" y="3769397"/>
            <a:ext cx="5715497" cy="622293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2" name="Google Shape;432;p29"/>
          <p:cNvGrpSpPr/>
          <p:nvPr/>
        </p:nvGrpSpPr>
        <p:grpSpPr>
          <a:xfrm flipH="1">
            <a:off x="-2159260" y="-3131262"/>
            <a:ext cx="16050104" cy="11387539"/>
            <a:chOff x="-1322192" y="-2348446"/>
            <a:chExt cx="12037578" cy="8540654"/>
          </a:xfrm>
        </p:grpSpPr>
        <p:pic>
          <p:nvPicPr>
            <p:cNvPr id="433" name="Google Shape;433;p29"/>
            <p:cNvPicPr preferRelativeResize="0"/>
            <p:nvPr/>
          </p:nvPicPr>
          <p:blipFill>
            <a:blip r:embed="rId4">
              <a:alphaModFix amt="83000"/>
            </a:blip>
            <a:stretch>
              <a:fillRect/>
            </a:stretch>
          </p:blipFill>
          <p:spPr>
            <a:xfrm rot="-5400000">
              <a:off x="-1854202" y="3556950"/>
              <a:ext cx="3167267" cy="21032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4" name="Google Shape;434;p29"/>
            <p:cNvPicPr preferRelativeResize="0"/>
            <p:nvPr/>
          </p:nvPicPr>
          <p:blipFill>
            <a:blip r:embed="rId5">
              <a:alphaModFix amt="76000"/>
            </a:blip>
            <a:stretch>
              <a:fillRect/>
            </a:stretch>
          </p:blipFill>
          <p:spPr>
            <a:xfrm>
              <a:off x="-1014998" y="2578600"/>
              <a:ext cx="1555700" cy="14597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5" name="Google Shape;435;p29"/>
            <p:cNvPicPr preferRelativeResize="0"/>
            <p:nvPr/>
          </p:nvPicPr>
          <p:blipFill>
            <a:blip r:embed="rId6">
              <a:alphaModFix amt="85000"/>
            </a:blip>
            <a:stretch>
              <a:fillRect/>
            </a:stretch>
          </p:blipFill>
          <p:spPr>
            <a:xfrm rot="-8404919">
              <a:off x="6825908" y="-1426076"/>
              <a:ext cx="3638626" cy="21032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6" name="Google Shape;436;p29"/>
          <p:cNvGrpSpPr/>
          <p:nvPr/>
        </p:nvGrpSpPr>
        <p:grpSpPr>
          <a:xfrm>
            <a:off x="-161026" y="-983266"/>
            <a:ext cx="4153315" cy="8930073"/>
            <a:chOff x="-120769" y="-737450"/>
            <a:chExt cx="3114986" cy="6697555"/>
          </a:xfrm>
        </p:grpSpPr>
        <p:pic>
          <p:nvPicPr>
            <p:cNvPr id="437" name="Google Shape;437;p2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flipH="1">
              <a:off x="1907418" y="-737450"/>
              <a:ext cx="1086799" cy="1203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8" name="Google Shape;438;p2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1812908" flipH="1">
              <a:off x="108267" y="4564776"/>
              <a:ext cx="1086800" cy="1203625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58766668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96E31-2DF0-0EC2-787B-AFC01417E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9E81B-0D33-F1A8-0EFB-9A8B270D4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B8508-498F-085D-4CDB-8448309DA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E4428-A1FF-DBC5-4ABC-56D09E75F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DFE3E-565C-D139-498A-3DA32408B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16B62-00B0-45FF-8DB4-4765E5A17F9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04260744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518412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2"/>
          <p:cNvSpPr txBox="1">
            <a:spLocks noGrp="1"/>
          </p:cNvSpPr>
          <p:nvPr>
            <p:ph type="title"/>
          </p:nvPr>
        </p:nvSpPr>
        <p:spPr>
          <a:xfrm>
            <a:off x="964600" y="681367"/>
            <a:ext cx="102628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12946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26" Type="http://schemas.openxmlformats.org/officeDocument/2006/relationships/slideLayout" Target="../slideLayouts/slideLayout57.xml"/><Relationship Id="rId3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52.xml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5" Type="http://schemas.openxmlformats.org/officeDocument/2006/relationships/slideLayout" Target="../slideLayouts/slideLayout56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0" Type="http://schemas.openxmlformats.org/officeDocument/2006/relationships/slideLayout" Target="../slideLayouts/slideLayout51.xml"/><Relationship Id="rId29" Type="http://schemas.openxmlformats.org/officeDocument/2006/relationships/slideLayout" Target="../slideLayouts/slideLayout60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24" Type="http://schemas.openxmlformats.org/officeDocument/2006/relationships/slideLayout" Target="../slideLayouts/slideLayout55.xml"/><Relationship Id="rId5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54.xml"/><Relationship Id="rId28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41.xml"/><Relationship Id="rId19" Type="http://schemas.openxmlformats.org/officeDocument/2006/relationships/slideLayout" Target="../slideLayouts/slideLayout50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53.xml"/><Relationship Id="rId27" Type="http://schemas.openxmlformats.org/officeDocument/2006/relationships/slideLayout" Target="../slideLayouts/slideLayout58.xml"/><Relationship Id="rId30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slideLayout" Target="../slideLayouts/slideLayout75.xml"/><Relationship Id="rId18" Type="http://schemas.openxmlformats.org/officeDocument/2006/relationships/slideLayout" Target="../slideLayouts/slideLayout80.xml"/><Relationship Id="rId26" Type="http://schemas.openxmlformats.org/officeDocument/2006/relationships/slideLayout" Target="../slideLayouts/slideLayout88.xml"/><Relationship Id="rId3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83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17" Type="http://schemas.openxmlformats.org/officeDocument/2006/relationships/slideLayout" Target="../slideLayouts/slideLayout79.xml"/><Relationship Id="rId25" Type="http://schemas.openxmlformats.org/officeDocument/2006/relationships/slideLayout" Target="../slideLayouts/slideLayout87.xml"/><Relationship Id="rId2" Type="http://schemas.openxmlformats.org/officeDocument/2006/relationships/slideLayout" Target="../slideLayouts/slideLayout64.xml"/><Relationship Id="rId16" Type="http://schemas.openxmlformats.org/officeDocument/2006/relationships/slideLayout" Target="../slideLayouts/slideLayout78.xml"/><Relationship Id="rId20" Type="http://schemas.openxmlformats.org/officeDocument/2006/relationships/slideLayout" Target="../slideLayouts/slideLayout82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24" Type="http://schemas.openxmlformats.org/officeDocument/2006/relationships/slideLayout" Target="../slideLayouts/slideLayout86.xml"/><Relationship Id="rId5" Type="http://schemas.openxmlformats.org/officeDocument/2006/relationships/slideLayout" Target="../slideLayouts/slideLayout67.xml"/><Relationship Id="rId15" Type="http://schemas.openxmlformats.org/officeDocument/2006/relationships/slideLayout" Target="../slideLayouts/slideLayout77.xml"/><Relationship Id="rId23" Type="http://schemas.openxmlformats.org/officeDocument/2006/relationships/slideLayout" Target="../slideLayouts/slideLayout85.xml"/><Relationship Id="rId10" Type="http://schemas.openxmlformats.org/officeDocument/2006/relationships/slideLayout" Target="../slideLayouts/slideLayout72.xml"/><Relationship Id="rId19" Type="http://schemas.openxmlformats.org/officeDocument/2006/relationships/slideLayout" Target="../slideLayouts/slideLayout81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Relationship Id="rId14" Type="http://schemas.openxmlformats.org/officeDocument/2006/relationships/slideLayout" Target="../slideLayouts/slideLayout76.xml"/><Relationship Id="rId22" Type="http://schemas.openxmlformats.org/officeDocument/2006/relationships/slideLayout" Target="../slideLayouts/slideLayout84.xml"/><Relationship Id="rId27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B Garamond"/>
              <a:buNone/>
              <a:defRPr sz="3000" b="1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1200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●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○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■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●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○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■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●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○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■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0110488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0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41" name="Google Shape;441;p30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7841658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B Garamond"/>
              <a:buNone/>
              <a:defRPr sz="3000" b="1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1200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●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○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■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●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○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■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●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○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■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289070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  <p:sldLayoutId id="2147483714" r:id="rId21"/>
    <p:sldLayoutId id="2147483715" r:id="rId22"/>
    <p:sldLayoutId id="2147483716" r:id="rId23"/>
    <p:sldLayoutId id="2147483717" r:id="rId24"/>
    <p:sldLayoutId id="2147483718" r:id="rId25"/>
    <p:sldLayoutId id="2147483719" r:id="rId26"/>
    <p:sldLayoutId id="2147483720" r:id="rId27"/>
    <p:sldLayoutId id="2147483721" r:id="rId28"/>
    <p:sldLayoutId id="2147483722" r:id="rId2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0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41" name="Google Shape;441;p30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7661803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24" r:id="rId1"/>
    <p:sldLayoutId id="2147483725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B Garamond"/>
              <a:buNone/>
              <a:defRPr sz="3000" b="1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1200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●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○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■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●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○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■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●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○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■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0040672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  <p:sldLayoutId id="2147483740" r:id="rId13"/>
    <p:sldLayoutId id="2147483741" r:id="rId14"/>
    <p:sldLayoutId id="2147483742" r:id="rId15"/>
    <p:sldLayoutId id="2147483743" r:id="rId16"/>
    <p:sldLayoutId id="2147483744" r:id="rId17"/>
    <p:sldLayoutId id="2147483745" r:id="rId18"/>
    <p:sldLayoutId id="2147483746" r:id="rId19"/>
    <p:sldLayoutId id="2147483747" r:id="rId20"/>
    <p:sldLayoutId id="2147483748" r:id="rId21"/>
    <p:sldLayoutId id="2147483750" r:id="rId22"/>
    <p:sldLayoutId id="2147483752" r:id="rId23"/>
    <p:sldLayoutId id="2147483753" r:id="rId24"/>
    <p:sldLayoutId id="2147483754" r:id="rId25"/>
    <p:sldLayoutId id="2147483755" r:id="rId2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0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41" name="Google Shape;441;p30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3584686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0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711FD-F249-C889-349F-C826F039A2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CA" dirty="0"/>
            </a:br>
            <a:r>
              <a:rPr lang="en-US" dirty="0"/>
              <a:t> </a:t>
            </a:r>
            <a:r>
              <a:rPr lang="en-US" sz="6000" b="1" dirty="0"/>
              <a:t>Group 1: Predictive Statistical Problems Assignment Part 2 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107D13-BB6E-C86E-DF4B-72185D8312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33699"/>
            <a:ext cx="8834651" cy="1880748"/>
          </a:xfrm>
        </p:spPr>
        <p:txBody>
          <a:bodyPr>
            <a:normAutofit/>
          </a:bodyPr>
          <a:lstStyle/>
          <a:p>
            <a:endParaRPr lang="en-CA" sz="1100" dirty="0"/>
          </a:p>
          <a:p>
            <a:r>
              <a:rPr lang="en-CA" sz="1100" dirty="0"/>
              <a:t> Andre R. C. Junior, </a:t>
            </a:r>
          </a:p>
          <a:p>
            <a:r>
              <a:rPr lang="pt-BR" sz="1100" dirty="0"/>
              <a:t>Bruno A. L. </a:t>
            </a:r>
            <a:r>
              <a:rPr lang="pt-BR" sz="1100" dirty="0" err="1"/>
              <a:t>Sassi</a:t>
            </a:r>
            <a:r>
              <a:rPr lang="pt-BR" sz="1100" dirty="0"/>
              <a:t>, </a:t>
            </a:r>
          </a:p>
          <a:p>
            <a:r>
              <a:rPr lang="pt-BR" sz="1100" dirty="0"/>
              <a:t>Luciana A. Q. Popa, </a:t>
            </a:r>
            <a:r>
              <a:rPr lang="pt-BR" sz="1100" dirty="0" err="1"/>
              <a:t>and</a:t>
            </a:r>
            <a:r>
              <a:rPr lang="pt-BR" sz="1100" dirty="0"/>
              <a:t> </a:t>
            </a:r>
          </a:p>
          <a:p>
            <a:r>
              <a:rPr lang="en-CA" sz="1100" dirty="0"/>
              <a:t>Tiago C. </a:t>
            </a:r>
            <a:r>
              <a:rPr lang="en-CA" sz="1100" dirty="0" err="1"/>
              <a:t>Ceolato</a:t>
            </a:r>
            <a:r>
              <a:rPr lang="en-CA" sz="1100" dirty="0"/>
              <a:t>. </a:t>
            </a:r>
            <a:br>
              <a:rPr lang="en-CA" sz="1100" dirty="0"/>
            </a:br>
            <a:endParaRPr lang="en-CA" sz="1100" dirty="0"/>
          </a:p>
          <a:p>
            <a:r>
              <a:rPr lang="en-US" sz="1100" dirty="0"/>
              <a:t> Master of Data Analytics, University of Niagara Falls Canada </a:t>
            </a:r>
          </a:p>
          <a:p>
            <a:r>
              <a:rPr lang="en-CA" sz="1100" dirty="0"/>
              <a:t>Predictive Analytics (DAMO-510-1) </a:t>
            </a:r>
          </a:p>
          <a:p>
            <a:r>
              <a:rPr lang="en-CA" sz="1100" dirty="0"/>
              <a:t>Dr. Zeeshan Ahmad </a:t>
            </a:r>
          </a:p>
          <a:p>
            <a:r>
              <a:rPr lang="en-CA" sz="1100" dirty="0"/>
              <a:t>June, 2025 </a:t>
            </a:r>
          </a:p>
        </p:txBody>
      </p:sp>
    </p:spTree>
    <p:extLst>
      <p:ext uri="{BB962C8B-B14F-4D97-AF65-F5344CB8AC3E}">
        <p14:creationId xmlns:p14="http://schemas.microsoft.com/office/powerpoint/2010/main" val="530414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29AA0-1856-0457-0B38-DFA90676E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rmAutofit/>
          </a:bodyPr>
          <a:lstStyle/>
          <a:p>
            <a:r>
              <a:rPr lang="en-US" b="1" dirty="0"/>
              <a:t>Project Goal &amp; Motivation</a:t>
            </a:r>
            <a:endParaRPr lang="en-CA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D156D-FA0C-8ED5-DDF1-AA05E4CF8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000" y="1442633"/>
            <a:ext cx="9484480" cy="4702000"/>
          </a:xfrm>
        </p:spPr>
        <p:txBody>
          <a:bodyPr wrap="square" anchor="t">
            <a:norm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CA" sz="2000" dirty="0"/>
              <a:t>Predicting health issues using machine learning.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CA" sz="2000" dirty="0"/>
              <a:t>Model based on addictive behaviors &amp; lifestyle factors.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29ACC87A-0404-E6A1-3ED7-D2750BDBCA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443491"/>
              </p:ext>
            </p:extLst>
          </p:nvPr>
        </p:nvGraphicFramePr>
        <p:xfrm>
          <a:off x="1818640" y="2727960"/>
          <a:ext cx="8554720" cy="32884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43ED3CC-1145-8905-1FA5-194C88FDA702}"/>
              </a:ext>
            </a:extLst>
          </p:cNvPr>
          <p:cNvSpPr txBox="1"/>
          <p:nvPr/>
        </p:nvSpPr>
        <p:spPr>
          <a:xfrm>
            <a:off x="11232000" y="614463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30028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A3625-055B-9C00-2592-FCAE66A8D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Methodology: Data Preparation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FAA57-EDE9-BBD0-D739-E69CE65234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0373" y="2594856"/>
            <a:ext cx="3286654" cy="984870"/>
          </a:xfrm>
        </p:spPr>
        <p:txBody>
          <a:bodyPr/>
          <a:lstStyle/>
          <a:p>
            <a:pPr indent="0"/>
            <a:r>
              <a:rPr lang="en-US" dirty="0"/>
              <a:t>Synthetic data from 3,000 individuals.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1CFF332-8D3B-3BC6-2110-7E837A5881BB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6814935" y="2476154"/>
            <a:ext cx="3067990" cy="1296470"/>
          </a:xfrm>
        </p:spPr>
        <p:txBody>
          <a:bodyPr/>
          <a:lstStyle/>
          <a:p>
            <a:pPr indent="0"/>
            <a:r>
              <a:rPr lang="en-US" dirty="0"/>
              <a:t>Removed non-informative columns (ID, Name, City).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1EA5994-EFF7-D827-FC22-BE3A6EA7EBBE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6960330" y="4966316"/>
            <a:ext cx="2777200" cy="1179800"/>
          </a:xfrm>
        </p:spPr>
        <p:txBody>
          <a:bodyPr/>
          <a:lstStyle/>
          <a:p>
            <a:pPr indent="0"/>
            <a:r>
              <a:rPr lang="en-US" dirty="0"/>
              <a:t>Ensured correct formatting for all variables.</a:t>
            </a:r>
            <a:endParaRPr lang="en-CA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016FCF5B-A3CA-1B0E-4D32-0C7394551478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1679207" y="4966316"/>
            <a:ext cx="4109065" cy="1689063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err="1"/>
              <a:t>education_level</a:t>
            </a:r>
            <a:r>
              <a:rPr lang="en-US" dirty="0"/>
              <a:t>: Imputed using mode.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err="1"/>
              <a:t>social_support</a:t>
            </a:r>
            <a:r>
              <a:rPr lang="en-US" dirty="0"/>
              <a:t>, </a:t>
            </a:r>
            <a:r>
              <a:rPr lang="en-US" dirty="0" err="1"/>
              <a:t>therapy_history</a:t>
            </a:r>
            <a:r>
              <a:rPr lang="en-US" dirty="0"/>
              <a:t>: Filled with 'Unknown’ category.</a:t>
            </a:r>
          </a:p>
          <a:p>
            <a:endParaRPr lang="en-CA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EB643BFB-75E8-593D-84A6-5FED776BF975}"/>
              </a:ext>
            </a:extLst>
          </p:cNvPr>
          <p:cNvSpPr>
            <a:spLocks noGrp="1"/>
          </p:cNvSpPr>
          <p:nvPr>
            <p:ph type="subTitle" idx="7"/>
          </p:nvPr>
        </p:nvSpPr>
        <p:spPr>
          <a:xfrm>
            <a:off x="1981080" y="1659286"/>
            <a:ext cx="3505320" cy="763336"/>
          </a:xfrm>
        </p:spPr>
        <p:txBody>
          <a:bodyPr/>
          <a:lstStyle/>
          <a:p>
            <a:pPr indent="0" algn="l"/>
            <a:r>
              <a:rPr lang="en-CA" sz="2400" dirty="0"/>
              <a:t>Dataset Overview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79AA9A61-5E12-AE24-3D25-14E149D1CB09}"/>
              </a:ext>
            </a:extLst>
          </p:cNvPr>
          <p:cNvSpPr>
            <a:spLocks noGrp="1"/>
          </p:cNvSpPr>
          <p:nvPr>
            <p:ph type="subTitle" idx="8"/>
          </p:nvPr>
        </p:nvSpPr>
        <p:spPr>
          <a:xfrm>
            <a:off x="6576981" y="1659154"/>
            <a:ext cx="3870960" cy="763600"/>
          </a:xfrm>
        </p:spPr>
        <p:txBody>
          <a:bodyPr/>
          <a:lstStyle/>
          <a:p>
            <a:pPr indent="317500" algn="l"/>
            <a:r>
              <a:rPr lang="en-CA" sz="2400" dirty="0"/>
              <a:t>Initial Cleaning</a:t>
            </a: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C2A53D6C-AD89-5B27-019A-53BFCCD4E156}"/>
              </a:ext>
            </a:extLst>
          </p:cNvPr>
          <p:cNvSpPr>
            <a:spLocks noGrp="1"/>
          </p:cNvSpPr>
          <p:nvPr>
            <p:ph type="subTitle" idx="9"/>
          </p:nvPr>
        </p:nvSpPr>
        <p:spPr>
          <a:xfrm>
            <a:off x="2199745" y="4152946"/>
            <a:ext cx="3067990" cy="763600"/>
          </a:xfrm>
        </p:spPr>
        <p:txBody>
          <a:bodyPr/>
          <a:lstStyle/>
          <a:p>
            <a:pPr indent="0" algn="l"/>
            <a:r>
              <a:rPr lang="en-CA" sz="2400" dirty="0"/>
              <a:t>Missing Values</a:t>
            </a: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6A7C36A9-5B03-F020-2EF7-51161DD30495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7264856" y="4206346"/>
            <a:ext cx="2781600" cy="656800"/>
          </a:xfrm>
        </p:spPr>
        <p:txBody>
          <a:bodyPr/>
          <a:lstStyle/>
          <a:p>
            <a:pPr indent="0" algn="l"/>
            <a:r>
              <a:rPr lang="en-CA" sz="2400" dirty="0"/>
              <a:t>Data Types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F252D8-46DA-CAB5-2B0D-C5F3ADEF8ACF}"/>
              </a:ext>
            </a:extLst>
          </p:cNvPr>
          <p:cNvSpPr txBox="1"/>
          <p:nvPr/>
        </p:nvSpPr>
        <p:spPr>
          <a:xfrm>
            <a:off x="11232000" y="614463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85443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D416E-334C-FC1A-63F9-8B9B96317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Data Preparation: Key Steps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AA4E539-5DF2-062F-E5A0-769E54F975F6}"/>
              </a:ext>
            </a:extLst>
          </p:cNvPr>
          <p:cNvSpPr txBox="1">
            <a:spLocks/>
          </p:cNvSpPr>
          <p:nvPr/>
        </p:nvSpPr>
        <p:spPr>
          <a:xfrm>
            <a:off x="942000" y="17094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372524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 Light"/>
              <a:buChar char="●"/>
              <a:defRPr sz="1867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L="1219170" marR="0" lvl="1" indent="-40639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867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L="1828754" marR="0" lvl="2" indent="-40639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867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L="2438339" marR="0" lvl="3" indent="-40639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867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L="3047924" marR="0" lvl="4" indent="-40639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867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L="3657509" marR="0" lvl="5" indent="-40639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867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L="4267093" marR="0" lvl="6" indent="-40639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867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L="4876678" marR="0" lvl="7" indent="-40639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867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L="5486263" marR="0" lvl="8" indent="-40639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867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/>
              <a:t>Started with 3,000 individual records.</a:t>
            </a:r>
          </a:p>
          <a:p>
            <a:pPr>
              <a:lnSpc>
                <a:spcPct val="150000"/>
              </a:lnSpc>
            </a:pPr>
            <a:r>
              <a:rPr lang="en-US" dirty="0"/>
              <a:t>Focused on cleaning for predictive tasks.</a:t>
            </a:r>
          </a:p>
          <a:p>
            <a:pPr>
              <a:lnSpc>
                <a:spcPct val="150000"/>
              </a:lnSpc>
            </a:pPr>
            <a:r>
              <a:rPr lang="en-US" dirty="0"/>
              <a:t>Strategic handling of missing data to retain valuable records.</a:t>
            </a:r>
          </a:p>
          <a:p>
            <a:pPr>
              <a:lnSpc>
                <a:spcPct val="150000"/>
              </a:lnSpc>
            </a:pPr>
            <a:r>
              <a:rPr lang="en-US" dirty="0"/>
              <a:t>Ensured data readiness for analysis and modeling.</a:t>
            </a:r>
          </a:p>
          <a:p>
            <a:pPr marL="0" indent="0">
              <a:buFont typeface="Nunito Light"/>
              <a:buNone/>
            </a:pPr>
            <a:endParaRPr lang="en-US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1AA4731-AB34-E79E-3F48-5775780EDE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7503964"/>
              </p:ext>
            </p:extLst>
          </p:nvPr>
        </p:nvGraphicFramePr>
        <p:xfrm>
          <a:off x="1849120" y="3743193"/>
          <a:ext cx="8493760" cy="20926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5E3A1D2-02C1-7B8F-625D-66BE7205B966}"/>
              </a:ext>
            </a:extLst>
          </p:cNvPr>
          <p:cNvSpPr txBox="1"/>
          <p:nvPr/>
        </p:nvSpPr>
        <p:spPr>
          <a:xfrm>
            <a:off x="11232000" y="614463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04433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A29C0-195F-7FAA-CD72-311C5E0E5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Methodology: Exploratory Data Analysis (EDA)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A151E8-EF33-F045-B92B-023D5A546E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/>
              <a:t>Target Distribution: </a:t>
            </a:r>
            <a:r>
              <a:rPr lang="en-US" dirty="0"/>
              <a:t>Analyzed balance of </a:t>
            </a:r>
            <a:r>
              <a:rPr lang="en-US" i="1" dirty="0" err="1"/>
              <a:t>has_health_issues</a:t>
            </a:r>
            <a:r>
              <a:rPr lang="en-US" i="1" dirty="0"/>
              <a:t> </a:t>
            </a:r>
            <a:r>
              <a:rPr lang="en-US" dirty="0"/>
              <a:t>(true/false).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Numeric Feature Distributions: </a:t>
            </a:r>
            <a:r>
              <a:rPr lang="en-US" i="1" dirty="0"/>
              <a:t>Age</a:t>
            </a:r>
            <a:r>
              <a:rPr lang="en-US" dirty="0"/>
              <a:t>, </a:t>
            </a:r>
            <a:r>
              <a:rPr lang="en-US" i="1" dirty="0"/>
              <a:t>BMI</a:t>
            </a:r>
            <a:r>
              <a:rPr lang="en-US" dirty="0"/>
              <a:t>, </a:t>
            </a:r>
            <a:r>
              <a:rPr lang="en-US" i="1" dirty="0"/>
              <a:t>smokes/drinks per day vs. health issues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Categorical Feature Distributions: </a:t>
            </a:r>
            <a:r>
              <a:rPr lang="en-US" i="1" dirty="0"/>
              <a:t>Gender, mental health, diet quality vs. health issues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Correlations:</a:t>
            </a:r>
            <a:r>
              <a:rPr lang="en-US" dirty="0"/>
              <a:t> Identified linear relationships between numerical variables.</a:t>
            </a:r>
          </a:p>
          <a:p>
            <a:endParaRPr lang="en-CA" dirty="0"/>
          </a:p>
        </p:txBody>
      </p:sp>
      <p:pic>
        <p:nvPicPr>
          <p:cNvPr id="4" name="Picture 3" descr="A graph of smokes and smokes&#10;&#10;AI-generated content may be incorrect.">
            <a:extLst>
              <a:ext uri="{FF2B5EF4-FFF2-40B4-BE49-F238E27FC236}">
                <a16:creationId xmlns:a16="http://schemas.microsoft.com/office/drawing/2014/main" id="{F79AC501-56E2-2A66-640B-1873EF7C2F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218" y="3770912"/>
            <a:ext cx="4479585" cy="2237138"/>
          </a:xfrm>
          <a:prstGeom prst="rect">
            <a:avLst/>
          </a:prstGeom>
        </p:spPr>
      </p:pic>
      <p:pic>
        <p:nvPicPr>
          <p:cNvPr id="5" name="Picture 4" descr="A graph of a distribution of health issues&#10;&#10;AI-generated content may be incorrect.">
            <a:extLst>
              <a:ext uri="{FF2B5EF4-FFF2-40B4-BE49-F238E27FC236}">
                <a16:creationId xmlns:a16="http://schemas.microsoft.com/office/drawing/2014/main" id="{22A22286-98DE-0A89-937B-6770CF1DB2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770912"/>
            <a:ext cx="4502475" cy="22101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69E220-1A92-79E5-7821-6B401FC5B755}"/>
              </a:ext>
            </a:extLst>
          </p:cNvPr>
          <p:cNvSpPr txBox="1"/>
          <p:nvPr/>
        </p:nvSpPr>
        <p:spPr>
          <a:xfrm>
            <a:off x="11232000" y="614463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46765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73226-DEA1-2969-9DB1-E2C1FAEA4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</p:spPr>
        <p:txBody>
          <a:bodyPr wrap="square" anchor="ctr">
            <a:normAutofit/>
          </a:bodyPr>
          <a:lstStyle/>
          <a:p>
            <a:r>
              <a:rPr lang="en-CA" b="1" dirty="0"/>
              <a:t>EDA: Insights &amp;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3892F-F0B2-F154-7F08-4F0D1671705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547813"/>
            <a:ext cx="5745480" cy="4686907"/>
          </a:xfrm>
        </p:spPr>
        <p:txBody>
          <a:bodyPr anchor="t">
            <a:norm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n-US" b="0" i="0" u="none" strike="noStrike" cap="none" dirty="0"/>
              <a:t>Understanding underlying data patterns was critical.</a:t>
            </a:r>
          </a:p>
          <a:p>
            <a:pPr>
              <a:lnSpc>
                <a:spcPct val="150000"/>
              </a:lnSpc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n-US" b="0" i="0" u="none" strike="noStrike" cap="none" dirty="0"/>
              <a:t>Examined target variable balance and feature distributions.</a:t>
            </a:r>
          </a:p>
          <a:p>
            <a:pPr>
              <a:lnSpc>
                <a:spcPct val="150000"/>
              </a:lnSpc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n-US" b="0" i="0" u="none" strike="noStrike" cap="none" dirty="0"/>
              <a:t>Visualized relationships for numerical and categorical factors.</a:t>
            </a:r>
          </a:p>
          <a:p>
            <a:pPr>
              <a:lnSpc>
                <a:spcPct val="150000"/>
              </a:lnSpc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n-US" b="0" i="0" u="none" strike="noStrike" cap="none" dirty="0"/>
              <a:t>Insights on how factors like age, BMI, habits influence health.</a:t>
            </a:r>
          </a:p>
          <a:p>
            <a:pPr>
              <a:lnSpc>
                <a:spcPct val="150000"/>
              </a:lnSpc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n-US" b="0" i="0" u="none" strike="noStrike" cap="none" dirty="0"/>
              <a:t>Noted higher children counts &amp; quit attempts in health issue group.</a:t>
            </a:r>
          </a:p>
        </p:txBody>
      </p:sp>
      <p:pic>
        <p:nvPicPr>
          <p:cNvPr id="6" name="Picture 5" descr="A blue and red graph&#10;&#10;AI-generated content may be incorrect.">
            <a:extLst>
              <a:ext uri="{FF2B5EF4-FFF2-40B4-BE49-F238E27FC236}">
                <a16:creationId xmlns:a16="http://schemas.microsoft.com/office/drawing/2014/main" id="{68321A69-911B-9691-A219-8379207DD8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6" r="1928" b="-2"/>
          <a:stretch>
            <a:fillRect/>
          </a:stretch>
        </p:blipFill>
        <p:spPr>
          <a:xfrm>
            <a:off x="5905468" y="975360"/>
            <a:ext cx="5986728" cy="525936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5936E5-9FEF-875C-CFD0-50A490EE4369}"/>
              </a:ext>
            </a:extLst>
          </p:cNvPr>
          <p:cNvSpPr txBox="1"/>
          <p:nvPr/>
        </p:nvSpPr>
        <p:spPr>
          <a:xfrm>
            <a:off x="11232000" y="614463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11609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AAA9F-2994-57BC-A54D-542A3B6A5A9C}"/>
              </a:ext>
            </a:extLst>
          </p:cNvPr>
          <p:cNvSpPr txBox="1">
            <a:spLocks/>
          </p:cNvSpPr>
          <p:nvPr/>
        </p:nvSpPr>
        <p:spPr>
          <a:xfrm>
            <a:off x="838200" y="975360"/>
            <a:ext cx="5562600" cy="1005840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CA" sz="3000" b="1" dirty="0">
                <a:solidFill>
                  <a:schemeClr val="dk1"/>
                </a:solidFill>
                <a:latin typeface="EB Garamond"/>
                <a:ea typeface="EB Garamond"/>
              </a:rPr>
              <a:t>Predictive Modeling &amp; Key </a:t>
            </a:r>
            <a:r>
              <a:rPr lang="en-CA" sz="3000" b="1" dirty="0">
                <a:solidFill>
                  <a:schemeClr val="dk1"/>
                </a:solidFill>
                <a:latin typeface="EB Garamond"/>
                <a:ea typeface="EB Garamond"/>
                <a:sym typeface="EB Garamond"/>
              </a:rPr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CB5FD-C52B-2225-B568-1EB39FAC7DEC}"/>
              </a:ext>
            </a:extLst>
          </p:cNvPr>
          <p:cNvSpPr txBox="1">
            <a:spLocks/>
          </p:cNvSpPr>
          <p:nvPr/>
        </p:nvSpPr>
        <p:spPr>
          <a:xfrm>
            <a:off x="838200" y="1981200"/>
            <a:ext cx="5562600" cy="437673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dk1"/>
                </a:solidFill>
                <a:latin typeface="Figtree"/>
              </a:rPr>
              <a:t>Model Selection: </a:t>
            </a:r>
            <a:r>
              <a:rPr lang="en-US" sz="1900" dirty="0">
                <a:solidFill>
                  <a:schemeClr val="dk1"/>
                </a:solidFill>
                <a:latin typeface="Figtree"/>
              </a:rPr>
              <a:t>Logistic Regression, Classification Trees.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dk1"/>
                </a:solidFill>
                <a:latin typeface="Figtree"/>
              </a:rPr>
              <a:t>Feature Engineering: </a:t>
            </a:r>
            <a:r>
              <a:rPr lang="en-US" sz="1900" dirty="0">
                <a:solidFill>
                  <a:schemeClr val="dk1"/>
                </a:solidFill>
                <a:latin typeface="Figtree"/>
              </a:rPr>
              <a:t>Categorical encoding, numerical scaling.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dk1"/>
                </a:solidFill>
                <a:latin typeface="Figtree"/>
                <a:sym typeface="Figtree"/>
              </a:rPr>
              <a:t>Evaluation</a:t>
            </a:r>
            <a:r>
              <a:rPr lang="en-US" sz="1900" b="1" dirty="0">
                <a:solidFill>
                  <a:schemeClr val="dk1"/>
                </a:solidFill>
                <a:latin typeface="Figtree"/>
              </a:rPr>
              <a:t> Metrics: </a:t>
            </a:r>
            <a:r>
              <a:rPr lang="en-US" sz="1900" dirty="0">
                <a:solidFill>
                  <a:schemeClr val="dk1"/>
                </a:solidFill>
                <a:latin typeface="Figtree"/>
              </a:rPr>
              <a:t>Accuracy, Precision, Recall, F1-Score, ROC AUC.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dk1"/>
                </a:solidFill>
                <a:latin typeface="Figtree"/>
              </a:rPr>
              <a:t>Key Predictors: </a:t>
            </a:r>
            <a:r>
              <a:rPr lang="en-US" sz="1900" dirty="0" err="1">
                <a:solidFill>
                  <a:schemeClr val="dk1"/>
                </a:solidFill>
                <a:latin typeface="Figtree"/>
              </a:rPr>
              <a:t>smokes_per_day</a:t>
            </a:r>
            <a:r>
              <a:rPr lang="en-US" sz="1900" dirty="0">
                <a:solidFill>
                  <a:schemeClr val="dk1"/>
                </a:solidFill>
                <a:latin typeface="Figtree"/>
              </a:rPr>
              <a:t>, </a:t>
            </a:r>
            <a:r>
              <a:rPr lang="en-US" sz="1900" dirty="0" err="1">
                <a:solidFill>
                  <a:schemeClr val="dk1"/>
                </a:solidFill>
                <a:latin typeface="Figtree"/>
              </a:rPr>
              <a:t>bmi</a:t>
            </a:r>
            <a:r>
              <a:rPr lang="en-US" sz="1900" dirty="0">
                <a:solidFill>
                  <a:schemeClr val="dk1"/>
                </a:solidFill>
                <a:latin typeface="Figtree"/>
              </a:rPr>
              <a:t>, age.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dk1"/>
                </a:solidFill>
                <a:latin typeface="Figtree"/>
              </a:rPr>
              <a:t>Model Performance: </a:t>
            </a:r>
            <a:r>
              <a:rPr lang="en-US" sz="1900" dirty="0">
                <a:solidFill>
                  <a:schemeClr val="dk1"/>
                </a:solidFill>
                <a:latin typeface="Figtree"/>
              </a:rPr>
              <a:t>Logistic Regression: 49% accuracy (AUC ~0.51). Random Forest: 51% accuracy (AUC ~0.50). Performance is close to random guessing, indicating lack of meaningful classification.</a:t>
            </a:r>
          </a:p>
        </p:txBody>
      </p:sp>
      <p:pic>
        <p:nvPicPr>
          <p:cNvPr id="4" name="Picture 3" descr="A bar graph with text&#10;&#10;AI-generated content may be incorrect.">
            <a:extLst>
              <a:ext uri="{FF2B5EF4-FFF2-40B4-BE49-F238E27FC236}">
                <a16:creationId xmlns:a16="http://schemas.microsoft.com/office/drawing/2014/main" id="{6CF1A5BB-7A92-4BD1-3EB6-41DA891EC3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7424" y="66817"/>
            <a:ext cx="5562600" cy="3422544"/>
          </a:xfrm>
          <a:prstGeom prst="rect">
            <a:avLst/>
          </a:prstGeom>
        </p:spPr>
      </p:pic>
      <p:pic>
        <p:nvPicPr>
          <p:cNvPr id="5" name="Picture 4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39A32836-0D4C-7896-D487-4BF2D72D29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7424" y="3530529"/>
            <a:ext cx="3939191" cy="33274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D779E0-A61C-C040-6DA8-13A0EAC4BD73}"/>
              </a:ext>
            </a:extLst>
          </p:cNvPr>
          <p:cNvSpPr txBox="1"/>
          <p:nvPr/>
        </p:nvSpPr>
        <p:spPr>
          <a:xfrm>
            <a:off x="11232000" y="614463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48590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4913C-43C3-72E5-D220-47CC89700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Results &amp; 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D13087-5EDF-11EC-FFE8-9D2FA9799F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0167" y="2287953"/>
            <a:ext cx="2900400" cy="1159200"/>
          </a:xfrm>
        </p:spPr>
        <p:txBody>
          <a:bodyPr/>
          <a:lstStyle/>
          <a:p>
            <a:r>
              <a:rPr lang="en-US" dirty="0"/>
              <a:t>Successfully predicted health risks using ML algorithms.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4D776E3-A3AF-DB73-D07B-ACEAB67C0D19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4645795" y="2287953"/>
            <a:ext cx="2900400" cy="1159200"/>
          </a:xfrm>
        </p:spPr>
        <p:txBody>
          <a:bodyPr/>
          <a:lstStyle/>
          <a:p>
            <a:r>
              <a:rPr lang="en-CA" dirty="0"/>
              <a:t>Emphasized comprehensive evaluation metrics.</a:t>
            </a:r>
          </a:p>
          <a:p>
            <a:endParaRPr lang="en-CA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2809801-66CE-94AF-71BD-3810AB6B4C89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8041432" y="2287953"/>
            <a:ext cx="2900400" cy="1159200"/>
          </a:xfrm>
        </p:spPr>
        <p:txBody>
          <a:bodyPr/>
          <a:lstStyle/>
          <a:p>
            <a:r>
              <a:rPr lang="en-US" dirty="0"/>
              <a:t>Identified </a:t>
            </a:r>
            <a:r>
              <a:rPr lang="en-US" dirty="0" err="1"/>
              <a:t>smokes_per_day</a:t>
            </a:r>
            <a:r>
              <a:rPr lang="en-US" dirty="0"/>
              <a:t>, </a:t>
            </a:r>
            <a:r>
              <a:rPr lang="en-US" dirty="0" err="1"/>
              <a:t>bmi</a:t>
            </a:r>
            <a:r>
              <a:rPr lang="en-US" dirty="0"/>
              <a:t>, age as key risk factors.</a:t>
            </a:r>
          </a:p>
          <a:p>
            <a:endParaRPr lang="en-CA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ADB41A6-74D7-5387-2E2A-26264D0FA1D7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250167" y="1702353"/>
            <a:ext cx="2900400" cy="697200"/>
          </a:xfrm>
        </p:spPr>
        <p:txBody>
          <a:bodyPr/>
          <a:lstStyle/>
          <a:p>
            <a:r>
              <a:rPr lang="en-US" dirty="0"/>
              <a:t>1.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0C6C040E-455E-DA94-DBB0-DE47743987DC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4645796" y="1702353"/>
            <a:ext cx="2900400" cy="697200"/>
          </a:xfrm>
        </p:spPr>
        <p:txBody>
          <a:bodyPr/>
          <a:lstStyle/>
          <a:p>
            <a:r>
              <a:rPr lang="en-US" dirty="0"/>
              <a:t>2.</a:t>
            </a:r>
            <a:endParaRPr lang="en-CA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A32D24E7-0062-67F4-F357-3D88F733E811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8041433" y="1702353"/>
            <a:ext cx="2900400" cy="697200"/>
          </a:xfrm>
        </p:spPr>
        <p:txBody>
          <a:bodyPr/>
          <a:lstStyle/>
          <a:p>
            <a:r>
              <a:rPr lang="en-US" dirty="0"/>
              <a:t>3.</a:t>
            </a:r>
            <a:endParaRPr lang="en-CA" dirty="0"/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33E8A1E0-4BDE-5BED-DA8B-0C15DA9A6625}"/>
              </a:ext>
            </a:extLst>
          </p:cNvPr>
          <p:cNvSpPr txBox="1">
            <a:spLocks/>
          </p:cNvSpPr>
          <p:nvPr/>
        </p:nvSpPr>
        <p:spPr>
          <a:xfrm>
            <a:off x="3096607" y="4256219"/>
            <a:ext cx="2900400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None/>
              <a:defRPr sz="1867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L="914400" marR="0" lvl="1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None/>
              <a:defRPr sz="1867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L="1371600" marR="0" lvl="2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None/>
              <a:defRPr sz="1867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L="1828800" marR="0" lvl="3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None/>
              <a:defRPr sz="1867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L="2286000" marR="0" lvl="4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None/>
              <a:defRPr sz="1867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L="2743200" marR="0" lvl="5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None/>
              <a:defRPr sz="1867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L="3200400" marR="0" lvl="6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None/>
              <a:defRPr sz="1867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L="3657600" marR="0" lvl="7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None/>
              <a:defRPr sz="1867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L="4114800" marR="0" lvl="8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None/>
              <a:defRPr sz="1867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r>
              <a:rPr lang="en-US" dirty="0"/>
              <a:t>Model provides valuable insights for public health interventions.</a:t>
            </a:r>
            <a:endParaRPr lang="en-CA" dirty="0"/>
          </a:p>
          <a:p>
            <a:endParaRPr lang="en-CA" dirty="0"/>
          </a:p>
        </p:txBody>
      </p:sp>
      <p:sp>
        <p:nvSpPr>
          <p:cNvPr id="10" name="Subtitle 4">
            <a:extLst>
              <a:ext uri="{FF2B5EF4-FFF2-40B4-BE49-F238E27FC236}">
                <a16:creationId xmlns:a16="http://schemas.microsoft.com/office/drawing/2014/main" id="{58C57614-0B5D-9F4A-A94D-D38DA4F51E39}"/>
              </a:ext>
            </a:extLst>
          </p:cNvPr>
          <p:cNvSpPr txBox="1">
            <a:spLocks/>
          </p:cNvSpPr>
          <p:nvPr/>
        </p:nvSpPr>
        <p:spPr>
          <a:xfrm>
            <a:off x="6492244" y="4256219"/>
            <a:ext cx="2900400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None/>
              <a:defRPr sz="1867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L="914400" marR="0" lvl="1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None/>
              <a:defRPr sz="1867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L="1371600" marR="0" lvl="2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None/>
              <a:defRPr sz="1867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L="1828800" marR="0" lvl="3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None/>
              <a:defRPr sz="1867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L="2286000" marR="0" lvl="4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None/>
              <a:defRPr sz="1867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L="2743200" marR="0" lvl="5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None/>
              <a:defRPr sz="1867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L="3200400" marR="0" lvl="6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None/>
              <a:defRPr sz="1867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L="3657600" marR="0" lvl="7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None/>
              <a:defRPr sz="1867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L="4114800" marR="0" lvl="8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None/>
              <a:defRPr sz="1867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r>
              <a:rPr lang="en-US" dirty="0"/>
              <a:t>Enables targeted prevention strategies.</a:t>
            </a:r>
          </a:p>
          <a:p>
            <a:endParaRPr lang="en-CA" dirty="0"/>
          </a:p>
        </p:txBody>
      </p:sp>
      <p:sp>
        <p:nvSpPr>
          <p:cNvPr id="11" name="Subtitle 6">
            <a:extLst>
              <a:ext uri="{FF2B5EF4-FFF2-40B4-BE49-F238E27FC236}">
                <a16:creationId xmlns:a16="http://schemas.microsoft.com/office/drawing/2014/main" id="{673BA79A-1881-C337-3080-2C9AA4874935}"/>
              </a:ext>
            </a:extLst>
          </p:cNvPr>
          <p:cNvSpPr txBox="1">
            <a:spLocks/>
          </p:cNvSpPr>
          <p:nvPr/>
        </p:nvSpPr>
        <p:spPr>
          <a:xfrm>
            <a:off x="3096608" y="3670619"/>
            <a:ext cx="2900400" cy="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B Garamond"/>
              <a:buNone/>
              <a:defRPr sz="2933" b="1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marL="914400" marR="0" lvl="1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B Garamond"/>
              <a:buNone/>
              <a:defRPr sz="3467" b="1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marL="1371600" marR="0" lvl="2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B Garamond"/>
              <a:buNone/>
              <a:defRPr sz="3467" b="1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marL="1828800" marR="0" lvl="3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B Garamond"/>
              <a:buNone/>
              <a:defRPr sz="3467" b="1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marL="2286000" marR="0" lvl="4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B Garamond"/>
              <a:buNone/>
              <a:defRPr sz="3467" b="1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marL="2743200" marR="0" lvl="5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B Garamond"/>
              <a:buNone/>
              <a:defRPr sz="3467" b="1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marL="3200400" marR="0" lvl="6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B Garamond"/>
              <a:buNone/>
              <a:defRPr sz="3467" b="1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marL="3657600" marR="0" lvl="7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B Garamond"/>
              <a:buNone/>
              <a:defRPr sz="3467" b="1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marL="4114800" marR="0" lvl="8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B Garamond"/>
              <a:buNone/>
              <a:defRPr sz="3467" b="1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 dirty="0"/>
              <a:t>4.</a:t>
            </a:r>
            <a:endParaRPr lang="en-CA" dirty="0"/>
          </a:p>
        </p:txBody>
      </p:sp>
      <p:sp>
        <p:nvSpPr>
          <p:cNvPr id="12" name="Subtitle 7">
            <a:extLst>
              <a:ext uri="{FF2B5EF4-FFF2-40B4-BE49-F238E27FC236}">
                <a16:creationId xmlns:a16="http://schemas.microsoft.com/office/drawing/2014/main" id="{8E53A900-C8A0-C55C-0EA1-EBDCDE6C473E}"/>
              </a:ext>
            </a:extLst>
          </p:cNvPr>
          <p:cNvSpPr txBox="1">
            <a:spLocks/>
          </p:cNvSpPr>
          <p:nvPr/>
        </p:nvSpPr>
        <p:spPr>
          <a:xfrm>
            <a:off x="6492245" y="3670619"/>
            <a:ext cx="2900400" cy="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B Garamond"/>
              <a:buNone/>
              <a:defRPr sz="2933" b="1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marL="914400" marR="0" lvl="1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B Garamond"/>
              <a:buNone/>
              <a:defRPr sz="3467" b="1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marL="1371600" marR="0" lvl="2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B Garamond"/>
              <a:buNone/>
              <a:defRPr sz="3467" b="1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marL="1828800" marR="0" lvl="3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B Garamond"/>
              <a:buNone/>
              <a:defRPr sz="3467" b="1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marL="2286000" marR="0" lvl="4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B Garamond"/>
              <a:buNone/>
              <a:defRPr sz="3467" b="1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marL="2743200" marR="0" lvl="5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B Garamond"/>
              <a:buNone/>
              <a:defRPr sz="3467" b="1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marL="3200400" marR="0" lvl="6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B Garamond"/>
              <a:buNone/>
              <a:defRPr sz="3467" b="1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marL="3657600" marR="0" lvl="7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B Garamond"/>
              <a:buNone/>
              <a:defRPr sz="3467" b="1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marL="4114800" marR="0" lvl="8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EB Garamond"/>
              <a:buNone/>
              <a:defRPr sz="3467" b="1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r>
              <a:rPr lang="en-US" dirty="0"/>
              <a:t>5.</a:t>
            </a:r>
            <a:endParaRPr lang="en-CA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0D67D1-FA70-C0B2-264C-889F5D4DC6CD}"/>
              </a:ext>
            </a:extLst>
          </p:cNvPr>
          <p:cNvSpPr txBox="1"/>
          <p:nvPr/>
        </p:nvSpPr>
        <p:spPr>
          <a:xfrm>
            <a:off x="11232000" y="614463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71687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754D4F4-D330-4071-ADD6-87381C8258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7967" y="1552099"/>
            <a:ext cx="8336000" cy="2981600"/>
          </a:xfrm>
        </p:spPr>
        <p:txBody>
          <a:bodyPr wrap="square" anchor="b">
            <a:normAutofit/>
          </a:bodyPr>
          <a:lstStyle/>
          <a:p>
            <a:pPr marL="0" indent="0">
              <a:buNone/>
            </a:pPr>
            <a:endParaRPr lang="en-US" sz="3700" b="1" dirty="0"/>
          </a:p>
          <a:p>
            <a:pPr marL="0" indent="0">
              <a:buNone/>
            </a:pPr>
            <a:r>
              <a:rPr lang="en-US" sz="4800" b="1" dirty="0"/>
              <a:t>Thank you for your attention!</a:t>
            </a:r>
          </a:p>
          <a:p>
            <a:pPr marL="0" indent="0">
              <a:buNone/>
            </a:pPr>
            <a:endParaRPr lang="en-US" sz="3700" b="1" dirty="0"/>
          </a:p>
          <a:p>
            <a:pPr marL="0" indent="0">
              <a:buNone/>
            </a:pPr>
            <a:r>
              <a:rPr lang="en-US" sz="3200" b="1" dirty="0"/>
              <a:t>We are now open for any questions.</a:t>
            </a:r>
            <a:endParaRPr lang="en-CA" sz="3200" b="1" dirty="0"/>
          </a:p>
        </p:txBody>
      </p:sp>
    </p:spTree>
    <p:extLst>
      <p:ext uri="{BB962C8B-B14F-4D97-AF65-F5344CB8AC3E}">
        <p14:creationId xmlns:p14="http://schemas.microsoft.com/office/powerpoint/2010/main" val="56368013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ppt">
  <a:themeElements>
    <a:clrScheme name="Simple Light">
      <a:dk1>
        <a:srgbClr val="444953"/>
      </a:dk1>
      <a:lt1>
        <a:srgbClr val="FDFDFD"/>
      </a:lt1>
      <a:dk2>
        <a:srgbClr val="64728D"/>
      </a:dk2>
      <a:lt2>
        <a:srgbClr val="8C96AA"/>
      </a:lt2>
      <a:accent1>
        <a:srgbClr val="E48748"/>
      </a:accent1>
      <a:accent2>
        <a:srgbClr val="EBB59E"/>
      </a:accent2>
      <a:accent3>
        <a:srgbClr val="F4DCD6"/>
      </a:accent3>
      <a:accent4>
        <a:srgbClr val="F2DAE3"/>
      </a:accent4>
      <a:accent5>
        <a:srgbClr val="FFFFFF"/>
      </a:accent5>
      <a:accent6>
        <a:srgbClr val="FFFFFF"/>
      </a:accent6>
      <a:hlink>
        <a:srgbClr val="44495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ppt" id="{59DC1411-1DDE-47B2-B69C-3E602939743E}" vid="{9EA427AB-3115-4480-9405-034031F79178}"/>
    </a:ext>
  </a:extLst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Theme1ppt">
  <a:themeElements>
    <a:clrScheme name="Simple Light">
      <a:dk1>
        <a:srgbClr val="444953"/>
      </a:dk1>
      <a:lt1>
        <a:srgbClr val="FDFDFD"/>
      </a:lt1>
      <a:dk2>
        <a:srgbClr val="64728D"/>
      </a:dk2>
      <a:lt2>
        <a:srgbClr val="8C96AA"/>
      </a:lt2>
      <a:accent1>
        <a:srgbClr val="E48748"/>
      </a:accent1>
      <a:accent2>
        <a:srgbClr val="EBB59E"/>
      </a:accent2>
      <a:accent3>
        <a:srgbClr val="F4DCD6"/>
      </a:accent3>
      <a:accent4>
        <a:srgbClr val="F2DAE3"/>
      </a:accent4>
      <a:accent5>
        <a:srgbClr val="FFFFFF"/>
      </a:accent5>
      <a:accent6>
        <a:srgbClr val="FFFFFF"/>
      </a:accent6>
      <a:hlink>
        <a:srgbClr val="44495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ppt" id="{59DC1411-1DDE-47B2-B69C-3E602939743E}" vid="{9EA427AB-3115-4480-9405-034031F79178}"/>
    </a:ext>
  </a:extLst>
</a:theme>
</file>

<file path=ppt/theme/theme4.xml><?xml version="1.0" encoding="utf-8"?>
<a:theme xmlns:a="http://schemas.openxmlformats.org/drawingml/2006/main" name="1_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2_Theme1ppt">
  <a:themeElements>
    <a:clrScheme name="Simple Light">
      <a:dk1>
        <a:srgbClr val="444953"/>
      </a:dk1>
      <a:lt1>
        <a:srgbClr val="FDFDFD"/>
      </a:lt1>
      <a:dk2>
        <a:srgbClr val="64728D"/>
      </a:dk2>
      <a:lt2>
        <a:srgbClr val="8C96AA"/>
      </a:lt2>
      <a:accent1>
        <a:srgbClr val="E48748"/>
      </a:accent1>
      <a:accent2>
        <a:srgbClr val="EBB59E"/>
      </a:accent2>
      <a:accent3>
        <a:srgbClr val="F4DCD6"/>
      </a:accent3>
      <a:accent4>
        <a:srgbClr val="F2DAE3"/>
      </a:accent4>
      <a:accent5>
        <a:srgbClr val="FFFFFF"/>
      </a:accent5>
      <a:accent6>
        <a:srgbClr val="FFFFFF"/>
      </a:accent6>
      <a:hlink>
        <a:srgbClr val="44495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ppt" id="{59DC1411-1DDE-47B2-B69C-3E602939743E}" vid="{9EA427AB-3115-4480-9405-034031F79178}"/>
    </a:ext>
  </a:extLst>
</a:theme>
</file>

<file path=ppt/theme/theme6.xml><?xml version="1.0" encoding="utf-8"?>
<a:theme xmlns:a="http://schemas.openxmlformats.org/drawingml/2006/main" name="2_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Theme1ppt</Template>
  <TotalTime>114</TotalTime>
  <Words>512</Words>
  <Application>Microsoft Office PowerPoint</Application>
  <PresentationFormat>Widescreen</PresentationFormat>
  <Paragraphs>76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9</vt:i4>
      </vt:variant>
    </vt:vector>
  </HeadingPairs>
  <TitlesOfParts>
    <vt:vector size="23" baseType="lpstr">
      <vt:lpstr>Aptos</vt:lpstr>
      <vt:lpstr>Arial</vt:lpstr>
      <vt:lpstr>EB Garamond</vt:lpstr>
      <vt:lpstr>Figtree</vt:lpstr>
      <vt:lpstr>Figtree Light</vt:lpstr>
      <vt:lpstr>Nunito Light</vt:lpstr>
      <vt:lpstr>Proxima Nova</vt:lpstr>
      <vt:lpstr>Proxima Nova Semibold</vt:lpstr>
      <vt:lpstr>Theme1ppt</vt:lpstr>
      <vt:lpstr>Slidesgo Final Pages</vt:lpstr>
      <vt:lpstr>1_Theme1ppt</vt:lpstr>
      <vt:lpstr>1_Slidesgo Final Pages</vt:lpstr>
      <vt:lpstr>2_Theme1ppt</vt:lpstr>
      <vt:lpstr>2_Slidesgo Final Pages</vt:lpstr>
      <vt:lpstr>  Group 1: Predictive Statistical Problems Assignment Part 2 </vt:lpstr>
      <vt:lpstr>Project Goal &amp; Motivation</vt:lpstr>
      <vt:lpstr>Methodology: Data Preparation</vt:lpstr>
      <vt:lpstr>Data Preparation: Key Steps</vt:lpstr>
      <vt:lpstr>Methodology: Exploratory Data Analysis (EDA)</vt:lpstr>
      <vt:lpstr>EDA: Insights &amp; Patterns</vt:lpstr>
      <vt:lpstr>PowerPoint Presentation</vt:lpstr>
      <vt:lpstr>Results &amp; Conclusion</vt:lpstr>
      <vt:lpstr> Thank you for your attention!  We are now open for any questions.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Luciana Popa</dc:creator>
  <cp:lastModifiedBy>Luciana Popa</cp:lastModifiedBy>
  <cp:revision>1</cp:revision>
  <dcterms:created xsi:type="dcterms:W3CDTF">2025-06-15T20:01:27Z</dcterms:created>
  <dcterms:modified xsi:type="dcterms:W3CDTF">2025-06-15T21:56:00Z</dcterms:modified>
</cp:coreProperties>
</file>