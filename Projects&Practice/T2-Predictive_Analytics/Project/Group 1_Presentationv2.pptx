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5.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0" r:id="rId2"/>
    <p:sldMasterId id="2147483693" r:id="rId3"/>
    <p:sldMasterId id="2147483723" r:id="rId4"/>
    <p:sldMasterId id="2147483726" r:id="rId5"/>
    <p:sldMasterId id="2147483756" r:id="rId6"/>
  </p:sldMasterIdLst>
  <p:notesMasterIdLst>
    <p:notesMasterId r:id="rId16"/>
  </p:notesMasterIdLst>
  <p:handoutMasterIdLst>
    <p:handoutMasterId r:id="rId17"/>
  </p:handoutMasterIdLst>
  <p:sldIdLst>
    <p:sldId id="256" r:id="rId7"/>
    <p:sldId id="257" r:id="rId8"/>
    <p:sldId id="269" r:id="rId9"/>
    <p:sldId id="265" r:id="rId10"/>
    <p:sldId id="266" r:id="rId11"/>
    <p:sldId id="261" r:id="rId12"/>
    <p:sldId id="267" r:id="rId13"/>
    <p:sldId id="268" r:id="rId14"/>
    <p:sldId id="264"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DA5648-616F-4CEF-A8AA-6FAF4F8BCABB}" v="5" dt="2025-06-16T02:51:55.458"/>
    <p1510:client id="{75350029-4FC1-440B-9BC7-4D1C2E78803C}" v="6" dt="2025-06-16T03:02:45.172"/>
    <p1510:client id="{EDB95439-FBA5-4425-B0E3-FEFBAC6961C7}" v="189" dt="2025-06-15T21:54:31.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3" autoAdjust="0"/>
    <p:restoredTop sz="56170" autoAdjust="0"/>
  </p:normalViewPr>
  <p:slideViewPr>
    <p:cSldViewPr snapToGrid="0">
      <p:cViewPr varScale="1">
        <p:scale>
          <a:sx n="67" d="100"/>
          <a:sy n="67" d="100"/>
        </p:scale>
        <p:origin x="166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23"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na Popa" userId="39b55844ee52a52b" providerId="LiveId" clId="{37DA5648-616F-4CEF-A8AA-6FAF4F8BCABB}"/>
    <pc:docChg chg="undo custSel modSld">
      <pc:chgData name="Luciana Popa" userId="39b55844ee52a52b" providerId="LiveId" clId="{37DA5648-616F-4CEF-A8AA-6FAF4F8BCABB}" dt="2025-06-16T02:53:15.825" v="98" actId="20577"/>
      <pc:docMkLst>
        <pc:docMk/>
      </pc:docMkLst>
      <pc:sldChg chg="modNotesTx">
        <pc:chgData name="Luciana Popa" userId="39b55844ee52a52b" providerId="LiveId" clId="{37DA5648-616F-4CEF-A8AA-6FAF4F8BCABB}" dt="2025-06-16T02:53:15.825" v="98" actId="20577"/>
        <pc:sldMkLst>
          <pc:docMk/>
          <pc:sldMk cId="2704433937" sldId="265"/>
        </pc:sldMkLst>
      </pc:sldChg>
      <pc:sldChg chg="modSp mod modNotesTx">
        <pc:chgData name="Luciana Popa" userId="39b55844ee52a52b" providerId="LiveId" clId="{37DA5648-616F-4CEF-A8AA-6FAF4F8BCABB}" dt="2025-06-16T02:52:37.289" v="96" actId="20577"/>
        <pc:sldMkLst>
          <pc:docMk/>
          <pc:sldMk cId="3271687053" sldId="268"/>
        </pc:sldMkLst>
        <pc:spChg chg="mod">
          <ac:chgData name="Luciana Popa" userId="39b55844ee52a52b" providerId="LiveId" clId="{37DA5648-616F-4CEF-A8AA-6FAF4F8BCABB}" dt="2025-06-16T02:45:34.018" v="87" actId="1076"/>
          <ac:spMkLst>
            <pc:docMk/>
            <pc:sldMk cId="3271687053" sldId="268"/>
            <ac:spMk id="3" creationId="{D4D13087-5EDF-11EC-FFE8-9D2FA9799F55}"/>
          </ac:spMkLst>
        </pc:spChg>
        <pc:spChg chg="mod">
          <ac:chgData name="Luciana Popa" userId="39b55844ee52a52b" providerId="LiveId" clId="{37DA5648-616F-4CEF-A8AA-6FAF4F8BCABB}" dt="2025-06-16T02:43:48.584" v="10" actId="20577"/>
          <ac:spMkLst>
            <pc:docMk/>
            <pc:sldMk cId="3271687053" sldId="268"/>
            <ac:spMk id="9" creationId="{33E8A1E0-4BDE-5BED-DA8B-0C15DA9A6625}"/>
          </ac:spMkLst>
        </pc:spChg>
        <pc:spChg chg="mod">
          <ac:chgData name="Luciana Popa" userId="39b55844ee52a52b" providerId="LiveId" clId="{37DA5648-616F-4CEF-A8AA-6FAF4F8BCABB}" dt="2025-06-16T02:42:40.071" v="8" actId="1076"/>
          <ac:spMkLst>
            <pc:docMk/>
            <pc:sldMk cId="3271687053" sldId="268"/>
            <ac:spMk id="11" creationId="{673BA79A-1881-C337-3080-2C9AA4874935}"/>
          </ac:spMkLst>
        </pc:spChg>
      </pc:sldChg>
    </pc:docChg>
  </pc:docChgLst>
  <pc:docChgLst>
    <pc:chgData name="Bruno De Arantes Leite Sassi" userId="005d01a4-3a4b-4962-a062-cc065f3b2931" providerId="ADAL" clId="{75350029-4FC1-440B-9BC7-4D1C2E78803C}"/>
    <pc:docChg chg="custSel modSld">
      <pc:chgData name="Bruno De Arantes Leite Sassi" userId="005d01a4-3a4b-4962-a062-cc065f3b2931" providerId="ADAL" clId="{75350029-4FC1-440B-9BC7-4D1C2E78803C}" dt="2025-06-16T03:02:59.126" v="47" actId="5793"/>
      <pc:docMkLst>
        <pc:docMk/>
      </pc:docMkLst>
      <pc:sldChg chg="modSp mod modNotesTx">
        <pc:chgData name="Bruno De Arantes Leite Sassi" userId="005d01a4-3a4b-4962-a062-cc065f3b2931" providerId="ADAL" clId="{75350029-4FC1-440B-9BC7-4D1C2E78803C}" dt="2025-06-16T03:02:59.126" v="47" actId="5793"/>
        <pc:sldMkLst>
          <pc:docMk/>
          <pc:sldMk cId="3271687053" sldId="268"/>
        </pc:sldMkLst>
        <pc:spChg chg="mod">
          <ac:chgData name="Bruno De Arantes Leite Sassi" userId="005d01a4-3a4b-4962-a062-cc065f3b2931" providerId="ADAL" clId="{75350029-4FC1-440B-9BC7-4D1C2E78803C}" dt="2025-06-16T02:58:42.218" v="29" actId="20577"/>
          <ac:spMkLst>
            <pc:docMk/>
            <pc:sldMk cId="3271687053" sldId="268"/>
            <ac:spMk id="3" creationId="{D4D13087-5EDF-11EC-FFE8-9D2FA9799F55}"/>
          </ac:spMkLst>
        </pc:spChg>
        <pc:spChg chg="mod">
          <ac:chgData name="Bruno De Arantes Leite Sassi" userId="005d01a4-3a4b-4962-a062-cc065f3b2931" providerId="ADAL" clId="{75350029-4FC1-440B-9BC7-4D1C2E78803C}" dt="2025-06-16T02:59:09.577" v="30"/>
          <ac:spMkLst>
            <pc:docMk/>
            <pc:sldMk cId="3271687053" sldId="268"/>
            <ac:spMk id="4" creationId="{44D776E3-A3AF-DB73-D07B-ACEAB67C0D19}"/>
          </ac:spMkLst>
        </pc:spChg>
        <pc:spChg chg="mod">
          <ac:chgData name="Bruno De Arantes Leite Sassi" userId="005d01a4-3a4b-4962-a062-cc065f3b2931" providerId="ADAL" clId="{75350029-4FC1-440B-9BC7-4D1C2E78803C}" dt="2025-06-16T03:02:59.126" v="47" actId="5793"/>
          <ac:spMkLst>
            <pc:docMk/>
            <pc:sldMk cId="3271687053" sldId="268"/>
            <ac:spMk id="5" creationId="{52809801-66CE-94AF-71BD-3810AB6B4C89}"/>
          </ac:spMkLst>
        </pc:spChg>
        <pc:spChg chg="mod">
          <ac:chgData name="Bruno De Arantes Leite Sassi" userId="005d01a4-3a4b-4962-a062-cc065f3b2931" providerId="ADAL" clId="{75350029-4FC1-440B-9BC7-4D1C2E78803C}" dt="2025-06-16T03:02:55.603" v="45" actId="20577"/>
          <ac:spMkLst>
            <pc:docMk/>
            <pc:sldMk cId="3271687053" sldId="268"/>
            <ac:spMk id="9" creationId="{33E8A1E0-4BDE-5BED-DA8B-0C15DA9A6625}"/>
          </ac:spMkLst>
        </pc:spChg>
        <pc:spChg chg="mod">
          <ac:chgData name="Bruno De Arantes Leite Sassi" userId="005d01a4-3a4b-4962-a062-cc065f3b2931" providerId="ADAL" clId="{75350029-4FC1-440B-9BC7-4D1C2E78803C}" dt="2025-06-16T03:02:50.891" v="44" actId="6549"/>
          <ac:spMkLst>
            <pc:docMk/>
            <pc:sldMk cId="3271687053" sldId="268"/>
            <ac:spMk id="10" creationId="{58C57614-0B5D-9F4A-A94D-D38DA4F51E3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B54F88-F5E2-4080-AFB0-DCE01B4FE855}"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n-CA"/>
        </a:p>
      </dgm:t>
    </dgm:pt>
    <dgm:pt modelId="{775A1BC9-4B83-4373-B8F7-13DC835C0AAE}">
      <dgm:prSet phldrT="[Text]"/>
      <dgm:spPr/>
      <dgm:t>
        <a:bodyPr/>
        <a:lstStyle/>
        <a:p>
          <a:r>
            <a:rPr lang="en-CA" b="1" dirty="0"/>
            <a:t>Motivation</a:t>
          </a:r>
          <a:endParaRPr lang="en-CA" dirty="0"/>
        </a:p>
      </dgm:t>
    </dgm:pt>
    <dgm:pt modelId="{067E721D-848F-4932-BE45-7DDA918C3B79}" type="parTrans" cxnId="{7E934923-B2A2-42F0-B7F8-E336C4384FA9}">
      <dgm:prSet/>
      <dgm:spPr/>
      <dgm:t>
        <a:bodyPr/>
        <a:lstStyle/>
        <a:p>
          <a:endParaRPr lang="en-CA"/>
        </a:p>
      </dgm:t>
    </dgm:pt>
    <dgm:pt modelId="{93F7D8A6-FDD2-47D6-BF0D-001D64D991FE}" type="sibTrans" cxnId="{7E934923-B2A2-42F0-B7F8-E336C4384FA9}">
      <dgm:prSet/>
      <dgm:spPr/>
      <dgm:t>
        <a:bodyPr/>
        <a:lstStyle/>
        <a:p>
          <a:endParaRPr lang="en-CA"/>
        </a:p>
      </dgm:t>
    </dgm:pt>
    <dgm:pt modelId="{3C131B7F-A0A8-4833-BCE3-9D814AA493E1}">
      <dgm:prSet phldrT="[Text]"/>
      <dgm:spPr/>
      <dgm:t>
        <a:bodyPr/>
        <a:lstStyle/>
        <a:p>
          <a:r>
            <a:rPr lang="en-CA" dirty="0"/>
            <a:t>Lifestyle choices impact 60% of overall health.</a:t>
          </a:r>
        </a:p>
      </dgm:t>
    </dgm:pt>
    <dgm:pt modelId="{FE6DBCB8-D4BD-4F3F-8ED9-29AA5783F403}" type="parTrans" cxnId="{4FFB03A2-F0D1-4FEC-B140-B2597D8D876A}">
      <dgm:prSet/>
      <dgm:spPr/>
      <dgm:t>
        <a:bodyPr/>
        <a:lstStyle/>
        <a:p>
          <a:endParaRPr lang="en-CA"/>
        </a:p>
      </dgm:t>
    </dgm:pt>
    <dgm:pt modelId="{F7F69D01-C5F3-4040-AC9B-284F5D5FA21F}" type="sibTrans" cxnId="{4FFB03A2-F0D1-4FEC-B140-B2597D8D876A}">
      <dgm:prSet/>
      <dgm:spPr/>
      <dgm:t>
        <a:bodyPr/>
        <a:lstStyle/>
        <a:p>
          <a:endParaRPr lang="en-CA"/>
        </a:p>
      </dgm:t>
    </dgm:pt>
    <dgm:pt modelId="{B5A2062F-C076-4702-8473-6037B91A9819}">
      <dgm:prSet phldrT="[Text]"/>
      <dgm:spPr/>
      <dgm:t>
        <a:bodyPr/>
        <a:lstStyle/>
        <a:p>
          <a:r>
            <a:rPr lang="en-CA" b="1" dirty="0"/>
            <a:t>Dataset</a:t>
          </a:r>
          <a:endParaRPr lang="en-CA" dirty="0"/>
        </a:p>
      </dgm:t>
    </dgm:pt>
    <dgm:pt modelId="{39F31453-061E-431E-B389-64CCD67B1DA0}" type="parTrans" cxnId="{B0C87803-F01E-489D-984F-9A05A7F2FBAD}">
      <dgm:prSet/>
      <dgm:spPr/>
      <dgm:t>
        <a:bodyPr/>
        <a:lstStyle/>
        <a:p>
          <a:endParaRPr lang="en-CA"/>
        </a:p>
      </dgm:t>
    </dgm:pt>
    <dgm:pt modelId="{2CD77A6B-9885-4DE5-BED1-A33E8DCDF118}" type="sibTrans" cxnId="{B0C87803-F01E-489D-984F-9A05A7F2FBAD}">
      <dgm:prSet/>
      <dgm:spPr/>
      <dgm:t>
        <a:bodyPr/>
        <a:lstStyle/>
        <a:p>
          <a:endParaRPr lang="en-CA"/>
        </a:p>
      </dgm:t>
    </dgm:pt>
    <dgm:pt modelId="{E6525598-DA90-401C-8ED8-FBB0B5740BB4}">
      <dgm:prSet phldrT="[Text]"/>
      <dgm:spPr/>
      <dgm:t>
        <a:bodyPr/>
        <a:lstStyle/>
        <a:p>
          <a:r>
            <a:rPr lang="en-CA" dirty="0"/>
            <a:t>Synthetic, 3,000 individuals, </a:t>
          </a:r>
          <a:r>
            <a:rPr lang="en-CA" i="1" dirty="0" err="1"/>
            <a:t>has_health_issues</a:t>
          </a:r>
          <a:r>
            <a:rPr lang="en-CA" i="1" dirty="0"/>
            <a:t> target</a:t>
          </a:r>
          <a:r>
            <a:rPr lang="en-CA" dirty="0"/>
            <a:t>.</a:t>
          </a:r>
        </a:p>
      </dgm:t>
    </dgm:pt>
    <dgm:pt modelId="{7023BB61-DC60-4915-8159-974102175C65}" type="parTrans" cxnId="{353172E5-1A1C-409A-8173-85C5C526A96E}">
      <dgm:prSet/>
      <dgm:spPr/>
      <dgm:t>
        <a:bodyPr/>
        <a:lstStyle/>
        <a:p>
          <a:endParaRPr lang="en-CA"/>
        </a:p>
      </dgm:t>
    </dgm:pt>
    <dgm:pt modelId="{8DC34A62-BBED-49A7-95F2-F788A670D34A}" type="sibTrans" cxnId="{353172E5-1A1C-409A-8173-85C5C526A96E}">
      <dgm:prSet/>
      <dgm:spPr/>
      <dgm:t>
        <a:bodyPr/>
        <a:lstStyle/>
        <a:p>
          <a:endParaRPr lang="en-CA"/>
        </a:p>
      </dgm:t>
    </dgm:pt>
    <dgm:pt modelId="{B96FB32C-CE17-449F-96AA-5F6E21AE5582}">
      <dgm:prSet phldrT="[Text]"/>
      <dgm:spPr/>
      <dgm:t>
        <a:bodyPr/>
        <a:lstStyle/>
        <a:p>
          <a:r>
            <a:rPr lang="en-CA" b="1" dirty="0"/>
            <a:t>Key Features</a:t>
          </a:r>
          <a:endParaRPr lang="en-CA" dirty="0"/>
        </a:p>
      </dgm:t>
    </dgm:pt>
    <dgm:pt modelId="{5BEB3B1F-DE04-4523-A0DE-08AA2E38C850}" type="parTrans" cxnId="{8684005C-CDE7-4165-96DD-F9AC206803CC}">
      <dgm:prSet/>
      <dgm:spPr/>
      <dgm:t>
        <a:bodyPr/>
        <a:lstStyle/>
        <a:p>
          <a:endParaRPr lang="en-CA"/>
        </a:p>
      </dgm:t>
    </dgm:pt>
    <dgm:pt modelId="{AE494BDD-0204-4F0E-9863-4F73C21D3324}" type="sibTrans" cxnId="{8684005C-CDE7-4165-96DD-F9AC206803CC}">
      <dgm:prSet/>
      <dgm:spPr/>
      <dgm:t>
        <a:bodyPr/>
        <a:lstStyle/>
        <a:p>
          <a:endParaRPr lang="en-CA"/>
        </a:p>
      </dgm:t>
    </dgm:pt>
    <dgm:pt modelId="{20156685-9697-4813-84AE-FF460095D99A}">
      <dgm:prSet phldrT="[Text]"/>
      <dgm:spPr/>
      <dgm:t>
        <a:bodyPr/>
        <a:lstStyle/>
        <a:p>
          <a:r>
            <a:rPr lang="en-CA" i="1" dirty="0"/>
            <a:t>Smoking, drinking, age, exercise, diet, sleep, BMI, </a:t>
          </a:r>
          <a:r>
            <a:rPr lang="en-CA" dirty="0"/>
            <a:t>and</a:t>
          </a:r>
          <a:r>
            <a:rPr lang="en-CA" i="1" dirty="0"/>
            <a:t> mental health</a:t>
          </a:r>
          <a:r>
            <a:rPr lang="en-CA" dirty="0"/>
            <a:t>.</a:t>
          </a:r>
        </a:p>
      </dgm:t>
    </dgm:pt>
    <dgm:pt modelId="{0579E61F-D9CA-4240-8F1F-57F929E494F5}" type="parTrans" cxnId="{D1E496CF-0DCE-4A12-9AAA-FC823DB17BDF}">
      <dgm:prSet/>
      <dgm:spPr/>
      <dgm:t>
        <a:bodyPr/>
        <a:lstStyle/>
        <a:p>
          <a:endParaRPr lang="en-CA"/>
        </a:p>
      </dgm:t>
    </dgm:pt>
    <dgm:pt modelId="{814091B5-2799-4280-9884-99FDA274B34B}" type="sibTrans" cxnId="{D1E496CF-0DCE-4A12-9AAA-FC823DB17BDF}">
      <dgm:prSet/>
      <dgm:spPr/>
      <dgm:t>
        <a:bodyPr/>
        <a:lstStyle/>
        <a:p>
          <a:endParaRPr lang="en-CA"/>
        </a:p>
      </dgm:t>
    </dgm:pt>
    <dgm:pt modelId="{14BA61D8-A2E3-434B-AAF4-36495C53BFC6}" type="pres">
      <dgm:prSet presAssocID="{8BB54F88-F5E2-4080-AFB0-DCE01B4FE855}" presName="Name0" presStyleCnt="0">
        <dgm:presLayoutVars>
          <dgm:dir/>
          <dgm:animLvl val="lvl"/>
          <dgm:resizeHandles val="exact"/>
        </dgm:presLayoutVars>
      </dgm:prSet>
      <dgm:spPr/>
    </dgm:pt>
    <dgm:pt modelId="{61C5088C-418C-4957-9EC8-83C92D48114B}" type="pres">
      <dgm:prSet presAssocID="{775A1BC9-4B83-4373-B8F7-13DC835C0AAE}" presName="composite" presStyleCnt="0"/>
      <dgm:spPr/>
    </dgm:pt>
    <dgm:pt modelId="{B6C2CCA6-DB3A-43EB-85D5-1911748DB510}" type="pres">
      <dgm:prSet presAssocID="{775A1BC9-4B83-4373-B8F7-13DC835C0AAE}" presName="parTx" presStyleLbl="alignNode1" presStyleIdx="0" presStyleCnt="3">
        <dgm:presLayoutVars>
          <dgm:chMax val="0"/>
          <dgm:chPref val="0"/>
          <dgm:bulletEnabled val="1"/>
        </dgm:presLayoutVars>
      </dgm:prSet>
      <dgm:spPr/>
    </dgm:pt>
    <dgm:pt modelId="{F1500788-8A37-427C-8C82-29424B15E9DD}" type="pres">
      <dgm:prSet presAssocID="{775A1BC9-4B83-4373-B8F7-13DC835C0AAE}" presName="desTx" presStyleLbl="alignAccFollowNode1" presStyleIdx="0" presStyleCnt="3">
        <dgm:presLayoutVars>
          <dgm:bulletEnabled val="1"/>
        </dgm:presLayoutVars>
      </dgm:prSet>
      <dgm:spPr/>
    </dgm:pt>
    <dgm:pt modelId="{8CE0DF64-5314-4B1B-A3C6-936A990E9771}" type="pres">
      <dgm:prSet presAssocID="{93F7D8A6-FDD2-47D6-BF0D-001D64D991FE}" presName="space" presStyleCnt="0"/>
      <dgm:spPr/>
    </dgm:pt>
    <dgm:pt modelId="{437845CA-A161-43B3-991A-7E9D96612FDB}" type="pres">
      <dgm:prSet presAssocID="{B5A2062F-C076-4702-8473-6037B91A9819}" presName="composite" presStyleCnt="0"/>
      <dgm:spPr/>
    </dgm:pt>
    <dgm:pt modelId="{03A0575F-DCB4-49E0-88E1-4344320A6687}" type="pres">
      <dgm:prSet presAssocID="{B5A2062F-C076-4702-8473-6037B91A9819}" presName="parTx" presStyleLbl="alignNode1" presStyleIdx="1" presStyleCnt="3">
        <dgm:presLayoutVars>
          <dgm:chMax val="0"/>
          <dgm:chPref val="0"/>
          <dgm:bulletEnabled val="1"/>
        </dgm:presLayoutVars>
      </dgm:prSet>
      <dgm:spPr/>
    </dgm:pt>
    <dgm:pt modelId="{CC99B767-1642-4AA5-99D9-2398BD699421}" type="pres">
      <dgm:prSet presAssocID="{B5A2062F-C076-4702-8473-6037B91A9819}" presName="desTx" presStyleLbl="alignAccFollowNode1" presStyleIdx="1" presStyleCnt="3">
        <dgm:presLayoutVars>
          <dgm:bulletEnabled val="1"/>
        </dgm:presLayoutVars>
      </dgm:prSet>
      <dgm:spPr/>
    </dgm:pt>
    <dgm:pt modelId="{07584133-75E3-469B-AD0E-A58C0A97D2F4}" type="pres">
      <dgm:prSet presAssocID="{2CD77A6B-9885-4DE5-BED1-A33E8DCDF118}" presName="space" presStyleCnt="0"/>
      <dgm:spPr/>
    </dgm:pt>
    <dgm:pt modelId="{94B06517-3F64-4770-AA85-3A71DEDE43C9}" type="pres">
      <dgm:prSet presAssocID="{B96FB32C-CE17-449F-96AA-5F6E21AE5582}" presName="composite" presStyleCnt="0"/>
      <dgm:spPr/>
    </dgm:pt>
    <dgm:pt modelId="{1ED7B2BD-5FF6-49E3-B73C-E912D1D90A43}" type="pres">
      <dgm:prSet presAssocID="{B96FB32C-CE17-449F-96AA-5F6E21AE5582}" presName="parTx" presStyleLbl="alignNode1" presStyleIdx="2" presStyleCnt="3">
        <dgm:presLayoutVars>
          <dgm:chMax val="0"/>
          <dgm:chPref val="0"/>
          <dgm:bulletEnabled val="1"/>
        </dgm:presLayoutVars>
      </dgm:prSet>
      <dgm:spPr/>
    </dgm:pt>
    <dgm:pt modelId="{A1EDC2B9-6E00-4BBA-B238-FA05C85C946A}" type="pres">
      <dgm:prSet presAssocID="{B96FB32C-CE17-449F-96AA-5F6E21AE5582}" presName="desTx" presStyleLbl="alignAccFollowNode1" presStyleIdx="2" presStyleCnt="3">
        <dgm:presLayoutVars>
          <dgm:bulletEnabled val="1"/>
        </dgm:presLayoutVars>
      </dgm:prSet>
      <dgm:spPr/>
    </dgm:pt>
  </dgm:ptLst>
  <dgm:cxnLst>
    <dgm:cxn modelId="{B0C87803-F01E-489D-984F-9A05A7F2FBAD}" srcId="{8BB54F88-F5E2-4080-AFB0-DCE01B4FE855}" destId="{B5A2062F-C076-4702-8473-6037B91A9819}" srcOrd="1" destOrd="0" parTransId="{39F31453-061E-431E-B389-64CCD67B1DA0}" sibTransId="{2CD77A6B-9885-4DE5-BED1-A33E8DCDF118}"/>
    <dgm:cxn modelId="{8B71D119-51C5-4A6D-8E3B-956E67859D27}" type="presOf" srcId="{775A1BC9-4B83-4373-B8F7-13DC835C0AAE}" destId="{B6C2CCA6-DB3A-43EB-85D5-1911748DB510}" srcOrd="0" destOrd="0" presId="urn:microsoft.com/office/officeart/2005/8/layout/hList1"/>
    <dgm:cxn modelId="{7E934923-B2A2-42F0-B7F8-E336C4384FA9}" srcId="{8BB54F88-F5E2-4080-AFB0-DCE01B4FE855}" destId="{775A1BC9-4B83-4373-B8F7-13DC835C0AAE}" srcOrd="0" destOrd="0" parTransId="{067E721D-848F-4932-BE45-7DDA918C3B79}" sibTransId="{93F7D8A6-FDD2-47D6-BF0D-001D64D991FE}"/>
    <dgm:cxn modelId="{8684005C-CDE7-4165-96DD-F9AC206803CC}" srcId="{8BB54F88-F5E2-4080-AFB0-DCE01B4FE855}" destId="{B96FB32C-CE17-449F-96AA-5F6E21AE5582}" srcOrd="2" destOrd="0" parTransId="{5BEB3B1F-DE04-4523-A0DE-08AA2E38C850}" sibTransId="{AE494BDD-0204-4F0E-9863-4F73C21D3324}"/>
    <dgm:cxn modelId="{BFAB8D6C-97CD-4138-9870-80D2A2C9234D}" type="presOf" srcId="{B96FB32C-CE17-449F-96AA-5F6E21AE5582}" destId="{1ED7B2BD-5FF6-49E3-B73C-E912D1D90A43}" srcOrd="0" destOrd="0" presId="urn:microsoft.com/office/officeart/2005/8/layout/hList1"/>
    <dgm:cxn modelId="{538C344D-956D-4F6B-8A70-B48F19517A8B}" type="presOf" srcId="{3C131B7F-A0A8-4833-BCE3-9D814AA493E1}" destId="{F1500788-8A37-427C-8C82-29424B15E9DD}" srcOrd="0" destOrd="0" presId="urn:microsoft.com/office/officeart/2005/8/layout/hList1"/>
    <dgm:cxn modelId="{4FFB03A2-F0D1-4FEC-B140-B2597D8D876A}" srcId="{775A1BC9-4B83-4373-B8F7-13DC835C0AAE}" destId="{3C131B7F-A0A8-4833-BCE3-9D814AA493E1}" srcOrd="0" destOrd="0" parTransId="{FE6DBCB8-D4BD-4F3F-8ED9-29AA5783F403}" sibTransId="{F7F69D01-C5F3-4040-AC9B-284F5D5FA21F}"/>
    <dgm:cxn modelId="{ED7170B3-0344-4DBD-AFA9-FAE5EFD1AE4C}" type="presOf" srcId="{E6525598-DA90-401C-8ED8-FBB0B5740BB4}" destId="{CC99B767-1642-4AA5-99D9-2398BD699421}" srcOrd="0" destOrd="0" presId="urn:microsoft.com/office/officeart/2005/8/layout/hList1"/>
    <dgm:cxn modelId="{3C6924B7-2FAD-424E-826F-F14353226FC0}" type="presOf" srcId="{8BB54F88-F5E2-4080-AFB0-DCE01B4FE855}" destId="{14BA61D8-A2E3-434B-AAF4-36495C53BFC6}" srcOrd="0" destOrd="0" presId="urn:microsoft.com/office/officeart/2005/8/layout/hList1"/>
    <dgm:cxn modelId="{3F5780C6-BC70-4B74-9ADF-A920E9386EA7}" type="presOf" srcId="{B5A2062F-C076-4702-8473-6037B91A9819}" destId="{03A0575F-DCB4-49E0-88E1-4344320A6687}" srcOrd="0" destOrd="0" presId="urn:microsoft.com/office/officeart/2005/8/layout/hList1"/>
    <dgm:cxn modelId="{D1E496CF-0DCE-4A12-9AAA-FC823DB17BDF}" srcId="{B96FB32C-CE17-449F-96AA-5F6E21AE5582}" destId="{20156685-9697-4813-84AE-FF460095D99A}" srcOrd="0" destOrd="0" parTransId="{0579E61F-D9CA-4240-8F1F-57F929E494F5}" sibTransId="{814091B5-2799-4280-9884-99FDA274B34B}"/>
    <dgm:cxn modelId="{6A26A6D0-B499-4809-817D-EAEEDBE42139}" type="presOf" srcId="{20156685-9697-4813-84AE-FF460095D99A}" destId="{A1EDC2B9-6E00-4BBA-B238-FA05C85C946A}" srcOrd="0" destOrd="0" presId="urn:microsoft.com/office/officeart/2005/8/layout/hList1"/>
    <dgm:cxn modelId="{353172E5-1A1C-409A-8173-85C5C526A96E}" srcId="{B5A2062F-C076-4702-8473-6037B91A9819}" destId="{E6525598-DA90-401C-8ED8-FBB0B5740BB4}" srcOrd="0" destOrd="0" parTransId="{7023BB61-DC60-4915-8159-974102175C65}" sibTransId="{8DC34A62-BBED-49A7-95F2-F788A670D34A}"/>
    <dgm:cxn modelId="{7F0DAD8E-E2FB-40D2-B5F6-D02F2C926A54}" type="presParOf" srcId="{14BA61D8-A2E3-434B-AAF4-36495C53BFC6}" destId="{61C5088C-418C-4957-9EC8-83C92D48114B}" srcOrd="0" destOrd="0" presId="urn:microsoft.com/office/officeart/2005/8/layout/hList1"/>
    <dgm:cxn modelId="{B0E8F8DD-DEDB-4E24-9EFA-114B8DCA663E}" type="presParOf" srcId="{61C5088C-418C-4957-9EC8-83C92D48114B}" destId="{B6C2CCA6-DB3A-43EB-85D5-1911748DB510}" srcOrd="0" destOrd="0" presId="urn:microsoft.com/office/officeart/2005/8/layout/hList1"/>
    <dgm:cxn modelId="{93FF2CFB-FA15-4B46-8676-D103943749C9}" type="presParOf" srcId="{61C5088C-418C-4957-9EC8-83C92D48114B}" destId="{F1500788-8A37-427C-8C82-29424B15E9DD}" srcOrd="1" destOrd="0" presId="urn:microsoft.com/office/officeart/2005/8/layout/hList1"/>
    <dgm:cxn modelId="{9C837770-F55A-4086-A713-E596FF2F7F9E}" type="presParOf" srcId="{14BA61D8-A2E3-434B-AAF4-36495C53BFC6}" destId="{8CE0DF64-5314-4B1B-A3C6-936A990E9771}" srcOrd="1" destOrd="0" presId="urn:microsoft.com/office/officeart/2005/8/layout/hList1"/>
    <dgm:cxn modelId="{20C40514-31FF-44BF-9BF2-3221A72CBDE2}" type="presParOf" srcId="{14BA61D8-A2E3-434B-AAF4-36495C53BFC6}" destId="{437845CA-A161-43B3-991A-7E9D96612FDB}" srcOrd="2" destOrd="0" presId="urn:microsoft.com/office/officeart/2005/8/layout/hList1"/>
    <dgm:cxn modelId="{A8996E03-6E2B-4353-8B24-7A55F699EF32}" type="presParOf" srcId="{437845CA-A161-43B3-991A-7E9D96612FDB}" destId="{03A0575F-DCB4-49E0-88E1-4344320A6687}" srcOrd="0" destOrd="0" presId="urn:microsoft.com/office/officeart/2005/8/layout/hList1"/>
    <dgm:cxn modelId="{0C521210-6BCC-4C72-8341-36D8D5845740}" type="presParOf" srcId="{437845CA-A161-43B3-991A-7E9D96612FDB}" destId="{CC99B767-1642-4AA5-99D9-2398BD699421}" srcOrd="1" destOrd="0" presId="urn:microsoft.com/office/officeart/2005/8/layout/hList1"/>
    <dgm:cxn modelId="{5BABF359-EF22-4791-96A2-C613CD5AE54D}" type="presParOf" srcId="{14BA61D8-A2E3-434B-AAF4-36495C53BFC6}" destId="{07584133-75E3-469B-AD0E-A58C0A97D2F4}" srcOrd="3" destOrd="0" presId="urn:microsoft.com/office/officeart/2005/8/layout/hList1"/>
    <dgm:cxn modelId="{C1B7568F-3FF9-4F16-AA6E-C4650C53EF84}" type="presParOf" srcId="{14BA61D8-A2E3-434B-AAF4-36495C53BFC6}" destId="{94B06517-3F64-4770-AA85-3A71DEDE43C9}" srcOrd="4" destOrd="0" presId="urn:microsoft.com/office/officeart/2005/8/layout/hList1"/>
    <dgm:cxn modelId="{3BA27773-B7F4-45FA-9F83-FC5EA4FEC127}" type="presParOf" srcId="{94B06517-3F64-4770-AA85-3A71DEDE43C9}" destId="{1ED7B2BD-5FF6-49E3-B73C-E912D1D90A43}" srcOrd="0" destOrd="0" presId="urn:microsoft.com/office/officeart/2005/8/layout/hList1"/>
    <dgm:cxn modelId="{756042CA-509D-4CF1-A7E4-2750F33ABD5B}" type="presParOf" srcId="{94B06517-3F64-4770-AA85-3A71DEDE43C9}" destId="{A1EDC2B9-6E00-4BBA-B238-FA05C85C946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CAD23D-60DE-4FF6-8612-0D0D52F83AC6}" type="doc">
      <dgm:prSet loTypeId="urn:microsoft.com/office/officeart/2005/8/layout/hChevron3" loCatId="process" qsTypeId="urn:microsoft.com/office/officeart/2005/8/quickstyle/simple2" qsCatId="simple" csTypeId="urn:microsoft.com/office/officeart/2005/8/colors/accent0_3" csCatId="mainScheme" phldr="1"/>
      <dgm:spPr/>
    </dgm:pt>
    <dgm:pt modelId="{1EB510C0-0F14-47E7-80DD-0E33396D8A01}">
      <dgm:prSet phldrT="[Text]"/>
      <dgm:spPr/>
      <dgm:t>
        <a:bodyPr/>
        <a:lstStyle/>
        <a:p>
          <a:r>
            <a:rPr lang="en-US" dirty="0"/>
            <a:t>Removing Irrelevant Columns</a:t>
          </a:r>
          <a:endParaRPr lang="en-CA" dirty="0"/>
        </a:p>
      </dgm:t>
    </dgm:pt>
    <dgm:pt modelId="{8FBFC954-7248-45BC-A725-61DF56434FF6}" type="parTrans" cxnId="{16CE7B8D-9413-40C4-9E8F-F4807E573CD8}">
      <dgm:prSet/>
      <dgm:spPr/>
      <dgm:t>
        <a:bodyPr/>
        <a:lstStyle/>
        <a:p>
          <a:endParaRPr lang="en-CA"/>
        </a:p>
      </dgm:t>
    </dgm:pt>
    <dgm:pt modelId="{43F52134-CEA5-4EFA-AFDC-F2944C2FA8F9}" type="sibTrans" cxnId="{16CE7B8D-9413-40C4-9E8F-F4807E573CD8}">
      <dgm:prSet/>
      <dgm:spPr/>
      <dgm:t>
        <a:bodyPr/>
        <a:lstStyle/>
        <a:p>
          <a:endParaRPr lang="en-CA"/>
        </a:p>
      </dgm:t>
    </dgm:pt>
    <dgm:pt modelId="{6F40FCB0-9586-49A1-9975-0DF1D27576FE}">
      <dgm:prSet phldrT="[Text]"/>
      <dgm:spPr/>
      <dgm:t>
        <a:bodyPr/>
        <a:lstStyle/>
        <a:p>
          <a:r>
            <a:rPr lang="en-US" dirty="0"/>
            <a:t>Handling Missing Data</a:t>
          </a:r>
          <a:endParaRPr lang="en-CA" dirty="0"/>
        </a:p>
      </dgm:t>
    </dgm:pt>
    <dgm:pt modelId="{2B842505-4ADF-4BD5-8EEE-18100A0FBF89}" type="parTrans" cxnId="{3EC7F54F-D1F2-4B15-8E91-4EA73D6F20B3}">
      <dgm:prSet/>
      <dgm:spPr/>
      <dgm:t>
        <a:bodyPr/>
        <a:lstStyle/>
        <a:p>
          <a:endParaRPr lang="en-CA"/>
        </a:p>
      </dgm:t>
    </dgm:pt>
    <dgm:pt modelId="{BEF9518C-143C-45E1-9B19-B29DD1497F3D}" type="sibTrans" cxnId="{3EC7F54F-D1F2-4B15-8E91-4EA73D6F20B3}">
      <dgm:prSet/>
      <dgm:spPr/>
      <dgm:t>
        <a:bodyPr/>
        <a:lstStyle/>
        <a:p>
          <a:endParaRPr lang="en-CA"/>
        </a:p>
      </dgm:t>
    </dgm:pt>
    <dgm:pt modelId="{60066F0D-7D1D-4A42-87FC-C82268D1B195}">
      <dgm:prSet phldrT="[Text]"/>
      <dgm:spPr/>
      <dgm:t>
        <a:bodyPr/>
        <a:lstStyle/>
        <a:p>
          <a:r>
            <a:rPr lang="en-US" dirty="0"/>
            <a:t>Data Type Validation</a:t>
          </a:r>
          <a:endParaRPr lang="en-CA" dirty="0"/>
        </a:p>
      </dgm:t>
    </dgm:pt>
    <dgm:pt modelId="{F7D81FD8-977D-4A98-9AE3-B164EE7A9E56}" type="parTrans" cxnId="{D8915181-1044-4453-8669-8A5EA80DF600}">
      <dgm:prSet/>
      <dgm:spPr/>
      <dgm:t>
        <a:bodyPr/>
        <a:lstStyle/>
        <a:p>
          <a:endParaRPr lang="en-CA"/>
        </a:p>
      </dgm:t>
    </dgm:pt>
    <dgm:pt modelId="{9431F233-7731-4FA2-9225-2C74608D54A3}" type="sibTrans" cxnId="{D8915181-1044-4453-8669-8A5EA80DF600}">
      <dgm:prSet/>
      <dgm:spPr/>
      <dgm:t>
        <a:bodyPr/>
        <a:lstStyle/>
        <a:p>
          <a:endParaRPr lang="en-CA"/>
        </a:p>
      </dgm:t>
    </dgm:pt>
    <dgm:pt modelId="{FA847994-3CFB-44D4-8726-C500472F32B8}" type="pres">
      <dgm:prSet presAssocID="{3BCAD23D-60DE-4FF6-8612-0D0D52F83AC6}" presName="Name0" presStyleCnt="0">
        <dgm:presLayoutVars>
          <dgm:dir/>
          <dgm:resizeHandles val="exact"/>
        </dgm:presLayoutVars>
      </dgm:prSet>
      <dgm:spPr/>
    </dgm:pt>
    <dgm:pt modelId="{D8D0675D-7B2A-4327-8745-710FE57F3B9C}" type="pres">
      <dgm:prSet presAssocID="{1EB510C0-0F14-47E7-80DD-0E33396D8A01}" presName="parTxOnly" presStyleLbl="node1" presStyleIdx="0" presStyleCnt="3">
        <dgm:presLayoutVars>
          <dgm:bulletEnabled val="1"/>
        </dgm:presLayoutVars>
      </dgm:prSet>
      <dgm:spPr/>
    </dgm:pt>
    <dgm:pt modelId="{CAE120B6-56C2-461D-9664-FCCC4E97FA18}" type="pres">
      <dgm:prSet presAssocID="{43F52134-CEA5-4EFA-AFDC-F2944C2FA8F9}" presName="parSpace" presStyleCnt="0"/>
      <dgm:spPr/>
    </dgm:pt>
    <dgm:pt modelId="{6FB162A7-7688-4049-BFC7-27DB5F0FE6FE}" type="pres">
      <dgm:prSet presAssocID="{6F40FCB0-9586-49A1-9975-0DF1D27576FE}" presName="parTxOnly" presStyleLbl="node1" presStyleIdx="1" presStyleCnt="3">
        <dgm:presLayoutVars>
          <dgm:bulletEnabled val="1"/>
        </dgm:presLayoutVars>
      </dgm:prSet>
      <dgm:spPr/>
    </dgm:pt>
    <dgm:pt modelId="{83269094-E14A-48B7-9E76-6F6E130F6018}" type="pres">
      <dgm:prSet presAssocID="{BEF9518C-143C-45E1-9B19-B29DD1497F3D}" presName="parSpace" presStyleCnt="0"/>
      <dgm:spPr/>
    </dgm:pt>
    <dgm:pt modelId="{93095C2C-24E0-42A2-A3AD-C87D8783DD08}" type="pres">
      <dgm:prSet presAssocID="{60066F0D-7D1D-4A42-87FC-C82268D1B195}" presName="parTxOnly" presStyleLbl="node1" presStyleIdx="2" presStyleCnt="3">
        <dgm:presLayoutVars>
          <dgm:bulletEnabled val="1"/>
        </dgm:presLayoutVars>
      </dgm:prSet>
      <dgm:spPr/>
    </dgm:pt>
  </dgm:ptLst>
  <dgm:cxnLst>
    <dgm:cxn modelId="{EE76D434-CB6E-4D33-9D2C-3C66635826E8}" type="presOf" srcId="{1EB510C0-0F14-47E7-80DD-0E33396D8A01}" destId="{D8D0675D-7B2A-4327-8745-710FE57F3B9C}" srcOrd="0" destOrd="0" presId="urn:microsoft.com/office/officeart/2005/8/layout/hChevron3"/>
    <dgm:cxn modelId="{2EBB3D48-07F0-41E6-83FA-7E9BB9CB9653}" type="presOf" srcId="{3BCAD23D-60DE-4FF6-8612-0D0D52F83AC6}" destId="{FA847994-3CFB-44D4-8726-C500472F32B8}" srcOrd="0" destOrd="0" presId="urn:microsoft.com/office/officeart/2005/8/layout/hChevron3"/>
    <dgm:cxn modelId="{3EC7F54F-D1F2-4B15-8E91-4EA73D6F20B3}" srcId="{3BCAD23D-60DE-4FF6-8612-0D0D52F83AC6}" destId="{6F40FCB0-9586-49A1-9975-0DF1D27576FE}" srcOrd="1" destOrd="0" parTransId="{2B842505-4ADF-4BD5-8EEE-18100A0FBF89}" sibTransId="{BEF9518C-143C-45E1-9B19-B29DD1497F3D}"/>
    <dgm:cxn modelId="{0A153779-06EB-4A8F-AE3E-695EDC5AAA10}" type="presOf" srcId="{6F40FCB0-9586-49A1-9975-0DF1D27576FE}" destId="{6FB162A7-7688-4049-BFC7-27DB5F0FE6FE}" srcOrd="0" destOrd="0" presId="urn:microsoft.com/office/officeart/2005/8/layout/hChevron3"/>
    <dgm:cxn modelId="{D8915181-1044-4453-8669-8A5EA80DF600}" srcId="{3BCAD23D-60DE-4FF6-8612-0D0D52F83AC6}" destId="{60066F0D-7D1D-4A42-87FC-C82268D1B195}" srcOrd="2" destOrd="0" parTransId="{F7D81FD8-977D-4A98-9AE3-B164EE7A9E56}" sibTransId="{9431F233-7731-4FA2-9225-2C74608D54A3}"/>
    <dgm:cxn modelId="{16CE7B8D-9413-40C4-9E8F-F4807E573CD8}" srcId="{3BCAD23D-60DE-4FF6-8612-0D0D52F83AC6}" destId="{1EB510C0-0F14-47E7-80DD-0E33396D8A01}" srcOrd="0" destOrd="0" parTransId="{8FBFC954-7248-45BC-A725-61DF56434FF6}" sibTransId="{43F52134-CEA5-4EFA-AFDC-F2944C2FA8F9}"/>
    <dgm:cxn modelId="{75789CC8-0C97-4E32-9BAF-06974939AEAE}" type="presOf" srcId="{60066F0D-7D1D-4A42-87FC-C82268D1B195}" destId="{93095C2C-24E0-42A2-A3AD-C87D8783DD08}" srcOrd="0" destOrd="0" presId="urn:microsoft.com/office/officeart/2005/8/layout/hChevron3"/>
    <dgm:cxn modelId="{7CF6DDDE-7924-44E1-B7EE-3129A86A0EC2}" type="presParOf" srcId="{FA847994-3CFB-44D4-8726-C500472F32B8}" destId="{D8D0675D-7B2A-4327-8745-710FE57F3B9C}" srcOrd="0" destOrd="0" presId="urn:microsoft.com/office/officeart/2005/8/layout/hChevron3"/>
    <dgm:cxn modelId="{29DE9776-107C-4DB8-86F2-74CB7231513A}" type="presParOf" srcId="{FA847994-3CFB-44D4-8726-C500472F32B8}" destId="{CAE120B6-56C2-461D-9664-FCCC4E97FA18}" srcOrd="1" destOrd="0" presId="urn:microsoft.com/office/officeart/2005/8/layout/hChevron3"/>
    <dgm:cxn modelId="{2BDA58B1-1F9D-4427-9C92-D952CB856352}" type="presParOf" srcId="{FA847994-3CFB-44D4-8726-C500472F32B8}" destId="{6FB162A7-7688-4049-BFC7-27DB5F0FE6FE}" srcOrd="2" destOrd="0" presId="urn:microsoft.com/office/officeart/2005/8/layout/hChevron3"/>
    <dgm:cxn modelId="{6791BE6D-09D1-462F-BCCB-3E5DFEDD43F3}" type="presParOf" srcId="{FA847994-3CFB-44D4-8726-C500472F32B8}" destId="{83269094-E14A-48B7-9E76-6F6E130F6018}" srcOrd="3" destOrd="0" presId="urn:microsoft.com/office/officeart/2005/8/layout/hChevron3"/>
    <dgm:cxn modelId="{A4541E34-28F3-400D-A79B-2173989F60B1}" type="presParOf" srcId="{FA847994-3CFB-44D4-8726-C500472F32B8}" destId="{93095C2C-24E0-42A2-A3AD-C87D8783DD08}"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2CCA6-DB3A-43EB-85D5-1911748DB510}">
      <dsp:nvSpPr>
        <dsp:cNvPr id="0" name=""/>
        <dsp:cNvSpPr/>
      </dsp:nvSpPr>
      <dsp:spPr>
        <a:xfrm>
          <a:off x="2673" y="687132"/>
          <a:ext cx="2606516" cy="576000"/>
        </a:xfrm>
        <a:prstGeom prst="rect">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b="1" kern="1200" dirty="0"/>
            <a:t>Motivation</a:t>
          </a:r>
          <a:endParaRPr lang="en-CA" sz="2000" kern="1200" dirty="0"/>
        </a:p>
      </dsp:txBody>
      <dsp:txXfrm>
        <a:off x="2673" y="687132"/>
        <a:ext cx="2606516" cy="576000"/>
      </dsp:txXfrm>
    </dsp:sp>
    <dsp:sp modelId="{F1500788-8A37-427C-8C82-29424B15E9DD}">
      <dsp:nvSpPr>
        <dsp:cNvPr id="0" name=""/>
        <dsp:cNvSpPr/>
      </dsp:nvSpPr>
      <dsp:spPr>
        <a:xfrm>
          <a:off x="2673" y="1263132"/>
          <a:ext cx="2606516" cy="1338187"/>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CA" sz="2000" kern="1200" dirty="0"/>
            <a:t>Lifestyle choices impact 60% of overall health.</a:t>
          </a:r>
        </a:p>
      </dsp:txBody>
      <dsp:txXfrm>
        <a:off x="2673" y="1263132"/>
        <a:ext cx="2606516" cy="1338187"/>
      </dsp:txXfrm>
    </dsp:sp>
    <dsp:sp modelId="{03A0575F-DCB4-49E0-88E1-4344320A6687}">
      <dsp:nvSpPr>
        <dsp:cNvPr id="0" name=""/>
        <dsp:cNvSpPr/>
      </dsp:nvSpPr>
      <dsp:spPr>
        <a:xfrm>
          <a:off x="2974101" y="687132"/>
          <a:ext cx="2606516" cy="576000"/>
        </a:xfrm>
        <a:prstGeom prst="rect">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b="1" kern="1200" dirty="0"/>
            <a:t>Dataset</a:t>
          </a:r>
          <a:endParaRPr lang="en-CA" sz="2000" kern="1200" dirty="0"/>
        </a:p>
      </dsp:txBody>
      <dsp:txXfrm>
        <a:off x="2974101" y="687132"/>
        <a:ext cx="2606516" cy="576000"/>
      </dsp:txXfrm>
    </dsp:sp>
    <dsp:sp modelId="{CC99B767-1642-4AA5-99D9-2398BD699421}">
      <dsp:nvSpPr>
        <dsp:cNvPr id="0" name=""/>
        <dsp:cNvSpPr/>
      </dsp:nvSpPr>
      <dsp:spPr>
        <a:xfrm>
          <a:off x="2974101" y="1263132"/>
          <a:ext cx="2606516" cy="1338187"/>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CA" sz="2000" kern="1200" dirty="0"/>
            <a:t>Synthetic, 3,000 individuals, </a:t>
          </a:r>
          <a:r>
            <a:rPr lang="en-CA" sz="2000" i="1" kern="1200" dirty="0" err="1"/>
            <a:t>has_health_issues</a:t>
          </a:r>
          <a:r>
            <a:rPr lang="en-CA" sz="2000" i="1" kern="1200" dirty="0"/>
            <a:t> target</a:t>
          </a:r>
          <a:r>
            <a:rPr lang="en-CA" sz="2000" kern="1200" dirty="0"/>
            <a:t>.</a:t>
          </a:r>
        </a:p>
      </dsp:txBody>
      <dsp:txXfrm>
        <a:off x="2974101" y="1263132"/>
        <a:ext cx="2606516" cy="1338187"/>
      </dsp:txXfrm>
    </dsp:sp>
    <dsp:sp modelId="{1ED7B2BD-5FF6-49E3-B73C-E912D1D90A43}">
      <dsp:nvSpPr>
        <dsp:cNvPr id="0" name=""/>
        <dsp:cNvSpPr/>
      </dsp:nvSpPr>
      <dsp:spPr>
        <a:xfrm>
          <a:off x="5945530" y="687132"/>
          <a:ext cx="2606516" cy="576000"/>
        </a:xfrm>
        <a:prstGeom prst="rect">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CA" sz="2000" b="1" kern="1200" dirty="0"/>
            <a:t>Key Features</a:t>
          </a:r>
          <a:endParaRPr lang="en-CA" sz="2000" kern="1200" dirty="0"/>
        </a:p>
      </dsp:txBody>
      <dsp:txXfrm>
        <a:off x="5945530" y="687132"/>
        <a:ext cx="2606516" cy="576000"/>
      </dsp:txXfrm>
    </dsp:sp>
    <dsp:sp modelId="{A1EDC2B9-6E00-4BBA-B238-FA05C85C946A}">
      <dsp:nvSpPr>
        <dsp:cNvPr id="0" name=""/>
        <dsp:cNvSpPr/>
      </dsp:nvSpPr>
      <dsp:spPr>
        <a:xfrm>
          <a:off x="5945530" y="1263132"/>
          <a:ext cx="2606516" cy="1338187"/>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CA" sz="2000" i="1" kern="1200" dirty="0"/>
            <a:t>Smoking, drinking, age, exercise, diet, sleep, BMI, </a:t>
          </a:r>
          <a:r>
            <a:rPr lang="en-CA" sz="2000" kern="1200" dirty="0"/>
            <a:t>and</a:t>
          </a:r>
          <a:r>
            <a:rPr lang="en-CA" sz="2000" i="1" kern="1200" dirty="0"/>
            <a:t> mental health</a:t>
          </a:r>
          <a:r>
            <a:rPr lang="en-CA" sz="2000" kern="1200" dirty="0"/>
            <a:t>.</a:t>
          </a:r>
        </a:p>
      </dsp:txBody>
      <dsp:txXfrm>
        <a:off x="5945530" y="1263132"/>
        <a:ext cx="2606516" cy="13381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D0675D-7B2A-4327-8745-710FE57F3B9C}">
      <dsp:nvSpPr>
        <dsp:cNvPr id="0" name=""/>
        <dsp:cNvSpPr/>
      </dsp:nvSpPr>
      <dsp:spPr>
        <a:xfrm>
          <a:off x="3732" y="393529"/>
          <a:ext cx="3263959" cy="1305583"/>
        </a:xfrm>
        <a:prstGeom prst="homePlate">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4686" tIns="77343" rIns="38672" bIns="77343" numCol="1" spcCol="1270" anchor="ctr" anchorCtr="0">
          <a:noAutofit/>
        </a:bodyPr>
        <a:lstStyle/>
        <a:p>
          <a:pPr marL="0" lvl="0" indent="0" algn="ctr" defTabSz="1289050">
            <a:lnSpc>
              <a:spcPct val="90000"/>
            </a:lnSpc>
            <a:spcBef>
              <a:spcPct val="0"/>
            </a:spcBef>
            <a:spcAft>
              <a:spcPct val="35000"/>
            </a:spcAft>
            <a:buNone/>
          </a:pPr>
          <a:r>
            <a:rPr lang="en-US" sz="2900" kern="1200" dirty="0"/>
            <a:t>Removing Irrelevant Columns</a:t>
          </a:r>
          <a:endParaRPr lang="en-CA" sz="2900" kern="1200" dirty="0"/>
        </a:p>
      </dsp:txBody>
      <dsp:txXfrm>
        <a:off x="3732" y="393529"/>
        <a:ext cx="2937563" cy="1305583"/>
      </dsp:txXfrm>
    </dsp:sp>
    <dsp:sp modelId="{6FB162A7-7688-4049-BFC7-27DB5F0FE6FE}">
      <dsp:nvSpPr>
        <dsp:cNvPr id="0" name=""/>
        <dsp:cNvSpPr/>
      </dsp:nvSpPr>
      <dsp:spPr>
        <a:xfrm>
          <a:off x="2614900" y="393529"/>
          <a:ext cx="3263959" cy="1305583"/>
        </a:xfrm>
        <a:prstGeom prst="chevron">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6015" tIns="77343" rIns="38672" bIns="77343" numCol="1" spcCol="1270" anchor="ctr" anchorCtr="0">
          <a:noAutofit/>
        </a:bodyPr>
        <a:lstStyle/>
        <a:p>
          <a:pPr marL="0" lvl="0" indent="0" algn="ctr" defTabSz="1289050">
            <a:lnSpc>
              <a:spcPct val="90000"/>
            </a:lnSpc>
            <a:spcBef>
              <a:spcPct val="0"/>
            </a:spcBef>
            <a:spcAft>
              <a:spcPct val="35000"/>
            </a:spcAft>
            <a:buNone/>
          </a:pPr>
          <a:r>
            <a:rPr lang="en-US" sz="2900" kern="1200" dirty="0"/>
            <a:t>Handling Missing Data</a:t>
          </a:r>
          <a:endParaRPr lang="en-CA" sz="2900" kern="1200" dirty="0"/>
        </a:p>
      </dsp:txBody>
      <dsp:txXfrm>
        <a:off x="3267692" y="393529"/>
        <a:ext cx="1958376" cy="1305583"/>
      </dsp:txXfrm>
    </dsp:sp>
    <dsp:sp modelId="{93095C2C-24E0-42A2-A3AD-C87D8783DD08}">
      <dsp:nvSpPr>
        <dsp:cNvPr id="0" name=""/>
        <dsp:cNvSpPr/>
      </dsp:nvSpPr>
      <dsp:spPr>
        <a:xfrm>
          <a:off x="5226067" y="393529"/>
          <a:ext cx="3263959" cy="1305583"/>
        </a:xfrm>
        <a:prstGeom prst="chevron">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6015" tIns="77343" rIns="38672" bIns="77343" numCol="1" spcCol="1270" anchor="ctr" anchorCtr="0">
          <a:noAutofit/>
        </a:bodyPr>
        <a:lstStyle/>
        <a:p>
          <a:pPr marL="0" lvl="0" indent="0" algn="ctr" defTabSz="1289050">
            <a:lnSpc>
              <a:spcPct val="90000"/>
            </a:lnSpc>
            <a:spcBef>
              <a:spcPct val="0"/>
            </a:spcBef>
            <a:spcAft>
              <a:spcPct val="35000"/>
            </a:spcAft>
            <a:buNone/>
          </a:pPr>
          <a:r>
            <a:rPr lang="en-US" sz="2900" kern="1200" dirty="0"/>
            <a:t>Data Type Validation</a:t>
          </a:r>
          <a:endParaRPr lang="en-CA" sz="2900" kern="1200" dirty="0"/>
        </a:p>
      </dsp:txBody>
      <dsp:txXfrm>
        <a:off x="5878859" y="393529"/>
        <a:ext cx="1958376" cy="1305583"/>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8C4DBE-4BAF-017C-4570-5C5BC0DA33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B6A3B75A-9679-089A-DE2D-A42349BD81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0AE491-E7C0-4D96-8064-3447ACDA3A7F}" type="datetimeFigureOut">
              <a:rPr lang="en-CA" smtClean="0"/>
              <a:t>2025-06-15</a:t>
            </a:fld>
            <a:endParaRPr lang="en-CA"/>
          </a:p>
        </p:txBody>
      </p:sp>
      <p:sp>
        <p:nvSpPr>
          <p:cNvPr id="4" name="Footer Placeholder 3">
            <a:extLst>
              <a:ext uri="{FF2B5EF4-FFF2-40B4-BE49-F238E27FC236}">
                <a16:creationId xmlns:a16="http://schemas.microsoft.com/office/drawing/2014/main" id="{1B0740D9-899C-FABF-65BC-96083AD3D7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3083F3C9-333F-95C4-CF89-210B404D2A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6044CE-6D3B-4ACF-85F1-B9B6C4C098BE}" type="slidenum">
              <a:rPr lang="en-CA" smtClean="0"/>
              <a:t>‹#›</a:t>
            </a:fld>
            <a:endParaRPr lang="en-CA"/>
          </a:p>
        </p:txBody>
      </p:sp>
    </p:spTree>
    <p:extLst>
      <p:ext uri="{BB962C8B-B14F-4D97-AF65-F5344CB8AC3E}">
        <p14:creationId xmlns:p14="http://schemas.microsoft.com/office/powerpoint/2010/main" val="250310976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EAB4AA-7949-4350-860E-B1BB0EBA53F9}" type="datetimeFigureOut">
              <a:rPr lang="en-CA" smtClean="0"/>
              <a:t>2025-06-15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AA8EF-A663-4BEE-AA6D-64BBA2525AFC}" type="slidenum">
              <a:rPr lang="en-CA" smtClean="0"/>
              <a:t>‹#›</a:t>
            </a:fld>
            <a:endParaRPr lang="en-CA"/>
          </a:p>
        </p:txBody>
      </p:sp>
    </p:spTree>
    <p:extLst>
      <p:ext uri="{BB962C8B-B14F-4D97-AF65-F5344CB8AC3E}">
        <p14:creationId xmlns:p14="http://schemas.microsoft.com/office/powerpoint/2010/main" val="20776218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Good morning, I am Andre, this is Bruno, Luciana, and Tiago. </a:t>
            </a:r>
          </a:p>
          <a:p>
            <a:r>
              <a:rPr lang="en-CA" dirty="0"/>
              <a:t>In this project, we explored a dataset focused on cigarette and alcohol addiction, aiming to predict individuals’ health risks based on lifestyle and behavioral factors.</a:t>
            </a:r>
          </a:p>
        </p:txBody>
      </p:sp>
    </p:spTree>
    <p:extLst>
      <p:ext uri="{BB962C8B-B14F-4D97-AF65-F5344CB8AC3E}">
        <p14:creationId xmlns:p14="http://schemas.microsoft.com/office/powerpoint/2010/main" val="2068260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goal of our project is to predict health risks using machine learning and to build a model that estimates the likelihood of health issues based on addictive behaviors and lifestyle factors. </a:t>
            </a:r>
          </a:p>
          <a:p>
            <a:endParaRPr lang="en-CA" dirty="0"/>
          </a:p>
          <a:p>
            <a:r>
              <a:rPr lang="en-CA" dirty="0"/>
              <a:t>This matters because lifestyle choices account for about 60% of a person’s overall health. Habits like smoking, drinking, poor diet, and lack of exercise are major contributors to chronic conditions.</a:t>
            </a:r>
          </a:p>
          <a:p>
            <a:endParaRPr lang="en-CA" dirty="0"/>
          </a:p>
          <a:p>
            <a:r>
              <a:rPr lang="en-CA" dirty="0"/>
              <a:t>We used a synthetic dataset of 3,000 individuals, including data on addictions, age, diet, sleep, exercise, BMI, and mental health. Our model predicts a simple outcome: whether or not someone has health issues.</a:t>
            </a:r>
          </a:p>
        </p:txBody>
      </p:sp>
    </p:spTree>
    <p:extLst>
      <p:ext uri="{BB962C8B-B14F-4D97-AF65-F5344CB8AC3E}">
        <p14:creationId xmlns:p14="http://schemas.microsoft.com/office/powerpoint/2010/main" val="1915101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CA" sz="1200" b="1" kern="1200" dirty="0">
                <a:solidFill>
                  <a:schemeClr val="tx1"/>
                </a:solidFill>
                <a:effectLst/>
                <a:latin typeface="+mn-lt"/>
                <a:ea typeface="+mn-ea"/>
                <a:cs typeface="+mn-cs"/>
              </a:rPr>
              <a:t>As you can see here, these are the Key Points of our Data Preparation Methodology:</a:t>
            </a:r>
            <a:endParaRPr lang="en-CA" sz="1200" b="0" kern="1200" dirty="0">
              <a:solidFill>
                <a:schemeClr val="tx1"/>
              </a:solidFill>
              <a:effectLst/>
              <a:latin typeface="+mn-lt"/>
              <a:ea typeface="+mn-ea"/>
              <a:cs typeface="+mn-cs"/>
            </a:endParaRPr>
          </a:p>
          <a:p>
            <a:pPr lvl="0"/>
            <a:r>
              <a:rPr lang="en-CA" sz="1200" b="1" kern="1200" dirty="0">
                <a:solidFill>
                  <a:schemeClr val="tx1"/>
                </a:solidFill>
                <a:effectLst/>
                <a:latin typeface="+mn-lt"/>
                <a:ea typeface="+mn-ea"/>
                <a:cs typeface="+mn-cs"/>
              </a:rPr>
              <a:t>Dataset Overview:</a:t>
            </a:r>
            <a:r>
              <a:rPr lang="en-CA" sz="1200" kern="1200" dirty="0">
                <a:solidFill>
                  <a:schemeClr val="tx1"/>
                </a:solidFill>
                <a:effectLst/>
                <a:latin typeface="+mn-lt"/>
                <a:ea typeface="+mn-ea"/>
                <a:cs typeface="+mn-cs"/>
              </a:rPr>
              <a:t> Synthetic data from 3,000 individuals.</a:t>
            </a:r>
          </a:p>
          <a:p>
            <a:pPr lvl="0"/>
            <a:r>
              <a:rPr lang="en-CA" sz="1200" b="1" kern="1200" dirty="0">
                <a:solidFill>
                  <a:schemeClr val="tx1"/>
                </a:solidFill>
                <a:effectLst/>
                <a:latin typeface="+mn-lt"/>
                <a:ea typeface="+mn-ea"/>
                <a:cs typeface="+mn-cs"/>
              </a:rPr>
              <a:t>Initial Cleaning:</a:t>
            </a:r>
            <a:r>
              <a:rPr lang="en-CA" sz="1200" kern="1200" dirty="0">
                <a:solidFill>
                  <a:schemeClr val="tx1"/>
                </a:solidFill>
                <a:effectLst/>
                <a:latin typeface="+mn-lt"/>
                <a:ea typeface="+mn-ea"/>
                <a:cs typeface="+mn-cs"/>
              </a:rPr>
              <a:t> Removed non-informative columns (ID, Name, City).</a:t>
            </a:r>
          </a:p>
          <a:p>
            <a:pPr lvl="0"/>
            <a:r>
              <a:rPr lang="en-CA" sz="1200" b="1" kern="1200" dirty="0">
                <a:solidFill>
                  <a:schemeClr val="tx1"/>
                </a:solidFill>
                <a:effectLst/>
                <a:latin typeface="+mn-lt"/>
                <a:ea typeface="+mn-ea"/>
                <a:cs typeface="+mn-cs"/>
              </a:rPr>
              <a:t>Missing Values:</a:t>
            </a:r>
            <a:r>
              <a:rPr lang="en-CA" sz="1200" kern="1200" dirty="0">
                <a:solidFill>
                  <a:schemeClr val="tx1"/>
                </a:solidFill>
                <a:effectLst/>
                <a:latin typeface="+mn-lt"/>
                <a:ea typeface="+mn-ea"/>
                <a:cs typeface="+mn-cs"/>
              </a:rPr>
              <a:t> Handled missing data in education_level, social_support, and therapy_history.</a:t>
            </a:r>
          </a:p>
          <a:p>
            <a:pPr lvl="0"/>
            <a:r>
              <a:rPr lang="en-CA" sz="1200" b="1" kern="1200" dirty="0">
                <a:solidFill>
                  <a:schemeClr val="tx1"/>
                </a:solidFill>
                <a:effectLst/>
                <a:latin typeface="+mn-lt"/>
                <a:ea typeface="+mn-ea"/>
                <a:cs typeface="+mn-cs"/>
              </a:rPr>
              <a:t>Data Types:</a:t>
            </a:r>
            <a:r>
              <a:rPr lang="en-CA" sz="1200" kern="1200" dirty="0">
                <a:solidFill>
                  <a:schemeClr val="tx1"/>
                </a:solidFill>
                <a:effectLst/>
                <a:latin typeface="+mn-lt"/>
                <a:ea typeface="+mn-ea"/>
                <a:cs typeface="+mn-cs"/>
              </a:rPr>
              <a:t> Ensured correct formatting for all variables.</a:t>
            </a:r>
          </a:p>
          <a:p>
            <a:pPr lvl="1"/>
            <a:endParaRPr lang="en-CA" sz="1200" kern="1200" dirty="0">
              <a:solidFill>
                <a:schemeClr val="tx1"/>
              </a:solidFill>
              <a:effectLst/>
              <a:latin typeface="+mn-lt"/>
              <a:ea typeface="+mn-ea"/>
              <a:cs typeface="+mn-cs"/>
            </a:endParaRPr>
          </a:p>
          <a:p>
            <a:r>
              <a:rPr lang="en-CA" dirty="0"/>
              <a:t>We addressed missing values by focusing on three key variables: education_level, social_support, and therapy_history. For education_level, we used the mode to fill in missing entries, assuming the most common level was a reasonable estimate. For social_support and therapy_history, both categorical, we introduced an 'Unknown' category to preserve the records while indicating missing information. Lastly, we ensured all data types were correctly formatted for the next steps of the analysis.</a:t>
            </a:r>
          </a:p>
        </p:txBody>
      </p:sp>
    </p:spTree>
    <p:extLst>
      <p:ext uri="{BB962C8B-B14F-4D97-AF65-F5344CB8AC3E}">
        <p14:creationId xmlns:p14="http://schemas.microsoft.com/office/powerpoint/2010/main" val="1779422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Moving into our methodology, the first crucial step was data preparation, we worked with a synthetic dataset of 3,000 individuals and focused on getting the data ready for predictive modeling. </a:t>
            </a:r>
          </a:p>
          <a:p>
            <a:endParaRPr lang="en-CA" dirty="0"/>
          </a:p>
          <a:p>
            <a:r>
              <a:rPr lang="en-CA" dirty="0"/>
              <a:t>We began by removing irrelevant columns as they didn’t contribute meaningful information, then we handled missing values education level was filled using the mode, while social support and therapy history were labeled as 'Unknown' to preserve the records. </a:t>
            </a:r>
          </a:p>
          <a:p>
            <a:endParaRPr lang="en-CA" dirty="0"/>
          </a:p>
          <a:p>
            <a:r>
              <a:rPr lang="en-CA" dirty="0"/>
              <a:t>Lastly, we validated and corrected data types to ensure everything was clean and consistent for modeling. As you can see on the slide, our key steps were: removing irrelevant columns, handling missing data, and validating data types to prepare a reliable dataset for analysis."</a:t>
            </a:r>
            <a:br>
              <a:rPr lang="en-CA" dirty="0"/>
            </a:br>
            <a:endParaRPr lang="en-CA" dirty="0"/>
          </a:p>
          <a:p>
            <a:endParaRPr lang="en-CA" dirty="0"/>
          </a:p>
        </p:txBody>
      </p:sp>
    </p:spTree>
    <p:extLst>
      <p:ext uri="{BB962C8B-B14F-4D97-AF65-F5344CB8AC3E}">
        <p14:creationId xmlns:p14="http://schemas.microsoft.com/office/powerpoint/2010/main" val="2267662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CA" sz="1200" b="1" kern="1200" dirty="0">
                <a:solidFill>
                  <a:schemeClr val="tx1"/>
                </a:solidFill>
                <a:effectLst/>
                <a:latin typeface="+mn-lt"/>
                <a:ea typeface="+mn-ea"/>
                <a:cs typeface="+mn-cs"/>
              </a:rPr>
              <a:t>In this slide, we show the EDA:</a:t>
            </a:r>
            <a:br>
              <a:rPr lang="en-CA" sz="1200" b="1" kern="1200" dirty="0">
                <a:solidFill>
                  <a:schemeClr val="tx1"/>
                </a:solidFill>
                <a:effectLst/>
                <a:latin typeface="+mn-lt"/>
                <a:ea typeface="+mn-ea"/>
                <a:cs typeface="+mn-cs"/>
              </a:rPr>
            </a:br>
            <a:r>
              <a:rPr lang="en-CA" sz="1200" b="1" kern="1200" dirty="0">
                <a:solidFill>
                  <a:schemeClr val="tx1"/>
                </a:solidFill>
                <a:effectLst/>
                <a:latin typeface="+mn-lt"/>
                <a:ea typeface="+mn-ea"/>
                <a:cs typeface="+mn-cs"/>
              </a:rPr>
              <a:t>Target Distribution:</a:t>
            </a:r>
            <a:r>
              <a:rPr lang="en-CA" sz="1200" kern="1200" dirty="0">
                <a:solidFill>
                  <a:schemeClr val="tx1"/>
                </a:solidFill>
                <a:effectLst/>
                <a:latin typeface="+mn-lt"/>
                <a:ea typeface="+mn-ea"/>
                <a:cs typeface="+mn-cs"/>
              </a:rPr>
              <a:t> Analyzed the balance of '</a:t>
            </a:r>
            <a:r>
              <a:rPr lang="en-CA" sz="1200" kern="1200" dirty="0" err="1">
                <a:solidFill>
                  <a:schemeClr val="tx1"/>
                </a:solidFill>
                <a:effectLst/>
                <a:latin typeface="+mn-lt"/>
                <a:ea typeface="+mn-ea"/>
                <a:cs typeface="+mn-cs"/>
              </a:rPr>
              <a:t>has_health_issues</a:t>
            </a:r>
            <a:r>
              <a:rPr lang="en-CA" sz="1200" kern="1200" dirty="0">
                <a:solidFill>
                  <a:schemeClr val="tx1"/>
                </a:solidFill>
                <a:effectLst/>
                <a:latin typeface="+mn-lt"/>
                <a:ea typeface="+mn-ea"/>
                <a:cs typeface="+mn-cs"/>
              </a:rPr>
              <a:t>' (true/false).</a:t>
            </a:r>
          </a:p>
          <a:p>
            <a:pPr lvl="1"/>
            <a:r>
              <a:rPr lang="en-CA" sz="1200" b="1" kern="1200" dirty="0">
                <a:solidFill>
                  <a:schemeClr val="tx1"/>
                </a:solidFill>
                <a:effectLst/>
                <a:latin typeface="+mn-lt"/>
                <a:ea typeface="+mn-ea"/>
                <a:cs typeface="+mn-cs"/>
              </a:rPr>
              <a:t>Numeric Feature Distributions:</a:t>
            </a:r>
            <a:r>
              <a:rPr lang="en-CA" sz="1200" kern="1200" dirty="0">
                <a:solidFill>
                  <a:schemeClr val="tx1"/>
                </a:solidFill>
                <a:effectLst/>
                <a:latin typeface="+mn-lt"/>
                <a:ea typeface="+mn-ea"/>
                <a:cs typeface="+mn-cs"/>
              </a:rPr>
              <a:t> Examined relationships between numerical features (e.g., age, BMI, smokes/drinks per day) and health issues.</a:t>
            </a:r>
          </a:p>
          <a:p>
            <a:pPr lvl="1"/>
            <a:r>
              <a:rPr lang="en-CA" sz="1200" b="1" kern="1200" dirty="0">
                <a:solidFill>
                  <a:schemeClr val="tx1"/>
                </a:solidFill>
                <a:effectLst/>
                <a:latin typeface="+mn-lt"/>
                <a:ea typeface="+mn-ea"/>
                <a:cs typeface="+mn-cs"/>
              </a:rPr>
              <a:t>Categorical Feature Distributions:</a:t>
            </a:r>
            <a:r>
              <a:rPr lang="en-CA" sz="1200" kern="1200" dirty="0">
                <a:solidFill>
                  <a:schemeClr val="tx1"/>
                </a:solidFill>
                <a:effectLst/>
                <a:latin typeface="+mn-lt"/>
                <a:ea typeface="+mn-ea"/>
                <a:cs typeface="+mn-cs"/>
              </a:rPr>
              <a:t> Explored how health issues vary across categories (e.g., gender, mental health status, diet quality).</a:t>
            </a:r>
          </a:p>
          <a:p>
            <a:pPr lvl="1"/>
            <a:r>
              <a:rPr lang="en-CA" sz="1200" b="1" kern="1200" dirty="0">
                <a:solidFill>
                  <a:schemeClr val="tx1"/>
                </a:solidFill>
                <a:effectLst/>
                <a:latin typeface="+mn-lt"/>
                <a:ea typeface="+mn-ea"/>
                <a:cs typeface="+mn-cs"/>
              </a:rPr>
              <a:t>Correlations:</a:t>
            </a:r>
            <a:r>
              <a:rPr lang="en-CA" sz="1200" kern="1200" dirty="0">
                <a:solidFill>
                  <a:schemeClr val="tx1"/>
                </a:solidFill>
                <a:effectLst/>
                <a:latin typeface="+mn-lt"/>
                <a:ea typeface="+mn-ea"/>
                <a:cs typeface="+mn-cs"/>
              </a:rPr>
              <a:t> Identified potential linear relationships between numerical variables.</a:t>
            </a:r>
            <a:br>
              <a:rPr lang="en-CA" sz="1200" kern="1200" dirty="0">
                <a:solidFill>
                  <a:schemeClr val="tx1"/>
                </a:solidFill>
                <a:effectLst/>
                <a:latin typeface="+mn-lt"/>
                <a:ea typeface="+mn-ea"/>
                <a:cs typeface="+mn-cs"/>
              </a:rPr>
            </a:br>
            <a:br>
              <a:rPr lang="en-CA" sz="1200" kern="1200" dirty="0">
                <a:solidFill>
                  <a:schemeClr val="tx1"/>
                </a:solidFill>
                <a:effectLst/>
                <a:latin typeface="+mn-lt"/>
                <a:ea typeface="+mn-ea"/>
                <a:cs typeface="+mn-cs"/>
              </a:rPr>
            </a:br>
            <a:r>
              <a:rPr lang="en-CA" dirty="0"/>
              <a:t>These two graphs show the distribution of smoking frequency and BMI, grouped by whether individuals have health issues. We can observe that higher smoking rates slightly correlate with more health problems. For BMI, the distribution is centered around 25, but individuals with health issues appear more frequently at both lower and higher BMI extremes, suggesting potential risk at both ends.</a:t>
            </a:r>
            <a:endParaRPr lang="en-CA" sz="1200" kern="1200" dirty="0">
              <a:solidFill>
                <a:schemeClr val="tx1"/>
              </a:solidFill>
              <a:effectLst/>
              <a:latin typeface="+mn-lt"/>
              <a:ea typeface="+mn-ea"/>
              <a:cs typeface="+mn-cs"/>
            </a:endParaRPr>
          </a:p>
          <a:p>
            <a:endParaRPr lang="en-CA" dirty="0"/>
          </a:p>
        </p:txBody>
      </p:sp>
    </p:spTree>
    <p:extLst>
      <p:ext uri="{BB962C8B-B14F-4D97-AF65-F5344CB8AC3E}">
        <p14:creationId xmlns:p14="http://schemas.microsoft.com/office/powerpoint/2010/main" val="2486842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dirty="0"/>
              <a:t>Our next step was Exploratory Data Analysis, or EDA, which helped us uncover patterns in the data. We started by checking the balance of our target variable, </a:t>
            </a:r>
            <a:r>
              <a:rPr lang="en-CA" b="0" dirty="0" err="1"/>
              <a:t>has_health_issues</a:t>
            </a:r>
            <a:r>
              <a:rPr lang="en-CA" b="0" dirty="0"/>
              <a:t>, to understand the proportion of individuals with and without health issues. Then, we analyzed numeric features like age, BMI, and smoking or drinking habits using histograms, which showed trends related to health status.</a:t>
            </a:r>
          </a:p>
          <a:p>
            <a:r>
              <a:rPr lang="en-CA" b="0" dirty="0"/>
              <a:t>For categorical features like gender, mental health, and diet quality, we used count plots to compare distributions. We also ran correlation analysis to detect meaningful linear relationships. One insight we found was that people with health issues tended to report more children and a higher number of attempts to quit drinking.</a:t>
            </a:r>
          </a:p>
          <a:p>
            <a:endParaRPr lang="en-CA" dirty="0"/>
          </a:p>
        </p:txBody>
      </p:sp>
    </p:spTree>
    <p:extLst>
      <p:ext uri="{BB962C8B-B14F-4D97-AF65-F5344CB8AC3E}">
        <p14:creationId xmlns:p14="http://schemas.microsoft.com/office/powerpoint/2010/main" val="2895872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CA" sz="1200" b="1" kern="1200" dirty="0">
                <a:solidFill>
                  <a:schemeClr val="tx1"/>
                </a:solidFill>
                <a:effectLst/>
                <a:latin typeface="+mn-lt"/>
                <a:ea typeface="+mn-ea"/>
                <a:cs typeface="+mn-cs"/>
              </a:rPr>
              <a:t>In the next slide we show the Predictive Modeling and Key results:</a:t>
            </a:r>
            <a:br>
              <a:rPr lang="en-CA" sz="1200" b="1" kern="1200" dirty="0">
                <a:solidFill>
                  <a:schemeClr val="tx1"/>
                </a:solidFill>
                <a:effectLst/>
                <a:latin typeface="+mn-lt"/>
                <a:ea typeface="+mn-ea"/>
                <a:cs typeface="+mn-cs"/>
              </a:rPr>
            </a:br>
            <a:r>
              <a:rPr lang="en-CA" sz="1200" b="1" kern="1200" dirty="0">
                <a:solidFill>
                  <a:schemeClr val="tx1"/>
                </a:solidFill>
                <a:effectLst/>
                <a:latin typeface="+mn-lt"/>
                <a:ea typeface="+mn-ea"/>
                <a:cs typeface="+mn-cs"/>
              </a:rPr>
              <a:t>Model Selection:</a:t>
            </a:r>
            <a:r>
              <a:rPr lang="en-CA" sz="1200" kern="1200" dirty="0">
                <a:solidFill>
                  <a:schemeClr val="tx1"/>
                </a:solidFill>
                <a:effectLst/>
                <a:latin typeface="+mn-lt"/>
                <a:ea typeface="+mn-ea"/>
                <a:cs typeface="+mn-cs"/>
              </a:rPr>
              <a:t> Logistic Regression and Classification Trees (briefly mention why – e.g., interpretability, suitability for binary classification).</a:t>
            </a:r>
          </a:p>
          <a:p>
            <a:pPr lvl="1"/>
            <a:r>
              <a:rPr lang="en-CA" sz="1200" b="1" kern="1200" dirty="0">
                <a:solidFill>
                  <a:schemeClr val="tx1"/>
                </a:solidFill>
                <a:effectLst/>
                <a:latin typeface="+mn-lt"/>
                <a:ea typeface="+mn-ea"/>
                <a:cs typeface="+mn-cs"/>
              </a:rPr>
              <a:t>Feature Engineering:</a:t>
            </a:r>
            <a:r>
              <a:rPr lang="en-CA" sz="1200" kern="1200" dirty="0">
                <a:solidFill>
                  <a:schemeClr val="tx1"/>
                </a:solidFill>
                <a:effectLst/>
                <a:latin typeface="+mn-lt"/>
                <a:ea typeface="+mn-ea"/>
                <a:cs typeface="+mn-cs"/>
              </a:rPr>
              <a:t> Encoding categorical variables, scaling numerical features.</a:t>
            </a:r>
          </a:p>
          <a:p>
            <a:pPr lvl="1"/>
            <a:r>
              <a:rPr lang="en-CA" sz="1200" b="1" kern="1200" dirty="0">
                <a:solidFill>
                  <a:schemeClr val="tx1"/>
                </a:solidFill>
                <a:effectLst/>
                <a:latin typeface="+mn-lt"/>
                <a:ea typeface="+mn-ea"/>
                <a:cs typeface="+mn-cs"/>
              </a:rPr>
              <a:t>Evaluation Metrics:</a:t>
            </a:r>
            <a:r>
              <a:rPr lang="en-CA" sz="1200" kern="1200" dirty="0">
                <a:solidFill>
                  <a:schemeClr val="tx1"/>
                </a:solidFill>
                <a:effectLst/>
                <a:latin typeface="+mn-lt"/>
                <a:ea typeface="+mn-ea"/>
                <a:cs typeface="+mn-cs"/>
              </a:rPr>
              <a:t> Accuracy, Precision, Recall, F1-Score, ROC AUC.</a:t>
            </a:r>
          </a:p>
          <a:p>
            <a:pPr lvl="1"/>
            <a:r>
              <a:rPr lang="en-CA" sz="1200" b="1" kern="1200" dirty="0">
                <a:solidFill>
                  <a:schemeClr val="tx1"/>
                </a:solidFill>
                <a:effectLst/>
                <a:latin typeface="+mn-lt"/>
                <a:ea typeface="+mn-ea"/>
                <a:cs typeface="+mn-cs"/>
              </a:rPr>
              <a:t>Key Predictors:</a:t>
            </a:r>
            <a:r>
              <a:rPr lang="en-CA" sz="1200" kern="1200" dirty="0">
                <a:solidFill>
                  <a:schemeClr val="tx1"/>
                </a:solidFill>
                <a:effectLst/>
                <a:latin typeface="+mn-lt"/>
                <a:ea typeface="+mn-ea"/>
                <a:cs typeface="+mn-cs"/>
              </a:rPr>
              <a:t> Highlight 2-3 most influential features (e.g., </a:t>
            </a:r>
            <a:r>
              <a:rPr lang="en-CA" sz="1200" kern="1200" dirty="0" err="1">
                <a:solidFill>
                  <a:schemeClr val="tx1"/>
                </a:solidFill>
                <a:effectLst/>
                <a:latin typeface="+mn-lt"/>
                <a:ea typeface="+mn-ea"/>
                <a:cs typeface="+mn-cs"/>
              </a:rPr>
              <a:t>smokes_per_day</a:t>
            </a:r>
            <a:r>
              <a:rPr lang="en-CA" sz="1200" kern="1200" dirty="0">
                <a:solidFill>
                  <a:schemeClr val="tx1"/>
                </a:solidFill>
                <a:effectLst/>
                <a:latin typeface="+mn-lt"/>
                <a:ea typeface="+mn-ea"/>
                <a:cs typeface="+mn-cs"/>
              </a:rPr>
              <a:t>, </a:t>
            </a:r>
            <a:r>
              <a:rPr lang="en-CA" sz="1200" kern="1200" dirty="0" err="1">
                <a:solidFill>
                  <a:schemeClr val="tx1"/>
                </a:solidFill>
                <a:effectLst/>
                <a:latin typeface="+mn-lt"/>
                <a:ea typeface="+mn-ea"/>
                <a:cs typeface="+mn-cs"/>
              </a:rPr>
              <a:t>bmi</a:t>
            </a:r>
            <a:r>
              <a:rPr lang="en-CA" sz="1200" kern="1200" dirty="0">
                <a:solidFill>
                  <a:schemeClr val="tx1"/>
                </a:solidFill>
                <a:effectLst/>
                <a:latin typeface="+mn-lt"/>
                <a:ea typeface="+mn-ea"/>
                <a:cs typeface="+mn-cs"/>
              </a:rPr>
              <a:t>, age).</a:t>
            </a:r>
          </a:p>
          <a:p>
            <a:pPr lvl="1"/>
            <a:r>
              <a:rPr lang="en-CA" sz="1200" b="1" kern="1200" dirty="0">
                <a:solidFill>
                  <a:schemeClr val="tx1"/>
                </a:solidFill>
                <a:effectLst/>
                <a:latin typeface="+mn-lt"/>
                <a:ea typeface="+mn-ea"/>
                <a:cs typeface="+mn-cs"/>
              </a:rPr>
              <a:t>Model Performance:</a:t>
            </a:r>
            <a:r>
              <a:rPr lang="en-CA" sz="1200" kern="1200" dirty="0">
                <a:solidFill>
                  <a:schemeClr val="tx1"/>
                </a:solidFill>
                <a:effectLst/>
                <a:latin typeface="+mn-lt"/>
                <a:ea typeface="+mn-ea"/>
                <a:cs typeface="+mn-cs"/>
              </a:rPr>
              <a:t> Summarize best model's performance.</a:t>
            </a:r>
          </a:p>
          <a:p>
            <a:pPr lvl="1"/>
            <a:endParaRPr lang="en-CA" sz="1200" kern="1200" dirty="0">
              <a:solidFill>
                <a:schemeClr val="tx1"/>
              </a:solidFill>
              <a:effectLst/>
              <a:latin typeface="+mn-lt"/>
              <a:ea typeface="+mn-ea"/>
              <a:cs typeface="+mn-cs"/>
            </a:endParaRPr>
          </a:p>
          <a:p>
            <a:pPr lvl="1"/>
            <a:r>
              <a:rPr lang="en-CA" dirty="0"/>
              <a:t>The top chart shows the most important features in our Random Forest model annual income, BMI, and age were the strongest predictors. The confusion matrix below shows a balanced performance, though the model struggles slightly with distinguishing between the two classes, as seen by the misclassifications in both directions."</a:t>
            </a:r>
          </a:p>
        </p:txBody>
      </p:sp>
    </p:spTree>
    <p:extLst>
      <p:ext uri="{BB962C8B-B14F-4D97-AF65-F5344CB8AC3E}">
        <p14:creationId xmlns:p14="http://schemas.microsoft.com/office/powerpoint/2010/main" val="1127810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 logistic regression model, we aimed to identify key factors linked to health problems. The model lacked predictive power, but managed to identify the most influential variables, such as </a:t>
            </a:r>
            <a:r>
              <a:rPr lang="en-US" dirty="0" err="1"/>
              <a:t>smokes_per_day</a:t>
            </a:r>
            <a:r>
              <a:rPr lang="en-US" dirty="0"/>
              <a:t>, </a:t>
            </a:r>
            <a:r>
              <a:rPr lang="en-US" dirty="0" err="1"/>
              <a:t>bmi</a:t>
            </a:r>
            <a:r>
              <a:rPr lang="en-US" dirty="0"/>
              <a:t>, age as key risk factors. (showed in the previous slide).</a:t>
            </a:r>
          </a:p>
          <a:p>
            <a:endParaRPr lang="en-US" dirty="0"/>
          </a:p>
          <a:p>
            <a:r>
              <a:rPr lang="en-US" dirty="0"/>
              <a:t>To validate and compare results, we also applied a Random Forest model. However, both models showed relatively low predictive performance, with AUC scores around 49% for logistic regression and 51% for Random Forest—barely better than random guessing. This can be seen clearly in the ROC curve.</a:t>
            </a:r>
          </a:p>
          <a:p>
            <a:endParaRPr lang="en-US" dirty="0"/>
          </a:p>
          <a:p>
            <a:r>
              <a:rPr lang="en-US" dirty="0"/>
              <a:t>Digging deeper, the Confusion Matrix (previous slide) reveals that the Random Forest model misclassified both positive and negative cases at nearly equal rates. This reinforces the conclusion that, despite identifying relevant features, the models themselves struggled to accurately predict outcomes.</a:t>
            </a:r>
          </a:p>
          <a:p>
            <a:endParaRPr lang="en-US" dirty="0"/>
          </a:p>
          <a:p>
            <a:r>
              <a:rPr lang="en-US" dirty="0"/>
              <a:t>These results highlight both the promise and limitations of predictive models in health analytics—and the need for richer, more detailed data to drive better results.</a:t>
            </a:r>
            <a:endParaRPr lang="en-CA" dirty="0"/>
          </a:p>
        </p:txBody>
      </p:sp>
    </p:spTree>
    <p:extLst>
      <p:ext uri="{BB962C8B-B14F-4D97-AF65-F5344CB8AC3E}">
        <p14:creationId xmlns:p14="http://schemas.microsoft.com/office/powerpoint/2010/main" val="63335522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8.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2.png"/><Relationship Id="rId4" Type="http://schemas.openxmlformats.org/officeDocument/2006/relationships/image" Target="../media/image10.png"/><Relationship Id="rId9"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bit.ly/2TtBDfr" TargetMode="External"/><Relationship Id="rId3" Type="http://schemas.openxmlformats.org/officeDocument/2006/relationships/image" Target="../media/image10.png"/><Relationship Id="rId7" Type="http://schemas.openxmlformats.org/officeDocument/2006/relationships/image" Target="../media/image7.png"/><Relationship Id="rId12" Type="http://schemas.openxmlformats.org/officeDocument/2006/relationships/hyperlink" Target="http://bit.ly/2TyoMsr"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hyperlink" Target="https://bit.ly/3A1uf1Q" TargetMode="External"/><Relationship Id="rId5" Type="http://schemas.openxmlformats.org/officeDocument/2006/relationships/image" Target="../media/image2.pn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2.png"/><Relationship Id="rId5" Type="http://schemas.openxmlformats.org/officeDocument/2006/relationships/image" Target="../media/image8.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6.png"/><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7.png"/></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2.png"/><Relationship Id="rId4" Type="http://schemas.openxmlformats.org/officeDocument/2006/relationships/image" Target="../media/image10.png"/><Relationship Id="rId9" Type="http://schemas.openxmlformats.org/officeDocument/2006/relationships/image" Target="../media/image7.png"/></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7.png"/></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bit.ly/2TtBDfr" TargetMode="External"/><Relationship Id="rId3" Type="http://schemas.openxmlformats.org/officeDocument/2006/relationships/image" Target="../media/image10.png"/><Relationship Id="rId7" Type="http://schemas.openxmlformats.org/officeDocument/2006/relationships/image" Target="../media/image7.png"/><Relationship Id="rId12" Type="http://schemas.openxmlformats.org/officeDocument/2006/relationships/hyperlink" Target="http://bit.ly/2TyoMsr" TargetMode="External"/><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6.png"/><Relationship Id="rId11" Type="http://schemas.openxmlformats.org/officeDocument/2006/relationships/hyperlink" Target="https://bit.ly/3A1uf1Q" TargetMode="External"/><Relationship Id="rId5" Type="http://schemas.openxmlformats.org/officeDocument/2006/relationships/image" Target="../media/image2.pn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2.png"/><Relationship Id="rId5" Type="http://schemas.openxmlformats.org/officeDocument/2006/relationships/image" Target="../media/image8.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9.png"/></Relationships>
</file>

<file path=ppt/slideLayouts/_rels/slideLayout6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3.png"/><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s>
</file>

<file path=ppt/slideLayouts/_rels/slideLayout6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6.png"/><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7.png"/></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2.png"/><Relationship Id="rId4" Type="http://schemas.openxmlformats.org/officeDocument/2006/relationships/image" Target="../media/image10.png"/><Relationship Id="rId9" Type="http://schemas.openxmlformats.org/officeDocument/2006/relationships/image" Target="../media/image7.png"/></Relationships>
</file>

<file path=ppt/slideLayouts/_rels/slideLayout8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7.png"/></Relationships>
</file>

<file path=ppt/slideLayouts/_rels/slideLayout8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3.png"/><Relationship Id="rId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7.png"/></Relationships>
</file>

<file path=ppt/slideLayouts/_rels/slideLayout8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4.png"/></Relationships>
</file>

<file path=ppt/slideLayouts/_rels/slideLayout8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bit.ly/2TtBDfr" TargetMode="External"/><Relationship Id="rId3" Type="http://schemas.openxmlformats.org/officeDocument/2006/relationships/image" Target="../media/image10.png"/><Relationship Id="rId7" Type="http://schemas.openxmlformats.org/officeDocument/2006/relationships/image" Target="../media/image7.png"/><Relationship Id="rId12" Type="http://schemas.openxmlformats.org/officeDocument/2006/relationships/hyperlink" Target="http://bit.ly/2TyoMsr" TargetMode="External"/><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6.png"/><Relationship Id="rId11" Type="http://schemas.openxmlformats.org/officeDocument/2006/relationships/hyperlink" Target="https://bit.ly/3A1uf1Q" TargetMode="External"/><Relationship Id="rId5" Type="http://schemas.openxmlformats.org/officeDocument/2006/relationships/image" Target="../media/image2.pn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0" name="Google Shape;10;p2"/>
          <p:cNvGrpSpPr/>
          <p:nvPr/>
        </p:nvGrpSpPr>
        <p:grpSpPr>
          <a:xfrm>
            <a:off x="-3528892" y="-2194563"/>
            <a:ext cx="17475627" cy="11677552"/>
            <a:chOff x="-2646669" y="-1645922"/>
            <a:chExt cx="13106720" cy="8758164"/>
          </a:xfrm>
        </p:grpSpPr>
        <p:pic>
          <p:nvPicPr>
            <p:cNvPr id="11" name="Google Shape;11;p2"/>
            <p:cNvPicPr preferRelativeResize="0"/>
            <p:nvPr/>
          </p:nvPicPr>
          <p:blipFill>
            <a:blip r:embed="rId3">
              <a:alphaModFix/>
            </a:blip>
            <a:stretch>
              <a:fillRect/>
            </a:stretch>
          </p:blipFill>
          <p:spPr>
            <a:xfrm rot="3702422">
              <a:off x="-1783211" y="2152525"/>
              <a:ext cx="3991121" cy="4345452"/>
            </a:xfrm>
            <a:prstGeom prst="rect">
              <a:avLst/>
            </a:prstGeom>
            <a:noFill/>
            <a:ln>
              <a:noFill/>
            </a:ln>
          </p:spPr>
        </p:pic>
        <p:pic>
          <p:nvPicPr>
            <p:cNvPr id="12" name="Google Shape;12;p2"/>
            <p:cNvPicPr preferRelativeResize="0"/>
            <p:nvPr/>
          </p:nvPicPr>
          <p:blipFill>
            <a:blip r:embed="rId3">
              <a:alphaModFix/>
            </a:blip>
            <a:stretch>
              <a:fillRect/>
            </a:stretch>
          </p:blipFill>
          <p:spPr>
            <a:xfrm rot="-5400000">
              <a:off x="6291766" y="-1823087"/>
              <a:ext cx="3991120" cy="4345452"/>
            </a:xfrm>
            <a:prstGeom prst="rect">
              <a:avLst/>
            </a:prstGeom>
            <a:noFill/>
            <a:ln>
              <a:noFill/>
            </a:ln>
          </p:spPr>
        </p:pic>
      </p:grpSp>
      <p:grpSp>
        <p:nvGrpSpPr>
          <p:cNvPr id="13" name="Google Shape;13;p2"/>
          <p:cNvGrpSpPr/>
          <p:nvPr/>
        </p:nvGrpSpPr>
        <p:grpSpPr>
          <a:xfrm>
            <a:off x="-3528890" y="-1851563"/>
            <a:ext cx="16807159" cy="9798896"/>
            <a:chOff x="-2646668" y="-1388672"/>
            <a:chExt cx="12605369" cy="7349172"/>
          </a:xfrm>
        </p:grpSpPr>
        <p:pic>
          <p:nvPicPr>
            <p:cNvPr id="14" name="Google Shape;14;p2"/>
            <p:cNvPicPr preferRelativeResize="0"/>
            <p:nvPr/>
          </p:nvPicPr>
          <p:blipFill>
            <a:blip r:embed="rId4">
              <a:alphaModFix/>
            </a:blip>
            <a:stretch>
              <a:fillRect/>
            </a:stretch>
          </p:blipFill>
          <p:spPr>
            <a:xfrm rot="-44">
              <a:off x="6902850" y="3860896"/>
              <a:ext cx="3055850" cy="2099585"/>
            </a:xfrm>
            <a:prstGeom prst="rect">
              <a:avLst/>
            </a:prstGeom>
            <a:noFill/>
            <a:ln>
              <a:noFill/>
            </a:ln>
          </p:spPr>
        </p:pic>
        <p:pic>
          <p:nvPicPr>
            <p:cNvPr id="15" name="Google Shape;15;p2"/>
            <p:cNvPicPr preferRelativeResize="0"/>
            <p:nvPr/>
          </p:nvPicPr>
          <p:blipFill>
            <a:blip r:embed="rId5">
              <a:alphaModFix amt="46000"/>
            </a:blip>
            <a:stretch>
              <a:fillRect/>
            </a:stretch>
          </p:blipFill>
          <p:spPr>
            <a:xfrm rot="190401">
              <a:off x="-2567154" y="-1266015"/>
              <a:ext cx="4514499" cy="2997897"/>
            </a:xfrm>
            <a:prstGeom prst="rect">
              <a:avLst/>
            </a:prstGeom>
            <a:noFill/>
            <a:ln>
              <a:noFill/>
            </a:ln>
          </p:spPr>
        </p:pic>
      </p:grpSp>
      <p:grpSp>
        <p:nvGrpSpPr>
          <p:cNvPr id="16" name="Google Shape;16;p2"/>
          <p:cNvGrpSpPr/>
          <p:nvPr/>
        </p:nvGrpSpPr>
        <p:grpSpPr>
          <a:xfrm>
            <a:off x="284061" y="-854564"/>
            <a:ext cx="12089497" cy="7712595"/>
            <a:chOff x="213045" y="-640923"/>
            <a:chExt cx="9067123" cy="5784446"/>
          </a:xfrm>
        </p:grpSpPr>
        <p:pic>
          <p:nvPicPr>
            <p:cNvPr id="17" name="Google Shape;17;p2"/>
            <p:cNvPicPr preferRelativeResize="0"/>
            <p:nvPr/>
          </p:nvPicPr>
          <p:blipFill>
            <a:blip r:embed="rId6">
              <a:alphaModFix/>
            </a:blip>
            <a:stretch>
              <a:fillRect/>
            </a:stretch>
          </p:blipFill>
          <p:spPr>
            <a:xfrm rot="3154190">
              <a:off x="304301" y="3909850"/>
              <a:ext cx="1320889" cy="882225"/>
            </a:xfrm>
            <a:prstGeom prst="rect">
              <a:avLst/>
            </a:prstGeom>
            <a:noFill/>
            <a:ln>
              <a:noFill/>
            </a:ln>
          </p:spPr>
        </p:pic>
        <p:pic>
          <p:nvPicPr>
            <p:cNvPr id="18" name="Google Shape;18;p2"/>
            <p:cNvPicPr preferRelativeResize="0"/>
            <p:nvPr/>
          </p:nvPicPr>
          <p:blipFill>
            <a:blip r:embed="rId7">
              <a:alphaModFix/>
            </a:blip>
            <a:stretch>
              <a:fillRect/>
            </a:stretch>
          </p:blipFill>
          <p:spPr>
            <a:xfrm rot="1131160">
              <a:off x="6729249" y="-300900"/>
              <a:ext cx="2362877" cy="1556149"/>
            </a:xfrm>
            <a:prstGeom prst="rect">
              <a:avLst/>
            </a:prstGeom>
            <a:noFill/>
            <a:ln>
              <a:noFill/>
            </a:ln>
          </p:spPr>
        </p:pic>
        <p:pic>
          <p:nvPicPr>
            <p:cNvPr id="19" name="Google Shape;19;p2"/>
            <p:cNvPicPr preferRelativeResize="0"/>
            <p:nvPr/>
          </p:nvPicPr>
          <p:blipFill>
            <a:blip r:embed="rId8">
              <a:alphaModFix/>
            </a:blip>
            <a:stretch>
              <a:fillRect/>
            </a:stretch>
          </p:blipFill>
          <p:spPr>
            <a:xfrm>
              <a:off x="8133212" y="3400275"/>
              <a:ext cx="796600" cy="882224"/>
            </a:xfrm>
            <a:prstGeom prst="rect">
              <a:avLst/>
            </a:prstGeom>
            <a:noFill/>
            <a:ln>
              <a:noFill/>
            </a:ln>
          </p:spPr>
        </p:pic>
      </p:grpSp>
      <p:sp>
        <p:nvSpPr>
          <p:cNvPr id="20" name="Google Shape;20;p2"/>
          <p:cNvSpPr txBox="1">
            <a:spLocks noGrp="1"/>
          </p:cNvSpPr>
          <p:nvPr>
            <p:ph type="ctrTitle"/>
          </p:nvPr>
        </p:nvSpPr>
        <p:spPr>
          <a:xfrm>
            <a:off x="1927967" y="1552099"/>
            <a:ext cx="8336000" cy="29816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5200"/>
              <a:buNone/>
              <a:defRPr sz="68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21" name="Google Shape;21;p2"/>
          <p:cNvSpPr txBox="1">
            <a:spLocks noGrp="1"/>
          </p:cNvSpPr>
          <p:nvPr>
            <p:ph type="subTitle" idx="1"/>
          </p:nvPr>
        </p:nvSpPr>
        <p:spPr>
          <a:xfrm>
            <a:off x="3086351" y="4662641"/>
            <a:ext cx="60192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400"/>
              <a:buNone/>
              <a:defRPr sz="2133">
                <a:solidFill>
                  <a:schemeClr val="dk1"/>
                </a:solidFill>
              </a:defRPr>
            </a:lvl1pPr>
            <a:lvl2pPr lvl="1" algn="ctr">
              <a:lnSpc>
                <a:spcPct val="100000"/>
              </a:lnSpc>
              <a:spcBef>
                <a:spcPts val="0"/>
              </a:spcBef>
              <a:spcAft>
                <a:spcPts val="0"/>
              </a:spcAft>
              <a:buClr>
                <a:schemeClr val="dk1"/>
              </a:buClr>
              <a:buSzPts val="1800"/>
              <a:buNone/>
              <a:defRPr sz="2400">
                <a:solidFill>
                  <a:schemeClr val="dk1"/>
                </a:solidFill>
              </a:defRPr>
            </a:lvl2pPr>
            <a:lvl3pPr lvl="2" algn="ctr">
              <a:lnSpc>
                <a:spcPct val="100000"/>
              </a:lnSpc>
              <a:spcBef>
                <a:spcPts val="0"/>
              </a:spcBef>
              <a:spcAft>
                <a:spcPts val="0"/>
              </a:spcAft>
              <a:buClr>
                <a:schemeClr val="dk1"/>
              </a:buClr>
              <a:buSzPts val="1800"/>
              <a:buNone/>
              <a:defRPr sz="2400">
                <a:solidFill>
                  <a:schemeClr val="dk1"/>
                </a:solidFill>
              </a:defRPr>
            </a:lvl3pPr>
            <a:lvl4pPr lvl="3" algn="ctr">
              <a:lnSpc>
                <a:spcPct val="100000"/>
              </a:lnSpc>
              <a:spcBef>
                <a:spcPts val="0"/>
              </a:spcBef>
              <a:spcAft>
                <a:spcPts val="0"/>
              </a:spcAft>
              <a:buClr>
                <a:schemeClr val="dk1"/>
              </a:buClr>
              <a:buSzPts val="1800"/>
              <a:buNone/>
              <a:defRPr sz="2400">
                <a:solidFill>
                  <a:schemeClr val="dk1"/>
                </a:solidFill>
              </a:defRPr>
            </a:lvl4pPr>
            <a:lvl5pPr lvl="4" algn="ctr">
              <a:lnSpc>
                <a:spcPct val="100000"/>
              </a:lnSpc>
              <a:spcBef>
                <a:spcPts val="0"/>
              </a:spcBef>
              <a:spcAft>
                <a:spcPts val="0"/>
              </a:spcAft>
              <a:buClr>
                <a:schemeClr val="dk1"/>
              </a:buClr>
              <a:buSzPts val="1800"/>
              <a:buNone/>
              <a:defRPr sz="2400">
                <a:solidFill>
                  <a:schemeClr val="dk1"/>
                </a:solidFill>
              </a:defRPr>
            </a:lvl5pPr>
            <a:lvl6pPr lvl="5" algn="ctr">
              <a:lnSpc>
                <a:spcPct val="100000"/>
              </a:lnSpc>
              <a:spcBef>
                <a:spcPts val="0"/>
              </a:spcBef>
              <a:spcAft>
                <a:spcPts val="0"/>
              </a:spcAft>
              <a:buClr>
                <a:schemeClr val="dk1"/>
              </a:buClr>
              <a:buSzPts val="1800"/>
              <a:buNone/>
              <a:defRPr sz="2400">
                <a:solidFill>
                  <a:schemeClr val="dk1"/>
                </a:solidFill>
              </a:defRPr>
            </a:lvl6pPr>
            <a:lvl7pPr lvl="6" algn="ctr">
              <a:lnSpc>
                <a:spcPct val="100000"/>
              </a:lnSpc>
              <a:spcBef>
                <a:spcPts val="0"/>
              </a:spcBef>
              <a:spcAft>
                <a:spcPts val="0"/>
              </a:spcAft>
              <a:buClr>
                <a:schemeClr val="dk1"/>
              </a:buClr>
              <a:buSzPts val="1800"/>
              <a:buNone/>
              <a:defRPr sz="2400">
                <a:solidFill>
                  <a:schemeClr val="dk1"/>
                </a:solidFill>
              </a:defRPr>
            </a:lvl7pPr>
            <a:lvl8pPr lvl="7" algn="ctr">
              <a:lnSpc>
                <a:spcPct val="100000"/>
              </a:lnSpc>
              <a:spcBef>
                <a:spcPts val="0"/>
              </a:spcBef>
              <a:spcAft>
                <a:spcPts val="0"/>
              </a:spcAft>
              <a:buClr>
                <a:schemeClr val="dk1"/>
              </a:buClr>
              <a:buSzPts val="1800"/>
              <a:buNone/>
              <a:defRPr sz="2400">
                <a:solidFill>
                  <a:schemeClr val="dk1"/>
                </a:solidFill>
              </a:defRPr>
            </a:lvl8pPr>
            <a:lvl9pPr lvl="8" algn="ctr">
              <a:lnSpc>
                <a:spcPct val="100000"/>
              </a:lnSpc>
              <a:spcBef>
                <a:spcPts val="0"/>
              </a:spcBef>
              <a:spcAft>
                <a:spcPts val="0"/>
              </a:spcAft>
              <a:buClr>
                <a:schemeClr val="dk1"/>
              </a:buClr>
              <a:buSzPts val="1800"/>
              <a:buNone/>
              <a:defRPr sz="24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2529695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24" name="Google Shape;24;p3"/>
          <p:cNvGrpSpPr/>
          <p:nvPr/>
        </p:nvGrpSpPr>
        <p:grpSpPr>
          <a:xfrm>
            <a:off x="-1293369" y="-4179984"/>
            <a:ext cx="15954724" cy="12763715"/>
            <a:chOff x="-970027" y="-3134988"/>
            <a:chExt cx="11966043" cy="9572786"/>
          </a:xfrm>
        </p:grpSpPr>
        <p:pic>
          <p:nvPicPr>
            <p:cNvPr id="25" name="Google Shape;25;p3"/>
            <p:cNvPicPr preferRelativeResize="0"/>
            <p:nvPr/>
          </p:nvPicPr>
          <p:blipFill>
            <a:blip r:embed="rId3">
              <a:alphaModFix/>
            </a:blip>
            <a:stretch>
              <a:fillRect/>
            </a:stretch>
          </p:blipFill>
          <p:spPr>
            <a:xfrm rot="3069595">
              <a:off x="7600098" y="-1204751"/>
              <a:ext cx="3167267" cy="2103248"/>
            </a:xfrm>
            <a:prstGeom prst="rect">
              <a:avLst/>
            </a:prstGeom>
            <a:noFill/>
            <a:ln>
              <a:noFill/>
            </a:ln>
          </p:spPr>
        </p:pic>
        <p:pic>
          <p:nvPicPr>
            <p:cNvPr id="26" name="Google Shape;26;p3"/>
            <p:cNvPicPr preferRelativeResize="0"/>
            <p:nvPr/>
          </p:nvPicPr>
          <p:blipFill>
            <a:blip r:embed="rId4">
              <a:alphaModFix/>
            </a:blip>
            <a:stretch>
              <a:fillRect/>
            </a:stretch>
          </p:blipFill>
          <p:spPr>
            <a:xfrm rot="-5400000">
              <a:off x="7429532" y="1619675"/>
              <a:ext cx="3638627" cy="2103250"/>
            </a:xfrm>
            <a:prstGeom prst="rect">
              <a:avLst/>
            </a:prstGeom>
            <a:noFill/>
            <a:ln>
              <a:noFill/>
            </a:ln>
          </p:spPr>
        </p:pic>
        <p:pic>
          <p:nvPicPr>
            <p:cNvPr id="27" name="Google Shape;27;p3"/>
            <p:cNvPicPr preferRelativeResize="0"/>
            <p:nvPr/>
          </p:nvPicPr>
          <p:blipFill>
            <a:blip r:embed="rId5">
              <a:alphaModFix/>
            </a:blip>
            <a:stretch>
              <a:fillRect/>
            </a:stretch>
          </p:blipFill>
          <p:spPr>
            <a:xfrm rot="-9852316">
              <a:off x="-582739" y="-2765951"/>
              <a:ext cx="3167275" cy="3284995"/>
            </a:xfrm>
            <a:prstGeom prst="rect">
              <a:avLst/>
            </a:prstGeom>
            <a:noFill/>
            <a:ln>
              <a:noFill/>
            </a:ln>
          </p:spPr>
        </p:pic>
        <p:pic>
          <p:nvPicPr>
            <p:cNvPr id="28" name="Google Shape;28;p3"/>
            <p:cNvPicPr preferRelativeResize="0"/>
            <p:nvPr/>
          </p:nvPicPr>
          <p:blipFill>
            <a:blip r:embed="rId3">
              <a:alphaModFix/>
            </a:blip>
            <a:stretch>
              <a:fillRect/>
            </a:stretch>
          </p:blipFill>
          <p:spPr>
            <a:xfrm>
              <a:off x="-970027" y="4334550"/>
              <a:ext cx="3167267" cy="2103247"/>
            </a:xfrm>
            <a:prstGeom prst="rect">
              <a:avLst/>
            </a:prstGeom>
            <a:noFill/>
            <a:ln>
              <a:noFill/>
            </a:ln>
          </p:spPr>
        </p:pic>
      </p:grpSp>
      <p:pic>
        <p:nvPicPr>
          <p:cNvPr id="29" name="Google Shape;29;p3"/>
          <p:cNvPicPr preferRelativeResize="0"/>
          <p:nvPr/>
        </p:nvPicPr>
        <p:blipFill>
          <a:blip r:embed="rId6">
            <a:alphaModFix/>
          </a:blip>
          <a:stretch>
            <a:fillRect/>
          </a:stretch>
        </p:blipFill>
        <p:spPr>
          <a:xfrm>
            <a:off x="8476655" y="202400"/>
            <a:ext cx="6418336" cy="6988131"/>
          </a:xfrm>
          <a:prstGeom prst="rect">
            <a:avLst/>
          </a:prstGeom>
          <a:noFill/>
          <a:ln>
            <a:noFill/>
          </a:ln>
        </p:spPr>
      </p:pic>
      <p:grpSp>
        <p:nvGrpSpPr>
          <p:cNvPr id="30" name="Google Shape;30;p3"/>
          <p:cNvGrpSpPr/>
          <p:nvPr/>
        </p:nvGrpSpPr>
        <p:grpSpPr>
          <a:xfrm>
            <a:off x="2638532" y="-1222167"/>
            <a:ext cx="8468261" cy="7940165"/>
            <a:chOff x="1978899" y="-916625"/>
            <a:chExt cx="6351196" cy="5955124"/>
          </a:xfrm>
        </p:grpSpPr>
        <p:pic>
          <p:nvPicPr>
            <p:cNvPr id="31" name="Google Shape;31;p3"/>
            <p:cNvPicPr preferRelativeResize="0"/>
            <p:nvPr/>
          </p:nvPicPr>
          <p:blipFill>
            <a:blip r:embed="rId7">
              <a:alphaModFix/>
            </a:blip>
            <a:stretch>
              <a:fillRect/>
            </a:stretch>
          </p:blipFill>
          <p:spPr>
            <a:xfrm rot="7293761">
              <a:off x="7278652" y="3956300"/>
              <a:ext cx="852375" cy="943999"/>
            </a:xfrm>
            <a:prstGeom prst="rect">
              <a:avLst/>
            </a:prstGeom>
            <a:noFill/>
            <a:ln>
              <a:noFill/>
            </a:ln>
          </p:spPr>
        </p:pic>
        <p:pic>
          <p:nvPicPr>
            <p:cNvPr id="32" name="Google Shape;32;p3"/>
            <p:cNvPicPr preferRelativeResize="0"/>
            <p:nvPr/>
          </p:nvPicPr>
          <p:blipFill>
            <a:blip r:embed="rId8">
              <a:alphaModFix/>
            </a:blip>
            <a:stretch>
              <a:fillRect/>
            </a:stretch>
          </p:blipFill>
          <p:spPr>
            <a:xfrm>
              <a:off x="1978899" y="-916625"/>
              <a:ext cx="2408776" cy="1586375"/>
            </a:xfrm>
            <a:prstGeom prst="rect">
              <a:avLst/>
            </a:prstGeom>
            <a:noFill/>
            <a:ln>
              <a:noFill/>
            </a:ln>
          </p:spPr>
        </p:pic>
      </p:grpSp>
      <p:grpSp>
        <p:nvGrpSpPr>
          <p:cNvPr id="33" name="Google Shape;33;p3"/>
          <p:cNvGrpSpPr/>
          <p:nvPr/>
        </p:nvGrpSpPr>
        <p:grpSpPr>
          <a:xfrm>
            <a:off x="2033737" y="-669369"/>
            <a:ext cx="6562035" cy="8629700"/>
            <a:chOff x="1525303" y="-502027"/>
            <a:chExt cx="4921526" cy="6472275"/>
          </a:xfrm>
        </p:grpSpPr>
        <p:pic>
          <p:nvPicPr>
            <p:cNvPr id="34" name="Google Shape;34;p3"/>
            <p:cNvPicPr preferRelativeResize="0"/>
            <p:nvPr/>
          </p:nvPicPr>
          <p:blipFill>
            <a:blip r:embed="rId9">
              <a:alphaModFix/>
            </a:blip>
            <a:stretch>
              <a:fillRect/>
            </a:stretch>
          </p:blipFill>
          <p:spPr>
            <a:xfrm>
              <a:off x="5402953" y="-502027"/>
              <a:ext cx="1043875" cy="961900"/>
            </a:xfrm>
            <a:prstGeom prst="rect">
              <a:avLst/>
            </a:prstGeom>
            <a:noFill/>
            <a:ln>
              <a:noFill/>
            </a:ln>
          </p:spPr>
        </p:pic>
        <p:pic>
          <p:nvPicPr>
            <p:cNvPr id="35" name="Google Shape;35;p3"/>
            <p:cNvPicPr preferRelativeResize="0"/>
            <p:nvPr/>
          </p:nvPicPr>
          <p:blipFill>
            <a:blip r:embed="rId10">
              <a:alphaModFix amt="54000"/>
            </a:blip>
            <a:stretch>
              <a:fillRect/>
            </a:stretch>
          </p:blipFill>
          <p:spPr>
            <a:xfrm>
              <a:off x="1525303" y="4558150"/>
              <a:ext cx="1504950" cy="1412099"/>
            </a:xfrm>
            <a:prstGeom prst="rect">
              <a:avLst/>
            </a:prstGeom>
            <a:noFill/>
            <a:ln>
              <a:noFill/>
            </a:ln>
          </p:spPr>
        </p:pic>
      </p:grpSp>
      <p:sp>
        <p:nvSpPr>
          <p:cNvPr id="36" name="Google Shape;36;p3"/>
          <p:cNvSpPr txBox="1">
            <a:spLocks noGrp="1"/>
          </p:cNvSpPr>
          <p:nvPr>
            <p:ph type="title"/>
          </p:nvPr>
        </p:nvSpPr>
        <p:spPr>
          <a:xfrm>
            <a:off x="1423733" y="2717751"/>
            <a:ext cx="6756800" cy="11224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37" name="Google Shape;37;p3"/>
          <p:cNvSpPr txBox="1">
            <a:spLocks noGrp="1"/>
          </p:cNvSpPr>
          <p:nvPr>
            <p:ph type="title" idx="2" hasCustomPrompt="1"/>
          </p:nvPr>
        </p:nvSpPr>
        <p:spPr>
          <a:xfrm>
            <a:off x="1423733" y="1547967"/>
            <a:ext cx="1765600" cy="13956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38" name="Google Shape;38;p3"/>
          <p:cNvSpPr txBox="1">
            <a:spLocks noGrp="1"/>
          </p:cNvSpPr>
          <p:nvPr>
            <p:ph type="subTitle" idx="1"/>
          </p:nvPr>
        </p:nvSpPr>
        <p:spPr>
          <a:xfrm>
            <a:off x="1423733" y="4151333"/>
            <a:ext cx="6756800" cy="485200"/>
          </a:xfrm>
          <a:prstGeom prst="rect">
            <a:avLst/>
          </a:prstGeom>
          <a:solidFill>
            <a:srgbClr val="EBB59E">
              <a:alpha val="28130"/>
            </a:srgbClr>
          </a:solidFill>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2133">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319934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9"/>
        <p:cNvGrpSpPr/>
        <p:nvPr/>
      </p:nvGrpSpPr>
      <p:grpSpPr>
        <a:xfrm>
          <a:off x="0" y="0"/>
          <a:ext cx="0" cy="0"/>
          <a:chOff x="0" y="0"/>
          <a:chExt cx="0" cy="0"/>
        </a:xfrm>
      </p:grpSpPr>
      <p:pic>
        <p:nvPicPr>
          <p:cNvPr id="40" name="Google Shape;40;p4"/>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1" name="Google Shape;41;p4"/>
          <p:cNvGrpSpPr/>
          <p:nvPr/>
        </p:nvGrpSpPr>
        <p:grpSpPr>
          <a:xfrm>
            <a:off x="9813711" y="-2026534"/>
            <a:ext cx="5069263" cy="11053671"/>
            <a:chOff x="7360283" y="-1519901"/>
            <a:chExt cx="3801947" cy="8290253"/>
          </a:xfrm>
        </p:grpSpPr>
        <p:pic>
          <p:nvPicPr>
            <p:cNvPr id="42" name="Google Shape;42;p4"/>
            <p:cNvPicPr preferRelativeResize="0"/>
            <p:nvPr/>
          </p:nvPicPr>
          <p:blipFill>
            <a:blip r:embed="rId3">
              <a:alphaModFix/>
            </a:blip>
            <a:stretch>
              <a:fillRect/>
            </a:stretch>
          </p:blipFill>
          <p:spPr>
            <a:xfrm rot="1996705">
              <a:off x="7677623" y="-823400"/>
              <a:ext cx="3167267" cy="2103246"/>
            </a:xfrm>
            <a:prstGeom prst="rect">
              <a:avLst/>
            </a:prstGeom>
            <a:noFill/>
            <a:ln>
              <a:noFill/>
            </a:ln>
          </p:spPr>
        </p:pic>
        <p:pic>
          <p:nvPicPr>
            <p:cNvPr id="43" name="Google Shape;43;p4"/>
            <p:cNvPicPr preferRelativeResize="0"/>
            <p:nvPr/>
          </p:nvPicPr>
          <p:blipFill>
            <a:blip r:embed="rId4">
              <a:alphaModFix/>
            </a:blip>
            <a:stretch>
              <a:fillRect/>
            </a:stretch>
          </p:blipFill>
          <p:spPr>
            <a:xfrm rot="-3751214">
              <a:off x="7570445" y="3619424"/>
              <a:ext cx="3638626" cy="2103251"/>
            </a:xfrm>
            <a:prstGeom prst="rect">
              <a:avLst/>
            </a:prstGeom>
            <a:noFill/>
            <a:ln>
              <a:noFill/>
            </a:ln>
          </p:spPr>
        </p:pic>
      </p:grpSp>
      <p:grpSp>
        <p:nvGrpSpPr>
          <p:cNvPr id="44" name="Google Shape;44;p4"/>
          <p:cNvGrpSpPr/>
          <p:nvPr/>
        </p:nvGrpSpPr>
        <p:grpSpPr>
          <a:xfrm>
            <a:off x="-4167656" y="-2740879"/>
            <a:ext cx="7859840" cy="13326483"/>
            <a:chOff x="-3125742" y="-2055659"/>
            <a:chExt cx="5894880" cy="9994862"/>
          </a:xfrm>
        </p:grpSpPr>
        <p:pic>
          <p:nvPicPr>
            <p:cNvPr id="45" name="Google Shape;45;p4"/>
            <p:cNvPicPr preferRelativeResize="0"/>
            <p:nvPr/>
          </p:nvPicPr>
          <p:blipFill>
            <a:blip r:embed="rId5">
              <a:alphaModFix/>
            </a:blip>
            <a:stretch>
              <a:fillRect/>
            </a:stretch>
          </p:blipFill>
          <p:spPr>
            <a:xfrm rot="2700000">
              <a:off x="-2173872" y="2819024"/>
              <a:ext cx="3991141" cy="4345478"/>
            </a:xfrm>
            <a:prstGeom prst="rect">
              <a:avLst/>
            </a:prstGeom>
            <a:noFill/>
            <a:ln>
              <a:noFill/>
            </a:ln>
          </p:spPr>
        </p:pic>
        <p:pic>
          <p:nvPicPr>
            <p:cNvPr id="46" name="Google Shape;46;p4"/>
            <p:cNvPicPr preferRelativeResize="0"/>
            <p:nvPr/>
          </p:nvPicPr>
          <p:blipFill>
            <a:blip r:embed="rId5">
              <a:alphaModFix/>
            </a:blip>
            <a:stretch>
              <a:fillRect/>
            </a:stretch>
          </p:blipFill>
          <p:spPr>
            <a:xfrm rot="-1245730">
              <a:off x="-2485122" y="-1489348"/>
              <a:ext cx="3991141" cy="4345478"/>
            </a:xfrm>
            <a:prstGeom prst="rect">
              <a:avLst/>
            </a:prstGeom>
            <a:noFill/>
            <a:ln>
              <a:noFill/>
            </a:ln>
          </p:spPr>
        </p:pic>
      </p:grpSp>
      <p:grpSp>
        <p:nvGrpSpPr>
          <p:cNvPr id="47" name="Google Shape;47;p4"/>
          <p:cNvGrpSpPr/>
          <p:nvPr/>
        </p:nvGrpSpPr>
        <p:grpSpPr>
          <a:xfrm>
            <a:off x="419899" y="-572667"/>
            <a:ext cx="12887000" cy="7692832"/>
            <a:chOff x="314924" y="-429500"/>
            <a:chExt cx="9665250" cy="5769624"/>
          </a:xfrm>
        </p:grpSpPr>
        <p:pic>
          <p:nvPicPr>
            <p:cNvPr id="48" name="Google Shape;48;p4"/>
            <p:cNvPicPr preferRelativeResize="0"/>
            <p:nvPr/>
          </p:nvPicPr>
          <p:blipFill>
            <a:blip r:embed="rId6">
              <a:alphaModFix/>
            </a:blip>
            <a:stretch>
              <a:fillRect/>
            </a:stretch>
          </p:blipFill>
          <p:spPr>
            <a:xfrm>
              <a:off x="7617299" y="3783975"/>
              <a:ext cx="2362876" cy="1556149"/>
            </a:xfrm>
            <a:prstGeom prst="rect">
              <a:avLst/>
            </a:prstGeom>
            <a:noFill/>
            <a:ln>
              <a:noFill/>
            </a:ln>
          </p:spPr>
        </p:pic>
        <p:pic>
          <p:nvPicPr>
            <p:cNvPr id="49" name="Google Shape;49;p4"/>
            <p:cNvPicPr preferRelativeResize="0"/>
            <p:nvPr/>
          </p:nvPicPr>
          <p:blipFill>
            <a:blip r:embed="rId7">
              <a:alphaModFix/>
            </a:blip>
            <a:stretch>
              <a:fillRect/>
            </a:stretch>
          </p:blipFill>
          <p:spPr>
            <a:xfrm>
              <a:off x="314924" y="-429500"/>
              <a:ext cx="796600" cy="882224"/>
            </a:xfrm>
            <a:prstGeom prst="rect">
              <a:avLst/>
            </a:prstGeom>
            <a:noFill/>
            <a:ln>
              <a:noFill/>
            </a:ln>
          </p:spPr>
        </p:pic>
      </p:grpSp>
      <p:grpSp>
        <p:nvGrpSpPr>
          <p:cNvPr id="50" name="Google Shape;50;p4"/>
          <p:cNvGrpSpPr/>
          <p:nvPr/>
        </p:nvGrpSpPr>
        <p:grpSpPr>
          <a:xfrm>
            <a:off x="2980855" y="-1008394"/>
            <a:ext cx="7696848" cy="8666091"/>
            <a:chOff x="2235641" y="-756295"/>
            <a:chExt cx="5772636" cy="6499568"/>
          </a:xfrm>
        </p:grpSpPr>
        <p:pic>
          <p:nvPicPr>
            <p:cNvPr id="51" name="Google Shape;51;p4"/>
            <p:cNvPicPr preferRelativeResize="0"/>
            <p:nvPr/>
          </p:nvPicPr>
          <p:blipFill>
            <a:blip r:embed="rId8">
              <a:alphaModFix/>
            </a:blip>
            <a:stretch>
              <a:fillRect/>
            </a:stretch>
          </p:blipFill>
          <p:spPr>
            <a:xfrm rot="9899998">
              <a:off x="6552553" y="-606788"/>
              <a:ext cx="1318127" cy="1236801"/>
            </a:xfrm>
            <a:prstGeom prst="rect">
              <a:avLst/>
            </a:prstGeom>
            <a:noFill/>
            <a:ln>
              <a:noFill/>
            </a:ln>
          </p:spPr>
        </p:pic>
        <p:pic>
          <p:nvPicPr>
            <p:cNvPr id="52" name="Google Shape;52;p4"/>
            <p:cNvPicPr preferRelativeResize="0"/>
            <p:nvPr/>
          </p:nvPicPr>
          <p:blipFill>
            <a:blip r:embed="rId9">
              <a:alphaModFix/>
            </a:blip>
            <a:stretch>
              <a:fillRect/>
            </a:stretch>
          </p:blipFill>
          <p:spPr>
            <a:xfrm>
              <a:off x="2235641" y="4781373"/>
              <a:ext cx="1043875" cy="961900"/>
            </a:xfrm>
            <a:prstGeom prst="rect">
              <a:avLst/>
            </a:prstGeom>
            <a:noFill/>
            <a:ln>
              <a:noFill/>
            </a:ln>
          </p:spPr>
        </p:pic>
      </p:grpSp>
      <p:sp>
        <p:nvSpPr>
          <p:cNvPr id="53" name="Google Shape;53;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54" name="Google Shape;54;p4"/>
          <p:cNvSpPr txBox="1">
            <a:spLocks noGrp="1"/>
          </p:cNvSpPr>
          <p:nvPr>
            <p:ph type="body" idx="1"/>
          </p:nvPr>
        </p:nvSpPr>
        <p:spPr>
          <a:xfrm>
            <a:off x="960000" y="1514433"/>
            <a:ext cx="10272000" cy="4812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SzPts val="800"/>
              <a:buFont typeface="Nunito Light"/>
              <a:buChar char="●"/>
              <a:defRPr sz="1600"/>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SzPts val="1200"/>
              <a:buFont typeface="Nunito Light"/>
              <a:buChar char="■"/>
              <a:defRPr/>
            </a:lvl3pPr>
            <a:lvl4pPr marL="2438339" lvl="3" indent="-406390" rtl="0">
              <a:lnSpc>
                <a:spcPct val="115000"/>
              </a:lnSpc>
              <a:spcBef>
                <a:spcPts val="0"/>
              </a:spcBef>
              <a:spcAft>
                <a:spcPts val="0"/>
              </a:spcAft>
              <a:buSzPts val="1200"/>
              <a:buFont typeface="Nunito Light"/>
              <a:buChar char="●"/>
              <a:defRPr/>
            </a:lvl4pPr>
            <a:lvl5pPr marL="3047924" lvl="4" indent="-406390" rtl="0">
              <a:lnSpc>
                <a:spcPct val="115000"/>
              </a:lnSpc>
              <a:spcBef>
                <a:spcPts val="0"/>
              </a:spcBef>
              <a:spcAft>
                <a:spcPts val="0"/>
              </a:spcAft>
              <a:buSzPts val="1200"/>
              <a:buFont typeface="Nunito Light"/>
              <a:buChar char="○"/>
              <a:defRPr/>
            </a:lvl5pPr>
            <a:lvl6pPr marL="3657509" lvl="5" indent="-406390" rtl="0">
              <a:lnSpc>
                <a:spcPct val="115000"/>
              </a:lnSpc>
              <a:spcBef>
                <a:spcPts val="0"/>
              </a:spcBef>
              <a:spcAft>
                <a:spcPts val="0"/>
              </a:spcAft>
              <a:buSzPts val="1200"/>
              <a:buFont typeface="Nunito Light"/>
              <a:buChar char="■"/>
              <a:defRPr/>
            </a:lvl6pPr>
            <a:lvl7pPr marL="4267093" lvl="6" indent="-406390" rtl="0">
              <a:lnSpc>
                <a:spcPct val="115000"/>
              </a:lnSpc>
              <a:spcBef>
                <a:spcPts val="0"/>
              </a:spcBef>
              <a:spcAft>
                <a:spcPts val="0"/>
              </a:spcAft>
              <a:buSzPts val="1200"/>
              <a:buFont typeface="Nunito Light"/>
              <a:buChar char="●"/>
              <a:defRPr/>
            </a:lvl7pPr>
            <a:lvl8pPr marL="4876678" lvl="7" indent="-406390" rtl="0">
              <a:lnSpc>
                <a:spcPct val="115000"/>
              </a:lnSpc>
              <a:spcBef>
                <a:spcPts val="0"/>
              </a:spcBef>
              <a:spcAft>
                <a:spcPts val="0"/>
              </a:spcAft>
              <a:buSzPts val="1200"/>
              <a:buFont typeface="Nunito Light"/>
              <a:buChar char="○"/>
              <a:defRPr/>
            </a:lvl8pPr>
            <a:lvl9pPr marL="5486263" lvl="8" indent="-406390" rtl="0">
              <a:lnSpc>
                <a:spcPct val="115000"/>
              </a:lnSpc>
              <a:spcBef>
                <a:spcPts val="0"/>
              </a:spcBef>
              <a:spcAft>
                <a:spcPts val="0"/>
              </a:spcAft>
              <a:buSzPts val="12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338308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55"/>
        <p:cNvGrpSpPr/>
        <p:nvPr/>
      </p:nvGrpSpPr>
      <p:grpSpPr>
        <a:xfrm>
          <a:off x="0" y="0"/>
          <a:ext cx="0" cy="0"/>
          <a:chOff x="0" y="0"/>
          <a:chExt cx="0" cy="0"/>
        </a:xfrm>
      </p:grpSpPr>
      <p:pic>
        <p:nvPicPr>
          <p:cNvPr id="56" name="Google Shape;56;p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57" name="Google Shape;57;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58" name="Google Shape;58;p5"/>
          <p:cNvSpPr txBox="1">
            <a:spLocks noGrp="1"/>
          </p:cNvSpPr>
          <p:nvPr>
            <p:ph type="subTitle" idx="1"/>
          </p:nvPr>
        </p:nvSpPr>
        <p:spPr>
          <a:xfrm>
            <a:off x="6301200" y="2496471"/>
            <a:ext cx="4930800" cy="3648400"/>
          </a:xfrm>
          <a:prstGeom prst="rect">
            <a:avLst/>
          </a:prstGeom>
        </p:spPr>
        <p:txBody>
          <a:bodyPr spcFirstLastPara="1" wrap="square" lIns="91425" tIns="91425" rIns="91425" bIns="91425" anchor="t" anchorCtr="0">
            <a:noAutofit/>
          </a:bodyPr>
          <a:lstStyle>
            <a:lvl1pPr marR="121917" lvl="0" rtl="0">
              <a:lnSpc>
                <a:spcPct val="115000"/>
              </a:lnSpc>
              <a:spcBef>
                <a:spcPts val="0"/>
              </a:spcBef>
              <a:spcAft>
                <a:spcPts val="0"/>
              </a:spcAft>
              <a:buClr>
                <a:schemeClr val="dk2"/>
              </a:buClr>
              <a:buSzPts val="1400"/>
              <a:buChar char="●"/>
              <a:defRPr sz="1867" b="0"/>
            </a:lvl1pPr>
            <a:lvl2pPr lvl="1" algn="ctr" rtl="0">
              <a:lnSpc>
                <a:spcPct val="115000"/>
              </a:lnSpc>
              <a:spcBef>
                <a:spcPts val="0"/>
              </a:spcBef>
              <a:spcAft>
                <a:spcPts val="0"/>
              </a:spcAft>
              <a:buSzPts val="2800"/>
              <a:buChar char="○"/>
              <a:defRPr sz="3733"/>
            </a:lvl2pPr>
            <a:lvl3pPr lvl="2" algn="ctr" rtl="0">
              <a:lnSpc>
                <a:spcPct val="115000"/>
              </a:lnSpc>
              <a:spcBef>
                <a:spcPts val="0"/>
              </a:spcBef>
              <a:spcAft>
                <a:spcPts val="0"/>
              </a:spcAft>
              <a:buSzPts val="2800"/>
              <a:buChar char="■"/>
              <a:defRPr sz="3733"/>
            </a:lvl3pPr>
            <a:lvl4pPr lvl="3" algn="ctr" rtl="0">
              <a:lnSpc>
                <a:spcPct val="115000"/>
              </a:lnSpc>
              <a:spcBef>
                <a:spcPts val="0"/>
              </a:spcBef>
              <a:spcAft>
                <a:spcPts val="0"/>
              </a:spcAft>
              <a:buSzPts val="2800"/>
              <a:buChar char="●"/>
              <a:defRPr sz="3733"/>
            </a:lvl4pPr>
            <a:lvl5pPr lvl="4" algn="ctr" rtl="0">
              <a:lnSpc>
                <a:spcPct val="115000"/>
              </a:lnSpc>
              <a:spcBef>
                <a:spcPts val="0"/>
              </a:spcBef>
              <a:spcAft>
                <a:spcPts val="0"/>
              </a:spcAft>
              <a:buSzPts val="2800"/>
              <a:buChar char="○"/>
              <a:defRPr sz="3733"/>
            </a:lvl5pPr>
            <a:lvl6pPr lvl="5" algn="ctr" rtl="0">
              <a:lnSpc>
                <a:spcPct val="115000"/>
              </a:lnSpc>
              <a:spcBef>
                <a:spcPts val="0"/>
              </a:spcBef>
              <a:spcAft>
                <a:spcPts val="0"/>
              </a:spcAft>
              <a:buSzPts val="2800"/>
              <a:buChar char="■"/>
              <a:defRPr sz="3733"/>
            </a:lvl6pPr>
            <a:lvl7pPr lvl="6" algn="ctr" rtl="0">
              <a:lnSpc>
                <a:spcPct val="115000"/>
              </a:lnSpc>
              <a:spcBef>
                <a:spcPts val="0"/>
              </a:spcBef>
              <a:spcAft>
                <a:spcPts val="0"/>
              </a:spcAft>
              <a:buSzPts val="2800"/>
              <a:buChar char="●"/>
              <a:defRPr sz="3733"/>
            </a:lvl7pPr>
            <a:lvl8pPr lvl="7" algn="ctr" rtl="0">
              <a:lnSpc>
                <a:spcPct val="115000"/>
              </a:lnSpc>
              <a:spcBef>
                <a:spcPts val="0"/>
              </a:spcBef>
              <a:spcAft>
                <a:spcPts val="0"/>
              </a:spcAft>
              <a:buSzPts val="2800"/>
              <a:buChar char="○"/>
              <a:defRPr sz="3733"/>
            </a:lvl8pPr>
            <a:lvl9pPr lvl="8" algn="ctr" rtl="0">
              <a:lnSpc>
                <a:spcPct val="115000"/>
              </a:lnSpc>
              <a:spcBef>
                <a:spcPts val="0"/>
              </a:spcBef>
              <a:spcAft>
                <a:spcPts val="0"/>
              </a:spcAft>
              <a:buSzPts val="2800"/>
              <a:buChar char="■"/>
              <a:defRPr sz="3733"/>
            </a:lvl9pPr>
          </a:lstStyle>
          <a:p>
            <a:r>
              <a:rPr lang="en-US"/>
              <a:t>Click to edit Master subtitle style</a:t>
            </a:r>
            <a:endParaRPr/>
          </a:p>
        </p:txBody>
      </p:sp>
      <p:sp>
        <p:nvSpPr>
          <p:cNvPr id="59" name="Google Shape;59;p5"/>
          <p:cNvSpPr txBox="1">
            <a:spLocks noGrp="1"/>
          </p:cNvSpPr>
          <p:nvPr>
            <p:ph type="subTitle" idx="2"/>
          </p:nvPr>
        </p:nvSpPr>
        <p:spPr>
          <a:xfrm>
            <a:off x="960000" y="2496471"/>
            <a:ext cx="4930800" cy="3648400"/>
          </a:xfrm>
          <a:prstGeom prst="rect">
            <a:avLst/>
          </a:prstGeom>
        </p:spPr>
        <p:txBody>
          <a:bodyPr spcFirstLastPara="1" wrap="square" lIns="91425" tIns="91425" rIns="91425" bIns="91425" anchor="t" anchorCtr="0">
            <a:noAutofit/>
          </a:bodyPr>
          <a:lstStyle>
            <a:lvl1pPr marR="121917" lvl="0" rtl="0">
              <a:lnSpc>
                <a:spcPct val="115000"/>
              </a:lnSpc>
              <a:spcBef>
                <a:spcPts val="0"/>
              </a:spcBef>
              <a:spcAft>
                <a:spcPts val="0"/>
              </a:spcAft>
              <a:buClr>
                <a:schemeClr val="dk2"/>
              </a:buClr>
              <a:buSzPts val="1400"/>
              <a:buChar char="●"/>
              <a:defRPr sz="1867" b="0"/>
            </a:lvl1pPr>
            <a:lvl2pPr lvl="1" algn="ctr" rtl="0">
              <a:lnSpc>
                <a:spcPct val="115000"/>
              </a:lnSpc>
              <a:spcBef>
                <a:spcPts val="0"/>
              </a:spcBef>
              <a:spcAft>
                <a:spcPts val="0"/>
              </a:spcAft>
              <a:buSzPts val="1400"/>
              <a:buChar char="○"/>
              <a:defRPr sz="3733"/>
            </a:lvl2pPr>
            <a:lvl3pPr lvl="2" algn="ctr" rtl="0">
              <a:lnSpc>
                <a:spcPct val="115000"/>
              </a:lnSpc>
              <a:spcBef>
                <a:spcPts val="0"/>
              </a:spcBef>
              <a:spcAft>
                <a:spcPts val="0"/>
              </a:spcAft>
              <a:buSzPts val="1400"/>
              <a:buChar char="■"/>
              <a:defRPr sz="3733"/>
            </a:lvl3pPr>
            <a:lvl4pPr lvl="3" algn="ctr" rtl="0">
              <a:lnSpc>
                <a:spcPct val="115000"/>
              </a:lnSpc>
              <a:spcBef>
                <a:spcPts val="0"/>
              </a:spcBef>
              <a:spcAft>
                <a:spcPts val="0"/>
              </a:spcAft>
              <a:buSzPts val="1400"/>
              <a:buChar char="●"/>
              <a:defRPr sz="3733"/>
            </a:lvl4pPr>
            <a:lvl5pPr lvl="4" algn="ctr" rtl="0">
              <a:lnSpc>
                <a:spcPct val="115000"/>
              </a:lnSpc>
              <a:spcBef>
                <a:spcPts val="0"/>
              </a:spcBef>
              <a:spcAft>
                <a:spcPts val="0"/>
              </a:spcAft>
              <a:buSzPts val="1400"/>
              <a:buChar char="○"/>
              <a:defRPr sz="3733"/>
            </a:lvl5pPr>
            <a:lvl6pPr lvl="5" algn="ctr" rtl="0">
              <a:lnSpc>
                <a:spcPct val="115000"/>
              </a:lnSpc>
              <a:spcBef>
                <a:spcPts val="0"/>
              </a:spcBef>
              <a:spcAft>
                <a:spcPts val="0"/>
              </a:spcAft>
              <a:buSzPts val="1400"/>
              <a:buChar char="■"/>
              <a:defRPr sz="3733"/>
            </a:lvl6pPr>
            <a:lvl7pPr lvl="6" algn="ctr" rtl="0">
              <a:lnSpc>
                <a:spcPct val="115000"/>
              </a:lnSpc>
              <a:spcBef>
                <a:spcPts val="0"/>
              </a:spcBef>
              <a:spcAft>
                <a:spcPts val="0"/>
              </a:spcAft>
              <a:buSzPts val="1400"/>
              <a:buChar char="●"/>
              <a:defRPr sz="3733"/>
            </a:lvl7pPr>
            <a:lvl8pPr lvl="7" algn="ctr" rtl="0">
              <a:lnSpc>
                <a:spcPct val="115000"/>
              </a:lnSpc>
              <a:spcBef>
                <a:spcPts val="0"/>
              </a:spcBef>
              <a:spcAft>
                <a:spcPts val="0"/>
              </a:spcAft>
              <a:buSzPts val="1400"/>
              <a:buChar char="○"/>
              <a:defRPr sz="3733"/>
            </a:lvl8pPr>
            <a:lvl9pPr lvl="8" algn="ctr" rtl="0">
              <a:lnSpc>
                <a:spcPct val="115000"/>
              </a:lnSpc>
              <a:spcBef>
                <a:spcPts val="0"/>
              </a:spcBef>
              <a:spcAft>
                <a:spcPts val="0"/>
              </a:spcAft>
              <a:buSzPts val="1400"/>
              <a:buChar char="■"/>
              <a:defRPr sz="3733"/>
            </a:lvl9pPr>
          </a:lstStyle>
          <a:p>
            <a:r>
              <a:rPr lang="en-US"/>
              <a:t>Click to edit Master subtitle style</a:t>
            </a:r>
            <a:endParaRPr/>
          </a:p>
        </p:txBody>
      </p:sp>
      <p:sp>
        <p:nvSpPr>
          <p:cNvPr id="60" name="Google Shape;60;p5"/>
          <p:cNvSpPr txBox="1">
            <a:spLocks noGrp="1"/>
          </p:cNvSpPr>
          <p:nvPr>
            <p:ph type="subTitle" idx="3"/>
          </p:nvPr>
        </p:nvSpPr>
        <p:spPr>
          <a:xfrm>
            <a:off x="960000" y="1843667"/>
            <a:ext cx="4930800" cy="6528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200"/>
              <a:buFont typeface="EB Garamond"/>
              <a:buNone/>
              <a:defRPr sz="2933" b="1">
                <a:latin typeface="EB Garamond"/>
                <a:ea typeface="EB Garamond"/>
                <a:cs typeface="EB Garamond"/>
                <a:sym typeface="EB Garamond"/>
              </a:defRPr>
            </a:lvl1pPr>
            <a:lvl2pPr lvl="1">
              <a:lnSpc>
                <a:spcPct val="115000"/>
              </a:lnSpc>
              <a:spcBef>
                <a:spcPts val="0"/>
              </a:spcBef>
              <a:spcAft>
                <a:spcPts val="0"/>
              </a:spcAft>
              <a:buSzPts val="2200"/>
              <a:buFont typeface="EB Garamond"/>
              <a:buNone/>
              <a:defRPr sz="2933" b="1">
                <a:latin typeface="EB Garamond"/>
                <a:ea typeface="EB Garamond"/>
                <a:cs typeface="EB Garamond"/>
                <a:sym typeface="EB Garamond"/>
              </a:defRPr>
            </a:lvl2pPr>
            <a:lvl3pPr lvl="2">
              <a:lnSpc>
                <a:spcPct val="115000"/>
              </a:lnSpc>
              <a:spcBef>
                <a:spcPts val="0"/>
              </a:spcBef>
              <a:spcAft>
                <a:spcPts val="0"/>
              </a:spcAft>
              <a:buSzPts val="2200"/>
              <a:buFont typeface="EB Garamond"/>
              <a:buNone/>
              <a:defRPr sz="2933" b="1">
                <a:latin typeface="EB Garamond"/>
                <a:ea typeface="EB Garamond"/>
                <a:cs typeface="EB Garamond"/>
                <a:sym typeface="EB Garamond"/>
              </a:defRPr>
            </a:lvl3pPr>
            <a:lvl4pPr lvl="3">
              <a:lnSpc>
                <a:spcPct val="115000"/>
              </a:lnSpc>
              <a:spcBef>
                <a:spcPts val="0"/>
              </a:spcBef>
              <a:spcAft>
                <a:spcPts val="0"/>
              </a:spcAft>
              <a:buSzPts val="2200"/>
              <a:buFont typeface="EB Garamond"/>
              <a:buNone/>
              <a:defRPr sz="2933" b="1">
                <a:latin typeface="EB Garamond"/>
                <a:ea typeface="EB Garamond"/>
                <a:cs typeface="EB Garamond"/>
                <a:sym typeface="EB Garamond"/>
              </a:defRPr>
            </a:lvl4pPr>
            <a:lvl5pPr lvl="4">
              <a:lnSpc>
                <a:spcPct val="115000"/>
              </a:lnSpc>
              <a:spcBef>
                <a:spcPts val="0"/>
              </a:spcBef>
              <a:spcAft>
                <a:spcPts val="0"/>
              </a:spcAft>
              <a:buSzPts val="2200"/>
              <a:buFont typeface="EB Garamond"/>
              <a:buNone/>
              <a:defRPr sz="2933" b="1">
                <a:latin typeface="EB Garamond"/>
                <a:ea typeface="EB Garamond"/>
                <a:cs typeface="EB Garamond"/>
                <a:sym typeface="EB Garamond"/>
              </a:defRPr>
            </a:lvl5pPr>
            <a:lvl6pPr lvl="5">
              <a:lnSpc>
                <a:spcPct val="115000"/>
              </a:lnSpc>
              <a:spcBef>
                <a:spcPts val="0"/>
              </a:spcBef>
              <a:spcAft>
                <a:spcPts val="0"/>
              </a:spcAft>
              <a:buSzPts val="2200"/>
              <a:buFont typeface="EB Garamond"/>
              <a:buNone/>
              <a:defRPr sz="2933" b="1">
                <a:latin typeface="EB Garamond"/>
                <a:ea typeface="EB Garamond"/>
                <a:cs typeface="EB Garamond"/>
                <a:sym typeface="EB Garamond"/>
              </a:defRPr>
            </a:lvl6pPr>
            <a:lvl7pPr lvl="6">
              <a:lnSpc>
                <a:spcPct val="115000"/>
              </a:lnSpc>
              <a:spcBef>
                <a:spcPts val="0"/>
              </a:spcBef>
              <a:spcAft>
                <a:spcPts val="0"/>
              </a:spcAft>
              <a:buSzPts val="2200"/>
              <a:buFont typeface="EB Garamond"/>
              <a:buNone/>
              <a:defRPr sz="2933" b="1">
                <a:latin typeface="EB Garamond"/>
                <a:ea typeface="EB Garamond"/>
                <a:cs typeface="EB Garamond"/>
                <a:sym typeface="EB Garamond"/>
              </a:defRPr>
            </a:lvl7pPr>
            <a:lvl8pPr lvl="7">
              <a:lnSpc>
                <a:spcPct val="115000"/>
              </a:lnSpc>
              <a:spcBef>
                <a:spcPts val="0"/>
              </a:spcBef>
              <a:spcAft>
                <a:spcPts val="0"/>
              </a:spcAft>
              <a:buSzPts val="2200"/>
              <a:buFont typeface="EB Garamond"/>
              <a:buNone/>
              <a:defRPr sz="2933" b="1">
                <a:latin typeface="EB Garamond"/>
                <a:ea typeface="EB Garamond"/>
                <a:cs typeface="EB Garamond"/>
                <a:sym typeface="EB Garamond"/>
              </a:defRPr>
            </a:lvl8pPr>
            <a:lvl9pPr lvl="8">
              <a:lnSpc>
                <a:spcPct val="115000"/>
              </a:lnSpc>
              <a:spcBef>
                <a:spcPts val="0"/>
              </a:spcBef>
              <a:spcAft>
                <a:spcPts val="0"/>
              </a:spcAft>
              <a:buSzPts val="2200"/>
              <a:buFont typeface="EB Garamond"/>
              <a:buNone/>
              <a:defRPr sz="2933" b="1">
                <a:latin typeface="EB Garamond"/>
                <a:ea typeface="EB Garamond"/>
                <a:cs typeface="EB Garamond"/>
                <a:sym typeface="EB Garamond"/>
              </a:defRPr>
            </a:lvl9pPr>
          </a:lstStyle>
          <a:p>
            <a:r>
              <a:rPr lang="en-US"/>
              <a:t>Click to edit Master subtitle style</a:t>
            </a:r>
            <a:endParaRPr/>
          </a:p>
        </p:txBody>
      </p:sp>
      <p:sp>
        <p:nvSpPr>
          <p:cNvPr id="61" name="Google Shape;61;p5"/>
          <p:cNvSpPr txBox="1">
            <a:spLocks noGrp="1"/>
          </p:cNvSpPr>
          <p:nvPr>
            <p:ph type="subTitle" idx="4"/>
          </p:nvPr>
        </p:nvSpPr>
        <p:spPr>
          <a:xfrm>
            <a:off x="6301200" y="1843667"/>
            <a:ext cx="4930800" cy="652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2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200"/>
              <a:buFont typeface="EB Garamond"/>
              <a:buNone/>
              <a:defRPr sz="2933" b="1">
                <a:latin typeface="EB Garamond"/>
                <a:ea typeface="EB Garamond"/>
                <a:cs typeface="EB Garamond"/>
                <a:sym typeface="EB Garamond"/>
              </a:defRPr>
            </a:lvl2pPr>
            <a:lvl3pPr lvl="2" rtl="0">
              <a:lnSpc>
                <a:spcPct val="115000"/>
              </a:lnSpc>
              <a:spcBef>
                <a:spcPts val="0"/>
              </a:spcBef>
              <a:spcAft>
                <a:spcPts val="0"/>
              </a:spcAft>
              <a:buSzPts val="2200"/>
              <a:buFont typeface="EB Garamond"/>
              <a:buNone/>
              <a:defRPr sz="2933" b="1">
                <a:latin typeface="EB Garamond"/>
                <a:ea typeface="EB Garamond"/>
                <a:cs typeface="EB Garamond"/>
                <a:sym typeface="EB Garamond"/>
              </a:defRPr>
            </a:lvl3pPr>
            <a:lvl4pPr lvl="3" rtl="0">
              <a:lnSpc>
                <a:spcPct val="115000"/>
              </a:lnSpc>
              <a:spcBef>
                <a:spcPts val="0"/>
              </a:spcBef>
              <a:spcAft>
                <a:spcPts val="0"/>
              </a:spcAft>
              <a:buSzPts val="2200"/>
              <a:buFont typeface="EB Garamond"/>
              <a:buNone/>
              <a:defRPr sz="2933" b="1">
                <a:latin typeface="EB Garamond"/>
                <a:ea typeface="EB Garamond"/>
                <a:cs typeface="EB Garamond"/>
                <a:sym typeface="EB Garamond"/>
              </a:defRPr>
            </a:lvl4pPr>
            <a:lvl5pPr lvl="4" rtl="0">
              <a:lnSpc>
                <a:spcPct val="115000"/>
              </a:lnSpc>
              <a:spcBef>
                <a:spcPts val="0"/>
              </a:spcBef>
              <a:spcAft>
                <a:spcPts val="0"/>
              </a:spcAft>
              <a:buSzPts val="2200"/>
              <a:buFont typeface="EB Garamond"/>
              <a:buNone/>
              <a:defRPr sz="2933" b="1">
                <a:latin typeface="EB Garamond"/>
                <a:ea typeface="EB Garamond"/>
                <a:cs typeface="EB Garamond"/>
                <a:sym typeface="EB Garamond"/>
              </a:defRPr>
            </a:lvl5pPr>
            <a:lvl6pPr lvl="5" rtl="0">
              <a:lnSpc>
                <a:spcPct val="115000"/>
              </a:lnSpc>
              <a:spcBef>
                <a:spcPts val="0"/>
              </a:spcBef>
              <a:spcAft>
                <a:spcPts val="0"/>
              </a:spcAft>
              <a:buSzPts val="2200"/>
              <a:buFont typeface="EB Garamond"/>
              <a:buNone/>
              <a:defRPr sz="2933" b="1">
                <a:latin typeface="EB Garamond"/>
                <a:ea typeface="EB Garamond"/>
                <a:cs typeface="EB Garamond"/>
                <a:sym typeface="EB Garamond"/>
              </a:defRPr>
            </a:lvl6pPr>
            <a:lvl7pPr lvl="6" rtl="0">
              <a:lnSpc>
                <a:spcPct val="115000"/>
              </a:lnSpc>
              <a:spcBef>
                <a:spcPts val="0"/>
              </a:spcBef>
              <a:spcAft>
                <a:spcPts val="0"/>
              </a:spcAft>
              <a:buSzPts val="2200"/>
              <a:buFont typeface="EB Garamond"/>
              <a:buNone/>
              <a:defRPr sz="2933" b="1">
                <a:latin typeface="EB Garamond"/>
                <a:ea typeface="EB Garamond"/>
                <a:cs typeface="EB Garamond"/>
                <a:sym typeface="EB Garamond"/>
              </a:defRPr>
            </a:lvl7pPr>
            <a:lvl8pPr lvl="7" rtl="0">
              <a:lnSpc>
                <a:spcPct val="115000"/>
              </a:lnSpc>
              <a:spcBef>
                <a:spcPts val="0"/>
              </a:spcBef>
              <a:spcAft>
                <a:spcPts val="0"/>
              </a:spcAft>
              <a:buSzPts val="2200"/>
              <a:buFont typeface="EB Garamond"/>
              <a:buNone/>
              <a:defRPr sz="2933" b="1">
                <a:latin typeface="EB Garamond"/>
                <a:ea typeface="EB Garamond"/>
                <a:cs typeface="EB Garamond"/>
                <a:sym typeface="EB Garamond"/>
              </a:defRPr>
            </a:lvl8pPr>
            <a:lvl9pPr lvl="8" rtl="0">
              <a:lnSpc>
                <a:spcPct val="115000"/>
              </a:lnSpc>
              <a:spcBef>
                <a:spcPts val="0"/>
              </a:spcBef>
              <a:spcAft>
                <a:spcPts val="0"/>
              </a:spcAft>
              <a:buSzPts val="2200"/>
              <a:buFont typeface="EB Garamond"/>
              <a:buNone/>
              <a:defRPr sz="2933" b="1">
                <a:latin typeface="EB Garamond"/>
                <a:ea typeface="EB Garamond"/>
                <a:cs typeface="EB Garamond"/>
                <a:sym typeface="EB Garamond"/>
              </a:defRPr>
            </a:lvl9pPr>
          </a:lstStyle>
          <a:p>
            <a:r>
              <a:rPr lang="en-US"/>
              <a:t>Click to edit Master subtitle style</a:t>
            </a:r>
            <a:endParaRPr/>
          </a:p>
        </p:txBody>
      </p:sp>
      <p:pic>
        <p:nvPicPr>
          <p:cNvPr id="62" name="Google Shape;62;p5"/>
          <p:cNvPicPr preferRelativeResize="0"/>
          <p:nvPr/>
        </p:nvPicPr>
        <p:blipFill>
          <a:blip r:embed="rId3">
            <a:alphaModFix/>
          </a:blip>
          <a:stretch>
            <a:fillRect/>
          </a:stretch>
        </p:blipFill>
        <p:spPr>
          <a:xfrm rot="-7666905">
            <a:off x="5738240" y="4957729"/>
            <a:ext cx="5321497" cy="5793939"/>
          </a:xfrm>
          <a:prstGeom prst="rect">
            <a:avLst/>
          </a:prstGeom>
          <a:noFill/>
          <a:ln>
            <a:noFill/>
          </a:ln>
        </p:spPr>
      </p:pic>
      <p:grpSp>
        <p:nvGrpSpPr>
          <p:cNvPr id="63" name="Google Shape;63;p5"/>
          <p:cNvGrpSpPr/>
          <p:nvPr/>
        </p:nvGrpSpPr>
        <p:grpSpPr>
          <a:xfrm>
            <a:off x="4828653" y="-745529"/>
            <a:ext cx="7363360" cy="8447776"/>
            <a:chOff x="3621490" y="-559147"/>
            <a:chExt cx="5522520" cy="6335832"/>
          </a:xfrm>
        </p:grpSpPr>
        <p:pic>
          <p:nvPicPr>
            <p:cNvPr id="64" name="Google Shape;64;p5"/>
            <p:cNvPicPr preferRelativeResize="0"/>
            <p:nvPr/>
          </p:nvPicPr>
          <p:blipFill>
            <a:blip r:embed="rId4">
              <a:alphaModFix/>
            </a:blip>
            <a:stretch>
              <a:fillRect/>
            </a:stretch>
          </p:blipFill>
          <p:spPr>
            <a:xfrm rot="-1613369">
              <a:off x="7695024" y="4643452"/>
              <a:ext cx="1320890" cy="882225"/>
            </a:xfrm>
            <a:prstGeom prst="rect">
              <a:avLst/>
            </a:prstGeom>
            <a:noFill/>
            <a:ln>
              <a:noFill/>
            </a:ln>
          </p:spPr>
        </p:pic>
        <p:pic>
          <p:nvPicPr>
            <p:cNvPr id="65" name="Google Shape;65;p5"/>
            <p:cNvPicPr preferRelativeResize="0"/>
            <p:nvPr/>
          </p:nvPicPr>
          <p:blipFill>
            <a:blip r:embed="rId5">
              <a:alphaModFix/>
            </a:blip>
            <a:stretch>
              <a:fillRect/>
            </a:stretch>
          </p:blipFill>
          <p:spPr>
            <a:xfrm rot="10800000">
              <a:off x="3621490" y="-559147"/>
              <a:ext cx="796600" cy="882224"/>
            </a:xfrm>
            <a:prstGeom prst="rect">
              <a:avLst/>
            </a:prstGeom>
            <a:noFill/>
            <a:ln>
              <a:noFill/>
            </a:ln>
          </p:spPr>
        </p:pic>
      </p:grpSp>
      <p:grpSp>
        <p:nvGrpSpPr>
          <p:cNvPr id="66" name="Google Shape;66;p5"/>
          <p:cNvGrpSpPr/>
          <p:nvPr/>
        </p:nvGrpSpPr>
        <p:grpSpPr>
          <a:xfrm>
            <a:off x="-2563465" y="-3170697"/>
            <a:ext cx="16013960" cy="11795593"/>
            <a:chOff x="-1922599" y="-2378023"/>
            <a:chExt cx="12010470" cy="8846695"/>
          </a:xfrm>
        </p:grpSpPr>
        <p:pic>
          <p:nvPicPr>
            <p:cNvPr id="67" name="Google Shape;67;p5"/>
            <p:cNvPicPr preferRelativeResize="0"/>
            <p:nvPr/>
          </p:nvPicPr>
          <p:blipFill>
            <a:blip r:embed="rId6">
              <a:alphaModFix/>
            </a:blip>
            <a:stretch>
              <a:fillRect/>
            </a:stretch>
          </p:blipFill>
          <p:spPr>
            <a:xfrm rot="-7427685">
              <a:off x="7632471" y="-1010673"/>
              <a:ext cx="2308577" cy="1586146"/>
            </a:xfrm>
            <a:prstGeom prst="rect">
              <a:avLst/>
            </a:prstGeom>
            <a:noFill/>
            <a:ln>
              <a:noFill/>
            </a:ln>
          </p:spPr>
        </p:pic>
        <p:grpSp>
          <p:nvGrpSpPr>
            <p:cNvPr id="68" name="Google Shape;68;p5"/>
            <p:cNvGrpSpPr/>
            <p:nvPr/>
          </p:nvGrpSpPr>
          <p:grpSpPr>
            <a:xfrm>
              <a:off x="-1922599" y="-2378023"/>
              <a:ext cx="3747552" cy="8846695"/>
              <a:chOff x="-1922599" y="-2378023"/>
              <a:chExt cx="3747552" cy="8846695"/>
            </a:xfrm>
          </p:grpSpPr>
          <p:pic>
            <p:nvPicPr>
              <p:cNvPr id="69" name="Google Shape;69;p5"/>
              <p:cNvPicPr preferRelativeResize="0"/>
              <p:nvPr/>
            </p:nvPicPr>
            <p:blipFill>
              <a:blip r:embed="rId7">
                <a:alphaModFix/>
              </a:blip>
              <a:stretch>
                <a:fillRect/>
              </a:stretch>
            </p:blipFill>
            <p:spPr>
              <a:xfrm rot="-7392115">
                <a:off x="-1779951" y="3892504"/>
                <a:ext cx="2763477" cy="1835111"/>
              </a:xfrm>
              <a:prstGeom prst="rect">
                <a:avLst/>
              </a:prstGeom>
              <a:noFill/>
              <a:ln>
                <a:noFill/>
              </a:ln>
            </p:spPr>
          </p:pic>
          <p:pic>
            <p:nvPicPr>
              <p:cNvPr id="70" name="Google Shape;70;p5"/>
              <p:cNvPicPr preferRelativeResize="0"/>
              <p:nvPr/>
            </p:nvPicPr>
            <p:blipFill>
              <a:blip r:embed="rId8">
                <a:alphaModFix amt="76000"/>
              </a:blip>
              <a:stretch>
                <a:fillRect/>
              </a:stretch>
            </p:blipFill>
            <p:spPr>
              <a:xfrm rot="-5400000">
                <a:off x="-1730709" y="-2442909"/>
                <a:ext cx="3490775" cy="3620548"/>
              </a:xfrm>
              <a:prstGeom prst="rect">
                <a:avLst/>
              </a:prstGeom>
              <a:noFill/>
              <a:ln>
                <a:noFill/>
              </a:ln>
            </p:spPr>
          </p:pic>
        </p:grpSp>
      </p:grpSp>
      <p:grpSp>
        <p:nvGrpSpPr>
          <p:cNvPr id="71" name="Google Shape;71;p5"/>
          <p:cNvGrpSpPr/>
          <p:nvPr/>
        </p:nvGrpSpPr>
        <p:grpSpPr>
          <a:xfrm>
            <a:off x="-851653" y="1213938"/>
            <a:ext cx="14263191" cy="1871527"/>
            <a:chOff x="-638740" y="910453"/>
            <a:chExt cx="10697393" cy="1403645"/>
          </a:xfrm>
        </p:grpSpPr>
        <p:pic>
          <p:nvPicPr>
            <p:cNvPr id="72" name="Google Shape;72;p5"/>
            <p:cNvPicPr preferRelativeResize="0"/>
            <p:nvPr/>
          </p:nvPicPr>
          <p:blipFill>
            <a:blip r:embed="rId9">
              <a:alphaModFix/>
            </a:blip>
            <a:stretch>
              <a:fillRect/>
            </a:stretch>
          </p:blipFill>
          <p:spPr>
            <a:xfrm rot="10800000">
              <a:off x="-638740" y="910453"/>
              <a:ext cx="1043875" cy="961900"/>
            </a:xfrm>
            <a:prstGeom prst="rect">
              <a:avLst/>
            </a:prstGeom>
            <a:noFill/>
            <a:ln>
              <a:noFill/>
            </a:ln>
          </p:spPr>
        </p:pic>
        <p:pic>
          <p:nvPicPr>
            <p:cNvPr id="73" name="Google Shape;73;p5"/>
            <p:cNvPicPr preferRelativeResize="0"/>
            <p:nvPr/>
          </p:nvPicPr>
          <p:blipFill>
            <a:blip r:embed="rId10">
              <a:alphaModFix/>
            </a:blip>
            <a:stretch>
              <a:fillRect/>
            </a:stretch>
          </p:blipFill>
          <p:spPr>
            <a:xfrm>
              <a:off x="8731803" y="1069113"/>
              <a:ext cx="1326850" cy="1244986"/>
            </a:xfrm>
            <a:prstGeom prst="rect">
              <a:avLst/>
            </a:prstGeom>
            <a:noFill/>
            <a:ln>
              <a:noFill/>
            </a:ln>
          </p:spPr>
        </p:pic>
      </p:grpSp>
    </p:spTree>
    <p:extLst>
      <p:ext uri="{BB962C8B-B14F-4D97-AF65-F5344CB8AC3E}">
        <p14:creationId xmlns:p14="http://schemas.microsoft.com/office/powerpoint/2010/main" val="1902023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4"/>
        <p:cNvGrpSpPr/>
        <p:nvPr/>
      </p:nvGrpSpPr>
      <p:grpSpPr>
        <a:xfrm>
          <a:off x="0" y="0"/>
          <a:ext cx="0" cy="0"/>
          <a:chOff x="0" y="0"/>
          <a:chExt cx="0" cy="0"/>
        </a:xfrm>
      </p:grpSpPr>
      <p:pic>
        <p:nvPicPr>
          <p:cNvPr id="75" name="Google Shape;75;p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76" name="Google Shape;76;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77" name="Google Shape;77;p6"/>
          <p:cNvPicPr preferRelativeResize="0"/>
          <p:nvPr/>
        </p:nvPicPr>
        <p:blipFill>
          <a:blip r:embed="rId3">
            <a:alphaModFix/>
          </a:blip>
          <a:stretch>
            <a:fillRect/>
          </a:stretch>
        </p:blipFill>
        <p:spPr>
          <a:xfrm>
            <a:off x="8313555" y="2893000"/>
            <a:ext cx="6418336" cy="6988131"/>
          </a:xfrm>
          <a:prstGeom prst="rect">
            <a:avLst/>
          </a:prstGeom>
          <a:noFill/>
          <a:ln>
            <a:noFill/>
          </a:ln>
        </p:spPr>
      </p:pic>
      <p:pic>
        <p:nvPicPr>
          <p:cNvPr id="78" name="Google Shape;78;p6"/>
          <p:cNvPicPr preferRelativeResize="0"/>
          <p:nvPr/>
        </p:nvPicPr>
        <p:blipFill>
          <a:blip r:embed="rId4">
            <a:alphaModFix/>
          </a:blip>
          <a:stretch>
            <a:fillRect/>
          </a:stretch>
        </p:blipFill>
        <p:spPr>
          <a:xfrm>
            <a:off x="5751101" y="6288801"/>
            <a:ext cx="2913268" cy="1683967"/>
          </a:xfrm>
          <a:prstGeom prst="rect">
            <a:avLst/>
          </a:prstGeom>
          <a:noFill/>
          <a:ln>
            <a:noFill/>
          </a:ln>
        </p:spPr>
      </p:pic>
      <p:pic>
        <p:nvPicPr>
          <p:cNvPr id="79" name="Google Shape;79;p6"/>
          <p:cNvPicPr preferRelativeResize="0"/>
          <p:nvPr/>
        </p:nvPicPr>
        <p:blipFill>
          <a:blip r:embed="rId5">
            <a:alphaModFix/>
          </a:blip>
          <a:stretch>
            <a:fillRect/>
          </a:stretch>
        </p:blipFill>
        <p:spPr>
          <a:xfrm rot="7293761">
            <a:off x="11581637" y="3680534"/>
            <a:ext cx="1136500" cy="1258665"/>
          </a:xfrm>
          <a:prstGeom prst="rect">
            <a:avLst/>
          </a:prstGeom>
          <a:noFill/>
          <a:ln>
            <a:noFill/>
          </a:ln>
        </p:spPr>
      </p:pic>
      <p:grpSp>
        <p:nvGrpSpPr>
          <p:cNvPr id="80" name="Google Shape;80;p6"/>
          <p:cNvGrpSpPr/>
          <p:nvPr/>
        </p:nvGrpSpPr>
        <p:grpSpPr>
          <a:xfrm>
            <a:off x="-3981055" y="-2728189"/>
            <a:ext cx="18642408" cy="12030144"/>
            <a:chOff x="-2985791" y="-2046142"/>
            <a:chExt cx="13981806" cy="9022608"/>
          </a:xfrm>
        </p:grpSpPr>
        <p:pic>
          <p:nvPicPr>
            <p:cNvPr id="81" name="Google Shape;81;p6"/>
            <p:cNvPicPr preferRelativeResize="0"/>
            <p:nvPr/>
          </p:nvPicPr>
          <p:blipFill>
            <a:blip r:embed="rId6">
              <a:alphaModFix/>
            </a:blip>
            <a:stretch>
              <a:fillRect/>
            </a:stretch>
          </p:blipFill>
          <p:spPr>
            <a:xfrm rot="3069595">
              <a:off x="7600098" y="-1204751"/>
              <a:ext cx="3167267" cy="2103248"/>
            </a:xfrm>
            <a:prstGeom prst="rect">
              <a:avLst/>
            </a:prstGeom>
            <a:noFill/>
            <a:ln>
              <a:noFill/>
            </a:ln>
          </p:spPr>
        </p:pic>
        <p:pic>
          <p:nvPicPr>
            <p:cNvPr id="82" name="Google Shape;82;p6"/>
            <p:cNvPicPr preferRelativeResize="0"/>
            <p:nvPr/>
          </p:nvPicPr>
          <p:blipFill>
            <a:blip r:embed="rId7">
              <a:alphaModFix/>
            </a:blip>
            <a:stretch>
              <a:fillRect/>
            </a:stretch>
          </p:blipFill>
          <p:spPr>
            <a:xfrm rot="6438708">
              <a:off x="-2530091" y="-1473399"/>
              <a:ext cx="3167276" cy="3284995"/>
            </a:xfrm>
            <a:prstGeom prst="rect">
              <a:avLst/>
            </a:prstGeom>
            <a:noFill/>
            <a:ln>
              <a:noFill/>
            </a:ln>
          </p:spPr>
        </p:pic>
        <p:pic>
          <p:nvPicPr>
            <p:cNvPr id="83" name="Google Shape;83;p6"/>
            <p:cNvPicPr preferRelativeResize="0"/>
            <p:nvPr/>
          </p:nvPicPr>
          <p:blipFill>
            <a:blip r:embed="rId6">
              <a:alphaModFix/>
            </a:blip>
            <a:stretch>
              <a:fillRect/>
            </a:stretch>
          </p:blipFill>
          <p:spPr>
            <a:xfrm rot="-6935066">
              <a:off x="-1650952" y="4042348"/>
              <a:ext cx="3167269" cy="2103249"/>
            </a:xfrm>
            <a:prstGeom prst="rect">
              <a:avLst/>
            </a:prstGeom>
            <a:noFill/>
            <a:ln>
              <a:noFill/>
            </a:ln>
          </p:spPr>
        </p:pic>
      </p:grpSp>
      <p:grpSp>
        <p:nvGrpSpPr>
          <p:cNvPr id="84" name="Google Shape;84;p6"/>
          <p:cNvGrpSpPr/>
          <p:nvPr/>
        </p:nvGrpSpPr>
        <p:grpSpPr>
          <a:xfrm>
            <a:off x="5028902" y="-979803"/>
            <a:ext cx="4949737" cy="8727965"/>
            <a:chOff x="3771676" y="-734852"/>
            <a:chExt cx="3712303" cy="6545974"/>
          </a:xfrm>
        </p:grpSpPr>
        <p:pic>
          <p:nvPicPr>
            <p:cNvPr id="85" name="Google Shape;85;p6"/>
            <p:cNvPicPr preferRelativeResize="0"/>
            <p:nvPr/>
          </p:nvPicPr>
          <p:blipFill>
            <a:blip r:embed="rId8">
              <a:alphaModFix amt="87000"/>
            </a:blip>
            <a:stretch>
              <a:fillRect/>
            </a:stretch>
          </p:blipFill>
          <p:spPr>
            <a:xfrm>
              <a:off x="6440103" y="-734852"/>
              <a:ext cx="1043875" cy="961900"/>
            </a:xfrm>
            <a:prstGeom prst="rect">
              <a:avLst/>
            </a:prstGeom>
            <a:noFill/>
            <a:ln>
              <a:noFill/>
            </a:ln>
          </p:spPr>
        </p:pic>
        <p:pic>
          <p:nvPicPr>
            <p:cNvPr id="86" name="Google Shape;86;p6"/>
            <p:cNvPicPr preferRelativeResize="0"/>
            <p:nvPr/>
          </p:nvPicPr>
          <p:blipFill>
            <a:blip r:embed="rId9">
              <a:alphaModFix amt="54000"/>
            </a:blip>
            <a:stretch>
              <a:fillRect/>
            </a:stretch>
          </p:blipFill>
          <p:spPr>
            <a:xfrm>
              <a:off x="3771676" y="4831650"/>
              <a:ext cx="1043876" cy="979472"/>
            </a:xfrm>
            <a:prstGeom prst="rect">
              <a:avLst/>
            </a:prstGeom>
            <a:noFill/>
            <a:ln>
              <a:noFill/>
            </a:ln>
          </p:spPr>
        </p:pic>
      </p:grpSp>
    </p:spTree>
    <p:extLst>
      <p:ext uri="{BB962C8B-B14F-4D97-AF65-F5344CB8AC3E}">
        <p14:creationId xmlns:p14="http://schemas.microsoft.com/office/powerpoint/2010/main" val="911521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7"/>
        <p:cNvGrpSpPr/>
        <p:nvPr/>
      </p:nvGrpSpPr>
      <p:grpSpPr>
        <a:xfrm>
          <a:off x="0" y="0"/>
          <a:ext cx="0" cy="0"/>
          <a:chOff x="0" y="0"/>
          <a:chExt cx="0" cy="0"/>
        </a:xfrm>
      </p:grpSpPr>
      <p:pic>
        <p:nvPicPr>
          <p:cNvPr id="88" name="Google Shape;88;p7"/>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89" name="Google Shape;89;p7"/>
          <p:cNvSpPr txBox="1">
            <a:spLocks noGrp="1"/>
          </p:cNvSpPr>
          <p:nvPr>
            <p:ph type="title"/>
          </p:nvPr>
        </p:nvSpPr>
        <p:spPr>
          <a:xfrm>
            <a:off x="960000" y="589467"/>
            <a:ext cx="9766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90" name="Google Shape;90;p7"/>
          <p:cNvSpPr txBox="1">
            <a:spLocks noGrp="1"/>
          </p:cNvSpPr>
          <p:nvPr>
            <p:ph type="subTitle" idx="1"/>
          </p:nvPr>
        </p:nvSpPr>
        <p:spPr>
          <a:xfrm>
            <a:off x="960000" y="1535533"/>
            <a:ext cx="9766000" cy="395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sz="2133"/>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grpSp>
        <p:nvGrpSpPr>
          <p:cNvPr id="91" name="Google Shape;91;p7"/>
          <p:cNvGrpSpPr/>
          <p:nvPr/>
        </p:nvGrpSpPr>
        <p:grpSpPr>
          <a:xfrm>
            <a:off x="8162123" y="-2141466"/>
            <a:ext cx="7048611" cy="11256356"/>
            <a:chOff x="6121592" y="-1606100"/>
            <a:chExt cx="5286458" cy="8442267"/>
          </a:xfrm>
        </p:grpSpPr>
        <p:pic>
          <p:nvPicPr>
            <p:cNvPr id="92" name="Google Shape;92;p7"/>
            <p:cNvPicPr preferRelativeResize="0"/>
            <p:nvPr/>
          </p:nvPicPr>
          <p:blipFill>
            <a:blip r:embed="rId3">
              <a:alphaModFix/>
            </a:blip>
            <a:stretch>
              <a:fillRect/>
            </a:stretch>
          </p:blipFill>
          <p:spPr>
            <a:xfrm>
              <a:off x="6121592" y="-1606100"/>
              <a:ext cx="3167267" cy="2103247"/>
            </a:xfrm>
            <a:prstGeom prst="rect">
              <a:avLst/>
            </a:prstGeom>
            <a:noFill/>
            <a:ln>
              <a:noFill/>
            </a:ln>
          </p:spPr>
        </p:pic>
        <p:pic>
          <p:nvPicPr>
            <p:cNvPr id="93" name="Google Shape;93;p7"/>
            <p:cNvPicPr preferRelativeResize="0"/>
            <p:nvPr/>
          </p:nvPicPr>
          <p:blipFill>
            <a:blip r:embed="rId4">
              <a:alphaModFix/>
            </a:blip>
            <a:stretch>
              <a:fillRect/>
            </a:stretch>
          </p:blipFill>
          <p:spPr>
            <a:xfrm rot="-3024203">
              <a:off x="7618814" y="3712386"/>
              <a:ext cx="3638626" cy="2103250"/>
            </a:xfrm>
            <a:prstGeom prst="rect">
              <a:avLst/>
            </a:prstGeom>
            <a:noFill/>
            <a:ln>
              <a:noFill/>
            </a:ln>
          </p:spPr>
        </p:pic>
      </p:grpSp>
      <p:pic>
        <p:nvPicPr>
          <p:cNvPr id="94" name="Google Shape;94;p7"/>
          <p:cNvPicPr preferRelativeResize="0"/>
          <p:nvPr/>
        </p:nvPicPr>
        <p:blipFill>
          <a:blip r:embed="rId5">
            <a:alphaModFix/>
          </a:blip>
          <a:stretch>
            <a:fillRect/>
          </a:stretch>
        </p:blipFill>
        <p:spPr>
          <a:xfrm flipH="1">
            <a:off x="1138458" y="-513434"/>
            <a:ext cx="1062133" cy="1176299"/>
          </a:xfrm>
          <a:prstGeom prst="rect">
            <a:avLst/>
          </a:prstGeom>
          <a:noFill/>
          <a:ln>
            <a:noFill/>
          </a:ln>
        </p:spPr>
      </p:pic>
      <p:pic>
        <p:nvPicPr>
          <p:cNvPr id="95" name="Google Shape;95;p7"/>
          <p:cNvPicPr preferRelativeResize="0"/>
          <p:nvPr/>
        </p:nvPicPr>
        <p:blipFill>
          <a:blip r:embed="rId6">
            <a:alphaModFix/>
          </a:blip>
          <a:stretch>
            <a:fillRect/>
          </a:stretch>
        </p:blipFill>
        <p:spPr>
          <a:xfrm rot="2700000">
            <a:off x="-2142703" y="3783765"/>
            <a:ext cx="5321521" cy="5793971"/>
          </a:xfrm>
          <a:prstGeom prst="rect">
            <a:avLst/>
          </a:prstGeom>
          <a:noFill/>
          <a:ln>
            <a:noFill/>
          </a:ln>
        </p:spPr>
      </p:pic>
      <p:grpSp>
        <p:nvGrpSpPr>
          <p:cNvPr id="96" name="Google Shape;96;p7"/>
          <p:cNvGrpSpPr/>
          <p:nvPr/>
        </p:nvGrpSpPr>
        <p:grpSpPr>
          <a:xfrm>
            <a:off x="3401963" y="-810826"/>
            <a:ext cx="8884431" cy="8227441"/>
            <a:chOff x="2551472" y="-608120"/>
            <a:chExt cx="6663323" cy="6170581"/>
          </a:xfrm>
        </p:grpSpPr>
        <p:pic>
          <p:nvPicPr>
            <p:cNvPr id="97" name="Google Shape;97;p7"/>
            <p:cNvPicPr preferRelativeResize="0"/>
            <p:nvPr/>
          </p:nvPicPr>
          <p:blipFill>
            <a:blip r:embed="rId7">
              <a:alphaModFix/>
            </a:blip>
            <a:stretch>
              <a:fillRect/>
            </a:stretch>
          </p:blipFill>
          <p:spPr>
            <a:xfrm>
              <a:off x="2551472" y="4600561"/>
              <a:ext cx="1043875" cy="961900"/>
            </a:xfrm>
            <a:prstGeom prst="rect">
              <a:avLst/>
            </a:prstGeom>
            <a:noFill/>
            <a:ln>
              <a:noFill/>
            </a:ln>
          </p:spPr>
        </p:pic>
        <p:pic>
          <p:nvPicPr>
            <p:cNvPr id="98" name="Google Shape;98;p7"/>
            <p:cNvPicPr preferRelativeResize="0"/>
            <p:nvPr/>
          </p:nvPicPr>
          <p:blipFill>
            <a:blip r:embed="rId8">
              <a:alphaModFix amt="69000"/>
            </a:blip>
            <a:stretch>
              <a:fillRect/>
            </a:stretch>
          </p:blipFill>
          <p:spPr>
            <a:xfrm rot="9899998">
              <a:off x="7759072" y="-458613"/>
              <a:ext cx="1318127" cy="1236801"/>
            </a:xfrm>
            <a:prstGeom prst="rect">
              <a:avLst/>
            </a:prstGeom>
            <a:noFill/>
            <a:ln>
              <a:noFill/>
            </a:ln>
          </p:spPr>
        </p:pic>
      </p:grpSp>
    </p:spTree>
    <p:extLst>
      <p:ext uri="{BB962C8B-B14F-4D97-AF65-F5344CB8AC3E}">
        <p14:creationId xmlns:p14="http://schemas.microsoft.com/office/powerpoint/2010/main" val="2883227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99"/>
        <p:cNvGrpSpPr/>
        <p:nvPr/>
      </p:nvGrpSpPr>
      <p:grpSpPr>
        <a:xfrm>
          <a:off x="0" y="0"/>
          <a:ext cx="0" cy="0"/>
          <a:chOff x="0" y="0"/>
          <a:chExt cx="0" cy="0"/>
        </a:xfrm>
      </p:grpSpPr>
      <p:pic>
        <p:nvPicPr>
          <p:cNvPr id="100" name="Google Shape;100;p8"/>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01" name="Google Shape;101;p8"/>
          <p:cNvSpPr txBox="1">
            <a:spLocks noGrp="1"/>
          </p:cNvSpPr>
          <p:nvPr>
            <p:ph type="title"/>
          </p:nvPr>
        </p:nvSpPr>
        <p:spPr>
          <a:xfrm>
            <a:off x="2192600" y="2374467"/>
            <a:ext cx="7806800" cy="16012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4800"/>
              <a:buNone/>
              <a:defRPr sz="8000"/>
            </a:lvl1pPr>
            <a:lvl2pPr lvl="1">
              <a:spcBef>
                <a:spcPts val="0"/>
              </a:spcBef>
              <a:spcAft>
                <a:spcPts val="0"/>
              </a:spcAft>
              <a:buSzPts val="4800"/>
              <a:buFont typeface="EB Garamond"/>
              <a:buNone/>
              <a:defRPr sz="6400">
                <a:latin typeface="EB Garamond"/>
                <a:ea typeface="EB Garamond"/>
                <a:cs typeface="EB Garamond"/>
                <a:sym typeface="EB Garamond"/>
              </a:defRPr>
            </a:lvl2pPr>
            <a:lvl3pPr lvl="2">
              <a:spcBef>
                <a:spcPts val="0"/>
              </a:spcBef>
              <a:spcAft>
                <a:spcPts val="0"/>
              </a:spcAft>
              <a:buSzPts val="4800"/>
              <a:buFont typeface="EB Garamond"/>
              <a:buNone/>
              <a:defRPr sz="6400">
                <a:latin typeface="EB Garamond"/>
                <a:ea typeface="EB Garamond"/>
                <a:cs typeface="EB Garamond"/>
                <a:sym typeface="EB Garamond"/>
              </a:defRPr>
            </a:lvl3pPr>
            <a:lvl4pPr lvl="3">
              <a:spcBef>
                <a:spcPts val="0"/>
              </a:spcBef>
              <a:spcAft>
                <a:spcPts val="0"/>
              </a:spcAft>
              <a:buSzPts val="4800"/>
              <a:buFont typeface="EB Garamond"/>
              <a:buNone/>
              <a:defRPr sz="6400">
                <a:latin typeface="EB Garamond"/>
                <a:ea typeface="EB Garamond"/>
                <a:cs typeface="EB Garamond"/>
                <a:sym typeface="EB Garamond"/>
              </a:defRPr>
            </a:lvl4pPr>
            <a:lvl5pPr lvl="4">
              <a:spcBef>
                <a:spcPts val="0"/>
              </a:spcBef>
              <a:spcAft>
                <a:spcPts val="0"/>
              </a:spcAft>
              <a:buSzPts val="4800"/>
              <a:buFont typeface="EB Garamond"/>
              <a:buNone/>
              <a:defRPr sz="6400">
                <a:latin typeface="EB Garamond"/>
                <a:ea typeface="EB Garamond"/>
                <a:cs typeface="EB Garamond"/>
                <a:sym typeface="EB Garamond"/>
              </a:defRPr>
            </a:lvl5pPr>
            <a:lvl6pPr lvl="5">
              <a:spcBef>
                <a:spcPts val="0"/>
              </a:spcBef>
              <a:spcAft>
                <a:spcPts val="0"/>
              </a:spcAft>
              <a:buSzPts val="4800"/>
              <a:buFont typeface="EB Garamond"/>
              <a:buNone/>
              <a:defRPr sz="6400">
                <a:latin typeface="EB Garamond"/>
                <a:ea typeface="EB Garamond"/>
                <a:cs typeface="EB Garamond"/>
                <a:sym typeface="EB Garamond"/>
              </a:defRPr>
            </a:lvl6pPr>
            <a:lvl7pPr lvl="6">
              <a:spcBef>
                <a:spcPts val="0"/>
              </a:spcBef>
              <a:spcAft>
                <a:spcPts val="0"/>
              </a:spcAft>
              <a:buSzPts val="4800"/>
              <a:buFont typeface="EB Garamond"/>
              <a:buNone/>
              <a:defRPr sz="6400">
                <a:latin typeface="EB Garamond"/>
                <a:ea typeface="EB Garamond"/>
                <a:cs typeface="EB Garamond"/>
                <a:sym typeface="EB Garamond"/>
              </a:defRPr>
            </a:lvl7pPr>
            <a:lvl8pPr lvl="7">
              <a:spcBef>
                <a:spcPts val="0"/>
              </a:spcBef>
              <a:spcAft>
                <a:spcPts val="0"/>
              </a:spcAft>
              <a:buSzPts val="4800"/>
              <a:buFont typeface="EB Garamond"/>
              <a:buNone/>
              <a:defRPr sz="6400">
                <a:latin typeface="EB Garamond"/>
                <a:ea typeface="EB Garamond"/>
                <a:cs typeface="EB Garamond"/>
                <a:sym typeface="EB Garamond"/>
              </a:defRPr>
            </a:lvl8pPr>
            <a:lvl9pPr lvl="8">
              <a:spcBef>
                <a:spcPts val="0"/>
              </a:spcBef>
              <a:spcAft>
                <a:spcPts val="0"/>
              </a:spcAft>
              <a:buSzPts val="4800"/>
              <a:buFont typeface="EB Garamond"/>
              <a:buNone/>
              <a:defRPr sz="6400">
                <a:latin typeface="EB Garamond"/>
                <a:ea typeface="EB Garamond"/>
                <a:cs typeface="EB Garamond"/>
                <a:sym typeface="EB Garamond"/>
              </a:defRPr>
            </a:lvl9pPr>
          </a:lstStyle>
          <a:p>
            <a:r>
              <a:rPr lang="en-US"/>
              <a:t>Click to edit Master title style</a:t>
            </a:r>
            <a:endParaRPr/>
          </a:p>
        </p:txBody>
      </p:sp>
      <p:grpSp>
        <p:nvGrpSpPr>
          <p:cNvPr id="102" name="Google Shape;102;p8"/>
          <p:cNvGrpSpPr/>
          <p:nvPr/>
        </p:nvGrpSpPr>
        <p:grpSpPr>
          <a:xfrm>
            <a:off x="-2610199" y="-2518379"/>
            <a:ext cx="8961673" cy="13714645"/>
            <a:chOff x="-1957650" y="-1888784"/>
            <a:chExt cx="6721255" cy="10285984"/>
          </a:xfrm>
        </p:grpSpPr>
        <p:pic>
          <p:nvPicPr>
            <p:cNvPr id="103" name="Google Shape;103;p8"/>
            <p:cNvPicPr preferRelativeResize="0"/>
            <p:nvPr/>
          </p:nvPicPr>
          <p:blipFill>
            <a:blip r:embed="rId3">
              <a:alphaModFix/>
            </a:blip>
            <a:stretch>
              <a:fillRect/>
            </a:stretch>
          </p:blipFill>
          <p:spPr>
            <a:xfrm rot="7666905" flipH="1">
              <a:off x="-171763" y="3316147"/>
              <a:ext cx="3991123" cy="4345454"/>
            </a:xfrm>
            <a:prstGeom prst="rect">
              <a:avLst/>
            </a:prstGeom>
            <a:noFill/>
            <a:ln>
              <a:noFill/>
            </a:ln>
          </p:spPr>
        </p:pic>
        <p:pic>
          <p:nvPicPr>
            <p:cNvPr id="104" name="Google Shape;104;p8"/>
            <p:cNvPicPr preferRelativeResize="0"/>
            <p:nvPr/>
          </p:nvPicPr>
          <p:blipFill>
            <a:blip r:embed="rId3">
              <a:alphaModFix/>
            </a:blip>
            <a:stretch>
              <a:fillRect/>
            </a:stretch>
          </p:blipFill>
          <p:spPr>
            <a:xfrm rot="-5400000" flipH="1">
              <a:off x="-1780484" y="-2065950"/>
              <a:ext cx="3991120" cy="4345452"/>
            </a:xfrm>
            <a:prstGeom prst="rect">
              <a:avLst/>
            </a:prstGeom>
            <a:noFill/>
            <a:ln>
              <a:noFill/>
            </a:ln>
          </p:spPr>
        </p:pic>
      </p:grpSp>
      <p:pic>
        <p:nvPicPr>
          <p:cNvPr id="105" name="Google Shape;105;p8"/>
          <p:cNvPicPr preferRelativeResize="0"/>
          <p:nvPr/>
        </p:nvPicPr>
        <p:blipFill>
          <a:blip r:embed="rId4">
            <a:alphaModFix/>
          </a:blip>
          <a:stretch>
            <a:fillRect/>
          </a:stretch>
        </p:blipFill>
        <p:spPr>
          <a:xfrm rot="10800000" flipH="1">
            <a:off x="6618455" y="-671596"/>
            <a:ext cx="1391833" cy="1282533"/>
          </a:xfrm>
          <a:prstGeom prst="rect">
            <a:avLst/>
          </a:prstGeom>
          <a:noFill/>
          <a:ln>
            <a:noFill/>
          </a:ln>
        </p:spPr>
      </p:pic>
      <p:grpSp>
        <p:nvGrpSpPr>
          <p:cNvPr id="106" name="Google Shape;106;p8"/>
          <p:cNvGrpSpPr/>
          <p:nvPr/>
        </p:nvGrpSpPr>
        <p:grpSpPr>
          <a:xfrm>
            <a:off x="-379321" y="-846111"/>
            <a:ext cx="7317020" cy="7339523"/>
            <a:chOff x="-284491" y="-634583"/>
            <a:chExt cx="5487765" cy="5504642"/>
          </a:xfrm>
        </p:grpSpPr>
        <p:pic>
          <p:nvPicPr>
            <p:cNvPr id="107" name="Google Shape;107;p8"/>
            <p:cNvPicPr preferRelativeResize="0"/>
            <p:nvPr/>
          </p:nvPicPr>
          <p:blipFill>
            <a:blip r:embed="rId5">
              <a:alphaModFix/>
            </a:blip>
            <a:stretch>
              <a:fillRect/>
            </a:stretch>
          </p:blipFill>
          <p:spPr>
            <a:xfrm rot="1613369" flipH="1">
              <a:off x="249100" y="3736827"/>
              <a:ext cx="1320890" cy="882225"/>
            </a:xfrm>
            <a:prstGeom prst="rect">
              <a:avLst/>
            </a:prstGeom>
            <a:noFill/>
            <a:ln>
              <a:noFill/>
            </a:ln>
          </p:spPr>
        </p:pic>
        <p:pic>
          <p:nvPicPr>
            <p:cNvPr id="108" name="Google Shape;108;p8"/>
            <p:cNvPicPr preferRelativeResize="0"/>
            <p:nvPr/>
          </p:nvPicPr>
          <p:blipFill>
            <a:blip r:embed="rId6">
              <a:alphaModFix/>
            </a:blip>
            <a:stretch>
              <a:fillRect/>
            </a:stretch>
          </p:blipFill>
          <p:spPr>
            <a:xfrm rot="7840044" flipH="1">
              <a:off x="-105851" y="-9485"/>
              <a:ext cx="2362876" cy="1556150"/>
            </a:xfrm>
            <a:prstGeom prst="rect">
              <a:avLst/>
            </a:prstGeom>
            <a:noFill/>
            <a:ln>
              <a:noFill/>
            </a:ln>
          </p:spPr>
        </p:pic>
        <p:pic>
          <p:nvPicPr>
            <p:cNvPr id="109" name="Google Shape;109;p8"/>
            <p:cNvPicPr preferRelativeResize="0"/>
            <p:nvPr/>
          </p:nvPicPr>
          <p:blipFill>
            <a:blip r:embed="rId7">
              <a:alphaModFix/>
            </a:blip>
            <a:stretch>
              <a:fillRect/>
            </a:stretch>
          </p:blipFill>
          <p:spPr>
            <a:xfrm rot="10800000" flipH="1">
              <a:off x="4406674" y="-334335"/>
              <a:ext cx="796600" cy="882224"/>
            </a:xfrm>
            <a:prstGeom prst="rect">
              <a:avLst/>
            </a:prstGeom>
            <a:noFill/>
            <a:ln>
              <a:noFill/>
            </a:ln>
          </p:spPr>
        </p:pic>
      </p:grpSp>
      <p:grpSp>
        <p:nvGrpSpPr>
          <p:cNvPr id="110" name="Google Shape;110;p8"/>
          <p:cNvGrpSpPr/>
          <p:nvPr/>
        </p:nvGrpSpPr>
        <p:grpSpPr>
          <a:xfrm>
            <a:off x="-2610200" y="-2789697"/>
            <a:ext cx="17822819" cy="13720929"/>
            <a:chOff x="-1957650" y="-2092273"/>
            <a:chExt cx="13367114" cy="10290697"/>
          </a:xfrm>
        </p:grpSpPr>
        <p:pic>
          <p:nvPicPr>
            <p:cNvPr id="111" name="Google Shape;111;p8"/>
            <p:cNvPicPr preferRelativeResize="0"/>
            <p:nvPr/>
          </p:nvPicPr>
          <p:blipFill>
            <a:blip r:embed="rId8">
              <a:alphaModFix amt="75000"/>
            </a:blip>
            <a:stretch>
              <a:fillRect/>
            </a:stretch>
          </p:blipFill>
          <p:spPr>
            <a:xfrm rot="-10799956" flipH="1">
              <a:off x="-1957650" y="857009"/>
              <a:ext cx="3055850" cy="2099585"/>
            </a:xfrm>
            <a:prstGeom prst="rect">
              <a:avLst/>
            </a:prstGeom>
            <a:noFill/>
            <a:ln>
              <a:noFill/>
            </a:ln>
          </p:spPr>
        </p:pic>
        <p:pic>
          <p:nvPicPr>
            <p:cNvPr id="112" name="Google Shape;112;p8"/>
            <p:cNvPicPr preferRelativeResize="0"/>
            <p:nvPr/>
          </p:nvPicPr>
          <p:blipFill>
            <a:blip r:embed="rId9">
              <a:alphaModFix/>
            </a:blip>
            <a:stretch>
              <a:fillRect/>
            </a:stretch>
          </p:blipFill>
          <p:spPr>
            <a:xfrm rot="7392123" flipH="1">
              <a:off x="6661918" y="3989918"/>
              <a:ext cx="4514503" cy="2997899"/>
            </a:xfrm>
            <a:prstGeom prst="rect">
              <a:avLst/>
            </a:prstGeom>
            <a:noFill/>
            <a:ln>
              <a:noFill/>
            </a:ln>
          </p:spPr>
        </p:pic>
        <p:pic>
          <p:nvPicPr>
            <p:cNvPr id="113" name="Google Shape;113;p8"/>
            <p:cNvPicPr preferRelativeResize="0"/>
            <p:nvPr/>
          </p:nvPicPr>
          <p:blipFill>
            <a:blip r:embed="rId10">
              <a:alphaModFix amt="76000"/>
            </a:blip>
            <a:stretch>
              <a:fillRect/>
            </a:stretch>
          </p:blipFill>
          <p:spPr>
            <a:xfrm rot="5400000" flipH="1">
              <a:off x="6728673" y="-2157159"/>
              <a:ext cx="3490775" cy="3620548"/>
            </a:xfrm>
            <a:prstGeom prst="rect">
              <a:avLst/>
            </a:prstGeom>
            <a:noFill/>
            <a:ln>
              <a:noFill/>
            </a:ln>
          </p:spPr>
        </p:pic>
      </p:grpSp>
    </p:spTree>
    <p:extLst>
      <p:ext uri="{BB962C8B-B14F-4D97-AF65-F5344CB8AC3E}">
        <p14:creationId xmlns:p14="http://schemas.microsoft.com/office/powerpoint/2010/main" val="3474078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14"/>
        <p:cNvGrpSpPr/>
        <p:nvPr/>
      </p:nvGrpSpPr>
      <p:grpSpPr>
        <a:xfrm>
          <a:off x="0" y="0"/>
          <a:ext cx="0" cy="0"/>
          <a:chOff x="0" y="0"/>
          <a:chExt cx="0" cy="0"/>
        </a:xfrm>
      </p:grpSpPr>
      <p:pic>
        <p:nvPicPr>
          <p:cNvPr id="115" name="Google Shape;115;p9"/>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16" name="Google Shape;116;p9"/>
          <p:cNvSpPr txBox="1">
            <a:spLocks noGrp="1"/>
          </p:cNvSpPr>
          <p:nvPr>
            <p:ph type="title"/>
          </p:nvPr>
        </p:nvSpPr>
        <p:spPr>
          <a:xfrm>
            <a:off x="960000" y="1884700"/>
            <a:ext cx="5726400" cy="279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5333"/>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117" name="Google Shape;117;p9"/>
          <p:cNvSpPr txBox="1">
            <a:spLocks noGrp="1"/>
          </p:cNvSpPr>
          <p:nvPr>
            <p:ph type="subTitle" idx="1"/>
          </p:nvPr>
        </p:nvSpPr>
        <p:spPr>
          <a:xfrm>
            <a:off x="960000" y="4678400"/>
            <a:ext cx="5726400" cy="133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118" name="Google Shape;118;p9"/>
          <p:cNvGrpSpPr/>
          <p:nvPr/>
        </p:nvGrpSpPr>
        <p:grpSpPr>
          <a:xfrm rot="10800000">
            <a:off x="7380273" y="-2169685"/>
            <a:ext cx="7189711" cy="11118789"/>
            <a:chOff x="-1261435" y="-1947425"/>
            <a:chExt cx="5392283" cy="8339092"/>
          </a:xfrm>
        </p:grpSpPr>
        <p:pic>
          <p:nvPicPr>
            <p:cNvPr id="119" name="Google Shape;119;p9"/>
            <p:cNvPicPr preferRelativeResize="0"/>
            <p:nvPr/>
          </p:nvPicPr>
          <p:blipFill>
            <a:blip r:embed="rId3">
              <a:alphaModFix/>
            </a:blip>
            <a:stretch>
              <a:fillRect/>
            </a:stretch>
          </p:blipFill>
          <p:spPr>
            <a:xfrm flipH="1">
              <a:off x="963581" y="-1947425"/>
              <a:ext cx="3167267" cy="2103247"/>
            </a:xfrm>
            <a:prstGeom prst="rect">
              <a:avLst/>
            </a:prstGeom>
            <a:noFill/>
            <a:ln>
              <a:noFill/>
            </a:ln>
          </p:spPr>
        </p:pic>
        <p:pic>
          <p:nvPicPr>
            <p:cNvPr id="120" name="Google Shape;120;p9"/>
            <p:cNvPicPr preferRelativeResize="0"/>
            <p:nvPr/>
          </p:nvPicPr>
          <p:blipFill>
            <a:blip r:embed="rId4">
              <a:alphaModFix/>
            </a:blip>
            <a:stretch>
              <a:fillRect/>
            </a:stretch>
          </p:blipFill>
          <p:spPr>
            <a:xfrm rot="3024203" flipH="1">
              <a:off x="-1110825" y="3267886"/>
              <a:ext cx="3638626" cy="2103250"/>
            </a:xfrm>
            <a:prstGeom prst="rect">
              <a:avLst/>
            </a:prstGeom>
            <a:noFill/>
            <a:ln>
              <a:noFill/>
            </a:ln>
          </p:spPr>
        </p:pic>
      </p:grpSp>
      <p:grpSp>
        <p:nvGrpSpPr>
          <p:cNvPr id="121" name="Google Shape;121;p9"/>
          <p:cNvGrpSpPr/>
          <p:nvPr/>
        </p:nvGrpSpPr>
        <p:grpSpPr>
          <a:xfrm rot="10800000">
            <a:off x="328375" y="-745361"/>
            <a:ext cx="12188184" cy="8066432"/>
            <a:chOff x="278633" y="-726400"/>
            <a:chExt cx="9141138" cy="6049824"/>
          </a:xfrm>
        </p:grpSpPr>
        <p:pic>
          <p:nvPicPr>
            <p:cNvPr id="122" name="Google Shape;122;p9"/>
            <p:cNvPicPr preferRelativeResize="0"/>
            <p:nvPr/>
          </p:nvPicPr>
          <p:blipFill>
            <a:blip r:embed="rId5">
              <a:alphaModFix/>
            </a:blip>
            <a:stretch>
              <a:fillRect/>
            </a:stretch>
          </p:blipFill>
          <p:spPr>
            <a:xfrm flipH="1">
              <a:off x="278633" y="3767275"/>
              <a:ext cx="2362876" cy="1556149"/>
            </a:xfrm>
            <a:prstGeom prst="rect">
              <a:avLst/>
            </a:prstGeom>
            <a:noFill/>
            <a:ln>
              <a:noFill/>
            </a:ln>
          </p:spPr>
        </p:pic>
        <p:pic>
          <p:nvPicPr>
            <p:cNvPr id="123" name="Google Shape;123;p9"/>
            <p:cNvPicPr preferRelativeResize="0"/>
            <p:nvPr/>
          </p:nvPicPr>
          <p:blipFill>
            <a:blip r:embed="rId6">
              <a:alphaModFix/>
            </a:blip>
            <a:stretch>
              <a:fillRect/>
            </a:stretch>
          </p:blipFill>
          <p:spPr>
            <a:xfrm flipH="1">
              <a:off x="8623171" y="-726400"/>
              <a:ext cx="796600" cy="882224"/>
            </a:xfrm>
            <a:prstGeom prst="rect">
              <a:avLst/>
            </a:prstGeom>
            <a:noFill/>
            <a:ln>
              <a:noFill/>
            </a:ln>
          </p:spPr>
        </p:pic>
      </p:grpSp>
      <p:grpSp>
        <p:nvGrpSpPr>
          <p:cNvPr id="124" name="Google Shape;124;p9"/>
          <p:cNvGrpSpPr/>
          <p:nvPr/>
        </p:nvGrpSpPr>
        <p:grpSpPr>
          <a:xfrm rot="10800000">
            <a:off x="1448880" y="-810077"/>
            <a:ext cx="11565531" cy="7352541"/>
            <a:chOff x="-94756" y="-142445"/>
            <a:chExt cx="8674148" cy="5514406"/>
          </a:xfrm>
        </p:grpSpPr>
        <p:pic>
          <p:nvPicPr>
            <p:cNvPr id="125" name="Google Shape;125;p9"/>
            <p:cNvPicPr preferRelativeResize="0"/>
            <p:nvPr/>
          </p:nvPicPr>
          <p:blipFill>
            <a:blip r:embed="rId7">
              <a:alphaModFix amt="69000"/>
            </a:blip>
            <a:stretch>
              <a:fillRect/>
            </a:stretch>
          </p:blipFill>
          <p:spPr>
            <a:xfrm rot="-9899998" flipH="1">
              <a:off x="42840" y="7062"/>
              <a:ext cx="1318127" cy="1236801"/>
            </a:xfrm>
            <a:prstGeom prst="rect">
              <a:avLst/>
            </a:prstGeom>
            <a:noFill/>
            <a:ln>
              <a:noFill/>
            </a:ln>
          </p:spPr>
        </p:pic>
        <p:pic>
          <p:nvPicPr>
            <p:cNvPr id="126" name="Google Shape;126;p9"/>
            <p:cNvPicPr preferRelativeResize="0"/>
            <p:nvPr/>
          </p:nvPicPr>
          <p:blipFill>
            <a:blip r:embed="rId8">
              <a:alphaModFix/>
            </a:blip>
            <a:stretch>
              <a:fillRect/>
            </a:stretch>
          </p:blipFill>
          <p:spPr>
            <a:xfrm flipH="1">
              <a:off x="7535517" y="4410061"/>
              <a:ext cx="1043875" cy="961900"/>
            </a:xfrm>
            <a:prstGeom prst="rect">
              <a:avLst/>
            </a:prstGeom>
            <a:noFill/>
            <a:ln>
              <a:noFill/>
            </a:ln>
          </p:spPr>
        </p:pic>
      </p:grpSp>
      <p:pic>
        <p:nvPicPr>
          <p:cNvPr id="127" name="Google Shape;127;p9"/>
          <p:cNvPicPr preferRelativeResize="0"/>
          <p:nvPr/>
        </p:nvPicPr>
        <p:blipFill>
          <a:blip r:embed="rId9">
            <a:alphaModFix/>
          </a:blip>
          <a:stretch>
            <a:fillRect/>
          </a:stretch>
        </p:blipFill>
        <p:spPr>
          <a:xfrm rot="8100000" flipH="1">
            <a:off x="-1457019" y="-3225199"/>
            <a:ext cx="5321521" cy="5793971"/>
          </a:xfrm>
          <a:prstGeom prst="rect">
            <a:avLst/>
          </a:prstGeom>
          <a:noFill/>
          <a:ln>
            <a:noFill/>
          </a:ln>
        </p:spPr>
      </p:pic>
    </p:spTree>
    <p:extLst>
      <p:ext uri="{BB962C8B-B14F-4D97-AF65-F5344CB8AC3E}">
        <p14:creationId xmlns:p14="http://schemas.microsoft.com/office/powerpoint/2010/main" val="3489275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28"/>
        <p:cNvGrpSpPr/>
        <p:nvPr/>
      </p:nvGrpSpPr>
      <p:grpSpPr>
        <a:xfrm>
          <a:off x="0" y="0"/>
          <a:ext cx="0" cy="0"/>
          <a:chOff x="0" y="0"/>
          <a:chExt cx="0" cy="0"/>
        </a:xfrm>
      </p:grpSpPr>
      <p:sp>
        <p:nvSpPr>
          <p:cNvPr id="129" name="Google Shape;129;p10"/>
          <p:cNvSpPr>
            <a:spLocks noGrp="1"/>
          </p:cNvSpPr>
          <p:nvPr>
            <p:ph type="pic" idx="2"/>
          </p:nvPr>
        </p:nvSpPr>
        <p:spPr>
          <a:xfrm>
            <a:off x="0" y="0"/>
            <a:ext cx="12192000" cy="6858000"/>
          </a:xfrm>
          <a:prstGeom prst="rect">
            <a:avLst/>
          </a:prstGeom>
          <a:noFill/>
          <a:ln>
            <a:noFill/>
          </a:ln>
        </p:spPr>
      </p:sp>
      <p:sp>
        <p:nvSpPr>
          <p:cNvPr id="130" name="Google Shape;130;p10"/>
          <p:cNvSpPr txBox="1">
            <a:spLocks noGrp="1"/>
          </p:cNvSpPr>
          <p:nvPr>
            <p:ph type="title"/>
          </p:nvPr>
        </p:nvSpPr>
        <p:spPr>
          <a:xfrm>
            <a:off x="960000" y="4619567"/>
            <a:ext cx="4847200" cy="1525200"/>
          </a:xfrm>
          <a:prstGeom prst="rect">
            <a:avLst/>
          </a:prstGeom>
          <a:solidFill>
            <a:schemeClr val="lt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lvl1pPr>
            <a:lvl2pPr lvl="1" algn="ctr" rtl="0">
              <a:spcBef>
                <a:spcPts val="0"/>
              </a:spcBef>
              <a:spcAft>
                <a:spcPts val="0"/>
              </a:spcAft>
              <a:buSzPts val="3000"/>
              <a:buFont typeface="EB Garamond"/>
              <a:buNone/>
              <a:defRPr>
                <a:latin typeface="EB Garamond"/>
                <a:ea typeface="EB Garamond"/>
                <a:cs typeface="EB Garamond"/>
                <a:sym typeface="EB Garamond"/>
              </a:defRPr>
            </a:lvl2pPr>
            <a:lvl3pPr lvl="2" algn="ctr" rtl="0">
              <a:spcBef>
                <a:spcPts val="0"/>
              </a:spcBef>
              <a:spcAft>
                <a:spcPts val="0"/>
              </a:spcAft>
              <a:buSzPts val="3000"/>
              <a:buFont typeface="EB Garamond"/>
              <a:buNone/>
              <a:defRPr>
                <a:latin typeface="EB Garamond"/>
                <a:ea typeface="EB Garamond"/>
                <a:cs typeface="EB Garamond"/>
                <a:sym typeface="EB Garamond"/>
              </a:defRPr>
            </a:lvl3pPr>
            <a:lvl4pPr lvl="3" algn="ctr" rtl="0">
              <a:spcBef>
                <a:spcPts val="0"/>
              </a:spcBef>
              <a:spcAft>
                <a:spcPts val="0"/>
              </a:spcAft>
              <a:buSzPts val="3000"/>
              <a:buFont typeface="EB Garamond"/>
              <a:buNone/>
              <a:defRPr>
                <a:latin typeface="EB Garamond"/>
                <a:ea typeface="EB Garamond"/>
                <a:cs typeface="EB Garamond"/>
                <a:sym typeface="EB Garamond"/>
              </a:defRPr>
            </a:lvl4pPr>
            <a:lvl5pPr lvl="4" algn="ctr" rtl="0">
              <a:spcBef>
                <a:spcPts val="0"/>
              </a:spcBef>
              <a:spcAft>
                <a:spcPts val="0"/>
              </a:spcAft>
              <a:buSzPts val="3000"/>
              <a:buFont typeface="EB Garamond"/>
              <a:buNone/>
              <a:defRPr>
                <a:latin typeface="EB Garamond"/>
                <a:ea typeface="EB Garamond"/>
                <a:cs typeface="EB Garamond"/>
                <a:sym typeface="EB Garamond"/>
              </a:defRPr>
            </a:lvl5pPr>
            <a:lvl6pPr lvl="5" algn="ctr" rtl="0">
              <a:spcBef>
                <a:spcPts val="0"/>
              </a:spcBef>
              <a:spcAft>
                <a:spcPts val="0"/>
              </a:spcAft>
              <a:buSzPts val="3000"/>
              <a:buFont typeface="EB Garamond"/>
              <a:buNone/>
              <a:defRPr>
                <a:latin typeface="EB Garamond"/>
                <a:ea typeface="EB Garamond"/>
                <a:cs typeface="EB Garamond"/>
                <a:sym typeface="EB Garamond"/>
              </a:defRPr>
            </a:lvl6pPr>
            <a:lvl7pPr lvl="6" algn="ctr" rtl="0">
              <a:spcBef>
                <a:spcPts val="0"/>
              </a:spcBef>
              <a:spcAft>
                <a:spcPts val="0"/>
              </a:spcAft>
              <a:buSzPts val="3000"/>
              <a:buFont typeface="EB Garamond"/>
              <a:buNone/>
              <a:defRPr>
                <a:latin typeface="EB Garamond"/>
                <a:ea typeface="EB Garamond"/>
                <a:cs typeface="EB Garamond"/>
                <a:sym typeface="EB Garamond"/>
              </a:defRPr>
            </a:lvl7pPr>
            <a:lvl8pPr lvl="7" algn="ctr" rtl="0">
              <a:spcBef>
                <a:spcPts val="0"/>
              </a:spcBef>
              <a:spcAft>
                <a:spcPts val="0"/>
              </a:spcAft>
              <a:buSzPts val="3000"/>
              <a:buFont typeface="EB Garamond"/>
              <a:buNone/>
              <a:defRPr>
                <a:latin typeface="EB Garamond"/>
                <a:ea typeface="EB Garamond"/>
                <a:cs typeface="EB Garamond"/>
                <a:sym typeface="EB Garamond"/>
              </a:defRPr>
            </a:lvl8pPr>
            <a:lvl9pPr lvl="8" algn="ctr"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Tree>
    <p:extLst>
      <p:ext uri="{BB962C8B-B14F-4D97-AF65-F5344CB8AC3E}">
        <p14:creationId xmlns:p14="http://schemas.microsoft.com/office/powerpoint/2010/main" val="328758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31"/>
        <p:cNvGrpSpPr/>
        <p:nvPr/>
      </p:nvGrpSpPr>
      <p:grpSpPr>
        <a:xfrm>
          <a:off x="0" y="0"/>
          <a:ext cx="0" cy="0"/>
          <a:chOff x="0" y="0"/>
          <a:chExt cx="0" cy="0"/>
        </a:xfrm>
      </p:grpSpPr>
      <p:pic>
        <p:nvPicPr>
          <p:cNvPr id="132" name="Google Shape;132;p11"/>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33" name="Google Shape;133;p11"/>
          <p:cNvGrpSpPr/>
          <p:nvPr/>
        </p:nvGrpSpPr>
        <p:grpSpPr>
          <a:xfrm>
            <a:off x="-2610200" y="-4609997"/>
            <a:ext cx="10147007" cy="13714628"/>
            <a:chOff x="-1957650" y="-3457498"/>
            <a:chExt cx="7610255" cy="10285971"/>
          </a:xfrm>
        </p:grpSpPr>
        <p:pic>
          <p:nvPicPr>
            <p:cNvPr id="134" name="Google Shape;134;p11"/>
            <p:cNvPicPr preferRelativeResize="0"/>
            <p:nvPr/>
          </p:nvPicPr>
          <p:blipFill>
            <a:blip r:embed="rId3">
              <a:alphaModFix/>
            </a:blip>
            <a:stretch>
              <a:fillRect/>
            </a:stretch>
          </p:blipFill>
          <p:spPr>
            <a:xfrm rot="3133095">
              <a:off x="717237" y="-2721899"/>
              <a:ext cx="3991123" cy="4345454"/>
            </a:xfrm>
            <a:prstGeom prst="rect">
              <a:avLst/>
            </a:prstGeom>
            <a:noFill/>
            <a:ln>
              <a:noFill/>
            </a:ln>
          </p:spPr>
        </p:pic>
        <p:pic>
          <p:nvPicPr>
            <p:cNvPr id="135" name="Google Shape;135;p11"/>
            <p:cNvPicPr preferRelativeResize="0"/>
            <p:nvPr/>
          </p:nvPicPr>
          <p:blipFill>
            <a:blip r:embed="rId3">
              <a:alphaModFix/>
            </a:blip>
            <a:stretch>
              <a:fillRect/>
            </a:stretch>
          </p:blipFill>
          <p:spPr>
            <a:xfrm rot="-5400000">
              <a:off x="-1780484" y="2660188"/>
              <a:ext cx="3991120" cy="4345452"/>
            </a:xfrm>
            <a:prstGeom prst="rect">
              <a:avLst/>
            </a:prstGeom>
            <a:noFill/>
            <a:ln>
              <a:noFill/>
            </a:ln>
          </p:spPr>
        </p:pic>
      </p:grpSp>
      <p:pic>
        <p:nvPicPr>
          <p:cNvPr id="136" name="Google Shape;136;p11"/>
          <p:cNvPicPr preferRelativeResize="0"/>
          <p:nvPr/>
        </p:nvPicPr>
        <p:blipFill>
          <a:blip r:embed="rId4">
            <a:alphaModFix/>
          </a:blip>
          <a:stretch>
            <a:fillRect/>
          </a:stretch>
        </p:blipFill>
        <p:spPr>
          <a:xfrm>
            <a:off x="6618455" y="5975315"/>
            <a:ext cx="1391833" cy="1282533"/>
          </a:xfrm>
          <a:prstGeom prst="rect">
            <a:avLst/>
          </a:prstGeom>
          <a:noFill/>
          <a:ln>
            <a:noFill/>
          </a:ln>
        </p:spPr>
      </p:pic>
      <p:grpSp>
        <p:nvGrpSpPr>
          <p:cNvPr id="137" name="Google Shape;137;p11"/>
          <p:cNvGrpSpPr/>
          <p:nvPr/>
        </p:nvGrpSpPr>
        <p:grpSpPr>
          <a:xfrm>
            <a:off x="-379321" y="-707188"/>
            <a:ext cx="12571325" cy="8139551"/>
            <a:chOff x="-284491" y="-530391"/>
            <a:chExt cx="9428494" cy="6104663"/>
          </a:xfrm>
        </p:grpSpPr>
        <p:pic>
          <p:nvPicPr>
            <p:cNvPr id="138" name="Google Shape;138;p11"/>
            <p:cNvPicPr preferRelativeResize="0"/>
            <p:nvPr/>
          </p:nvPicPr>
          <p:blipFill>
            <a:blip r:embed="rId5">
              <a:alphaModFix/>
            </a:blip>
            <a:stretch>
              <a:fillRect/>
            </a:stretch>
          </p:blipFill>
          <p:spPr>
            <a:xfrm>
              <a:off x="280850" y="98388"/>
              <a:ext cx="1320889" cy="882225"/>
            </a:xfrm>
            <a:prstGeom prst="rect">
              <a:avLst/>
            </a:prstGeom>
            <a:noFill/>
            <a:ln>
              <a:noFill/>
            </a:ln>
          </p:spPr>
        </p:pic>
        <p:pic>
          <p:nvPicPr>
            <p:cNvPr id="139" name="Google Shape;139;p11"/>
            <p:cNvPicPr preferRelativeResize="0"/>
            <p:nvPr/>
          </p:nvPicPr>
          <p:blipFill>
            <a:blip r:embed="rId6">
              <a:alphaModFix/>
            </a:blip>
            <a:stretch>
              <a:fillRect/>
            </a:stretch>
          </p:blipFill>
          <p:spPr>
            <a:xfrm rot="2959956">
              <a:off x="-105851" y="3393025"/>
              <a:ext cx="2362876" cy="1556150"/>
            </a:xfrm>
            <a:prstGeom prst="rect">
              <a:avLst/>
            </a:prstGeom>
            <a:noFill/>
            <a:ln>
              <a:noFill/>
            </a:ln>
          </p:spPr>
        </p:pic>
        <p:pic>
          <p:nvPicPr>
            <p:cNvPr id="140" name="Google Shape;140;p11"/>
            <p:cNvPicPr preferRelativeResize="0"/>
            <p:nvPr/>
          </p:nvPicPr>
          <p:blipFill>
            <a:blip r:embed="rId7">
              <a:alphaModFix/>
            </a:blip>
            <a:stretch>
              <a:fillRect/>
            </a:stretch>
          </p:blipFill>
          <p:spPr>
            <a:xfrm rot="2257247">
              <a:off x="5882612" y="313408"/>
              <a:ext cx="3202202" cy="1284687"/>
            </a:xfrm>
            <a:prstGeom prst="rect">
              <a:avLst/>
            </a:prstGeom>
            <a:noFill/>
            <a:ln>
              <a:noFill/>
            </a:ln>
          </p:spPr>
        </p:pic>
        <p:pic>
          <p:nvPicPr>
            <p:cNvPr id="141" name="Google Shape;141;p11"/>
            <p:cNvPicPr preferRelativeResize="0"/>
            <p:nvPr/>
          </p:nvPicPr>
          <p:blipFill>
            <a:blip r:embed="rId8">
              <a:alphaModFix/>
            </a:blip>
            <a:stretch>
              <a:fillRect/>
            </a:stretch>
          </p:blipFill>
          <p:spPr>
            <a:xfrm>
              <a:off x="4406674" y="4391800"/>
              <a:ext cx="796600" cy="882224"/>
            </a:xfrm>
            <a:prstGeom prst="rect">
              <a:avLst/>
            </a:prstGeom>
            <a:noFill/>
            <a:ln>
              <a:noFill/>
            </a:ln>
          </p:spPr>
        </p:pic>
      </p:grpSp>
      <p:grpSp>
        <p:nvGrpSpPr>
          <p:cNvPr id="142" name="Google Shape;142;p11"/>
          <p:cNvGrpSpPr/>
          <p:nvPr/>
        </p:nvGrpSpPr>
        <p:grpSpPr>
          <a:xfrm>
            <a:off x="8571834" y="-4344978"/>
            <a:ext cx="6640785" cy="13720929"/>
            <a:chOff x="6428875" y="-3258734"/>
            <a:chExt cx="4980589" cy="10290697"/>
          </a:xfrm>
        </p:grpSpPr>
        <p:pic>
          <p:nvPicPr>
            <p:cNvPr id="143" name="Google Shape;143;p11"/>
            <p:cNvPicPr preferRelativeResize="0"/>
            <p:nvPr/>
          </p:nvPicPr>
          <p:blipFill>
            <a:blip r:embed="rId9">
              <a:alphaModFix/>
            </a:blip>
            <a:stretch>
              <a:fillRect/>
            </a:stretch>
          </p:blipFill>
          <p:spPr>
            <a:xfrm rot="3407877">
              <a:off x="6661918" y="-2048128"/>
              <a:ext cx="4514503" cy="2997899"/>
            </a:xfrm>
            <a:prstGeom prst="rect">
              <a:avLst/>
            </a:prstGeom>
            <a:noFill/>
            <a:ln>
              <a:noFill/>
            </a:ln>
          </p:spPr>
        </p:pic>
        <p:pic>
          <p:nvPicPr>
            <p:cNvPr id="144" name="Google Shape;144;p11"/>
            <p:cNvPicPr preferRelativeResize="0"/>
            <p:nvPr/>
          </p:nvPicPr>
          <p:blipFill>
            <a:blip r:embed="rId10">
              <a:alphaModFix amt="75000"/>
            </a:blip>
            <a:stretch>
              <a:fillRect/>
            </a:stretch>
          </p:blipFill>
          <p:spPr>
            <a:xfrm rot="-44">
              <a:off x="7816150" y="2218421"/>
              <a:ext cx="3055850" cy="2099585"/>
            </a:xfrm>
            <a:prstGeom prst="rect">
              <a:avLst/>
            </a:prstGeom>
            <a:noFill/>
            <a:ln>
              <a:noFill/>
            </a:ln>
          </p:spPr>
        </p:pic>
        <p:pic>
          <p:nvPicPr>
            <p:cNvPr id="145" name="Google Shape;145;p11"/>
            <p:cNvPicPr preferRelativeResize="0"/>
            <p:nvPr/>
          </p:nvPicPr>
          <p:blipFill>
            <a:blip r:embed="rId11">
              <a:alphaModFix amt="76000"/>
            </a:blip>
            <a:stretch>
              <a:fillRect/>
            </a:stretch>
          </p:blipFill>
          <p:spPr>
            <a:xfrm rot="5400000">
              <a:off x="6728673" y="3476301"/>
              <a:ext cx="3490775" cy="3620548"/>
            </a:xfrm>
            <a:prstGeom prst="rect">
              <a:avLst/>
            </a:prstGeom>
            <a:noFill/>
            <a:ln>
              <a:noFill/>
            </a:ln>
          </p:spPr>
        </p:pic>
      </p:grpSp>
      <p:sp>
        <p:nvSpPr>
          <p:cNvPr id="146" name="Google Shape;146;p11"/>
          <p:cNvSpPr txBox="1">
            <a:spLocks noGrp="1"/>
          </p:cNvSpPr>
          <p:nvPr>
            <p:ph type="title" hasCustomPrompt="1"/>
          </p:nvPr>
        </p:nvSpPr>
        <p:spPr>
          <a:xfrm>
            <a:off x="2752600" y="2243272"/>
            <a:ext cx="6686800" cy="1604400"/>
          </a:xfrm>
          <a:prstGeom prst="rect">
            <a:avLst/>
          </a:prstGeom>
        </p:spPr>
        <p:txBody>
          <a:bodyPr spcFirstLastPara="1" wrap="square" lIns="91425" tIns="91425" rIns="91425" bIns="91425" anchor="b" anchorCtr="0">
            <a:noAutofit/>
          </a:bodyPr>
          <a:lstStyle>
            <a:lvl1pPr marL="0" marR="0" lvl="0" indent="0" algn="ctr" rtl="0">
              <a:lnSpc>
                <a:spcPct val="115000"/>
              </a:lnSpc>
              <a:spcBef>
                <a:spcPts val="0"/>
              </a:spcBef>
              <a:spcAft>
                <a:spcPts val="0"/>
              </a:spcAft>
              <a:buSzPts val="9600"/>
              <a:buNone/>
              <a:defRPr sz="8000">
                <a:solidFill>
                  <a:schemeClr val="dk2"/>
                </a:solidFill>
              </a:defRPr>
            </a:lvl1pPr>
            <a:lvl2pPr lvl="1" algn="ctr">
              <a:spcBef>
                <a:spcPts val="0"/>
              </a:spcBef>
              <a:spcAft>
                <a:spcPts val="0"/>
              </a:spcAft>
              <a:buSzPts val="9600"/>
              <a:buFont typeface="EB Garamond"/>
              <a:buNone/>
              <a:defRPr sz="12800">
                <a:latin typeface="EB Garamond"/>
                <a:ea typeface="EB Garamond"/>
                <a:cs typeface="EB Garamond"/>
                <a:sym typeface="EB Garamond"/>
              </a:defRPr>
            </a:lvl2pPr>
            <a:lvl3pPr lvl="2" algn="ctr">
              <a:spcBef>
                <a:spcPts val="0"/>
              </a:spcBef>
              <a:spcAft>
                <a:spcPts val="0"/>
              </a:spcAft>
              <a:buSzPts val="9600"/>
              <a:buFont typeface="EB Garamond"/>
              <a:buNone/>
              <a:defRPr sz="12800">
                <a:latin typeface="EB Garamond"/>
                <a:ea typeface="EB Garamond"/>
                <a:cs typeface="EB Garamond"/>
                <a:sym typeface="EB Garamond"/>
              </a:defRPr>
            </a:lvl3pPr>
            <a:lvl4pPr lvl="3" algn="ctr">
              <a:spcBef>
                <a:spcPts val="0"/>
              </a:spcBef>
              <a:spcAft>
                <a:spcPts val="0"/>
              </a:spcAft>
              <a:buSzPts val="9600"/>
              <a:buFont typeface="EB Garamond"/>
              <a:buNone/>
              <a:defRPr sz="12800">
                <a:latin typeface="EB Garamond"/>
                <a:ea typeface="EB Garamond"/>
                <a:cs typeface="EB Garamond"/>
                <a:sym typeface="EB Garamond"/>
              </a:defRPr>
            </a:lvl4pPr>
            <a:lvl5pPr lvl="4" algn="ctr">
              <a:spcBef>
                <a:spcPts val="0"/>
              </a:spcBef>
              <a:spcAft>
                <a:spcPts val="0"/>
              </a:spcAft>
              <a:buSzPts val="9600"/>
              <a:buFont typeface="EB Garamond"/>
              <a:buNone/>
              <a:defRPr sz="12800">
                <a:latin typeface="EB Garamond"/>
                <a:ea typeface="EB Garamond"/>
                <a:cs typeface="EB Garamond"/>
                <a:sym typeface="EB Garamond"/>
              </a:defRPr>
            </a:lvl5pPr>
            <a:lvl6pPr lvl="5" algn="ctr">
              <a:spcBef>
                <a:spcPts val="0"/>
              </a:spcBef>
              <a:spcAft>
                <a:spcPts val="0"/>
              </a:spcAft>
              <a:buSzPts val="9600"/>
              <a:buFont typeface="EB Garamond"/>
              <a:buNone/>
              <a:defRPr sz="12800">
                <a:latin typeface="EB Garamond"/>
                <a:ea typeface="EB Garamond"/>
                <a:cs typeface="EB Garamond"/>
                <a:sym typeface="EB Garamond"/>
              </a:defRPr>
            </a:lvl6pPr>
            <a:lvl7pPr lvl="6" algn="ctr">
              <a:spcBef>
                <a:spcPts val="0"/>
              </a:spcBef>
              <a:spcAft>
                <a:spcPts val="0"/>
              </a:spcAft>
              <a:buSzPts val="9600"/>
              <a:buFont typeface="EB Garamond"/>
              <a:buNone/>
              <a:defRPr sz="12800">
                <a:latin typeface="EB Garamond"/>
                <a:ea typeface="EB Garamond"/>
                <a:cs typeface="EB Garamond"/>
                <a:sym typeface="EB Garamond"/>
              </a:defRPr>
            </a:lvl7pPr>
            <a:lvl8pPr lvl="7" algn="ctr">
              <a:spcBef>
                <a:spcPts val="0"/>
              </a:spcBef>
              <a:spcAft>
                <a:spcPts val="0"/>
              </a:spcAft>
              <a:buSzPts val="9600"/>
              <a:buFont typeface="EB Garamond"/>
              <a:buNone/>
              <a:defRPr sz="12800">
                <a:latin typeface="EB Garamond"/>
                <a:ea typeface="EB Garamond"/>
                <a:cs typeface="EB Garamond"/>
                <a:sym typeface="EB Garamond"/>
              </a:defRPr>
            </a:lvl8pPr>
            <a:lvl9pPr lvl="8" algn="ctr">
              <a:spcBef>
                <a:spcPts val="0"/>
              </a:spcBef>
              <a:spcAft>
                <a:spcPts val="0"/>
              </a:spcAft>
              <a:buSzPts val="9600"/>
              <a:buFont typeface="EB Garamond"/>
              <a:buNone/>
              <a:defRPr sz="12800">
                <a:latin typeface="EB Garamond"/>
                <a:ea typeface="EB Garamond"/>
                <a:cs typeface="EB Garamond"/>
                <a:sym typeface="EB Garamond"/>
              </a:defRPr>
            </a:lvl9pPr>
          </a:lstStyle>
          <a:p>
            <a:r>
              <a:t>xx%</a:t>
            </a:r>
          </a:p>
        </p:txBody>
      </p:sp>
      <p:sp>
        <p:nvSpPr>
          <p:cNvPr id="147" name="Google Shape;147;p11"/>
          <p:cNvSpPr txBox="1">
            <a:spLocks noGrp="1"/>
          </p:cNvSpPr>
          <p:nvPr>
            <p:ph type="subTitle" idx="1"/>
          </p:nvPr>
        </p:nvSpPr>
        <p:spPr>
          <a:xfrm>
            <a:off x="2752600" y="3838667"/>
            <a:ext cx="66868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3321695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48"/>
        <p:cNvGrpSpPr/>
        <p:nvPr/>
      </p:nvGrpSpPr>
      <p:grpSpPr>
        <a:xfrm>
          <a:off x="0" y="0"/>
          <a:ext cx="0" cy="0"/>
          <a:chOff x="0" y="0"/>
          <a:chExt cx="0" cy="0"/>
        </a:xfrm>
      </p:grpSpPr>
    </p:spTree>
    <p:extLst>
      <p:ext uri="{BB962C8B-B14F-4D97-AF65-F5344CB8AC3E}">
        <p14:creationId xmlns:p14="http://schemas.microsoft.com/office/powerpoint/2010/main" val="2415552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49"/>
        <p:cNvGrpSpPr/>
        <p:nvPr/>
      </p:nvGrpSpPr>
      <p:grpSpPr>
        <a:xfrm>
          <a:off x="0" y="0"/>
          <a:ext cx="0" cy="0"/>
          <a:chOff x="0" y="0"/>
          <a:chExt cx="0" cy="0"/>
        </a:xfrm>
      </p:grpSpPr>
      <p:pic>
        <p:nvPicPr>
          <p:cNvPr id="150" name="Google Shape;150;p13"/>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51" name="Google Shape;151;p13"/>
          <p:cNvGrpSpPr/>
          <p:nvPr/>
        </p:nvGrpSpPr>
        <p:grpSpPr>
          <a:xfrm>
            <a:off x="1531181" y="6269334"/>
            <a:ext cx="5049792" cy="4287909"/>
            <a:chOff x="1148386" y="4702000"/>
            <a:chExt cx="3787344" cy="3215932"/>
          </a:xfrm>
        </p:grpSpPr>
        <p:pic>
          <p:nvPicPr>
            <p:cNvPr id="152" name="Google Shape;152;p13"/>
            <p:cNvPicPr preferRelativeResize="0"/>
            <p:nvPr/>
          </p:nvPicPr>
          <p:blipFill>
            <a:blip r:embed="rId3">
              <a:alphaModFix/>
            </a:blip>
            <a:stretch>
              <a:fillRect/>
            </a:stretch>
          </p:blipFill>
          <p:spPr>
            <a:xfrm>
              <a:off x="1148386" y="4702000"/>
              <a:ext cx="2027866" cy="2103247"/>
            </a:xfrm>
            <a:prstGeom prst="rect">
              <a:avLst/>
            </a:prstGeom>
            <a:noFill/>
            <a:ln>
              <a:noFill/>
            </a:ln>
          </p:spPr>
        </p:pic>
        <p:pic>
          <p:nvPicPr>
            <p:cNvPr id="153" name="Google Shape;153;p13"/>
            <p:cNvPicPr preferRelativeResize="0"/>
            <p:nvPr/>
          </p:nvPicPr>
          <p:blipFill>
            <a:blip r:embed="rId4">
              <a:alphaModFix/>
            </a:blip>
            <a:stretch>
              <a:fillRect/>
            </a:stretch>
          </p:blipFill>
          <p:spPr>
            <a:xfrm rot="5400000">
              <a:off x="2300473" y="5282675"/>
              <a:ext cx="3167267" cy="2103247"/>
            </a:xfrm>
            <a:prstGeom prst="rect">
              <a:avLst/>
            </a:prstGeom>
            <a:noFill/>
            <a:ln>
              <a:noFill/>
            </a:ln>
          </p:spPr>
        </p:pic>
      </p:grpSp>
      <p:grpSp>
        <p:nvGrpSpPr>
          <p:cNvPr id="154" name="Google Shape;154;p13"/>
          <p:cNvGrpSpPr/>
          <p:nvPr/>
        </p:nvGrpSpPr>
        <p:grpSpPr>
          <a:xfrm>
            <a:off x="9420622" y="-923099"/>
            <a:ext cx="3244261" cy="2467464"/>
            <a:chOff x="7065466" y="-692324"/>
            <a:chExt cx="2433196" cy="1850598"/>
          </a:xfrm>
        </p:grpSpPr>
        <p:pic>
          <p:nvPicPr>
            <p:cNvPr id="155" name="Google Shape;155;p13"/>
            <p:cNvPicPr preferRelativeResize="0"/>
            <p:nvPr/>
          </p:nvPicPr>
          <p:blipFill>
            <a:blip r:embed="rId5">
              <a:alphaModFix/>
            </a:blip>
            <a:stretch>
              <a:fillRect/>
            </a:stretch>
          </p:blipFill>
          <p:spPr>
            <a:xfrm rot="-5400000">
              <a:off x="8156325" y="-184062"/>
              <a:ext cx="1850598" cy="834075"/>
            </a:xfrm>
            <a:prstGeom prst="rect">
              <a:avLst/>
            </a:prstGeom>
            <a:noFill/>
            <a:ln>
              <a:noFill/>
            </a:ln>
          </p:spPr>
        </p:pic>
        <p:pic>
          <p:nvPicPr>
            <p:cNvPr id="156" name="Google Shape;156;p13"/>
            <p:cNvPicPr preferRelativeResize="0"/>
            <p:nvPr/>
          </p:nvPicPr>
          <p:blipFill>
            <a:blip r:embed="rId6">
              <a:alphaModFix amt="63000"/>
            </a:blip>
            <a:stretch>
              <a:fillRect/>
            </a:stretch>
          </p:blipFill>
          <p:spPr>
            <a:xfrm>
              <a:off x="7065466" y="-604789"/>
              <a:ext cx="1043875" cy="961900"/>
            </a:xfrm>
            <a:prstGeom prst="rect">
              <a:avLst/>
            </a:prstGeom>
            <a:noFill/>
            <a:ln>
              <a:noFill/>
            </a:ln>
          </p:spPr>
        </p:pic>
      </p:grpSp>
      <p:grpSp>
        <p:nvGrpSpPr>
          <p:cNvPr id="157" name="Google Shape;157;p13"/>
          <p:cNvGrpSpPr/>
          <p:nvPr/>
        </p:nvGrpSpPr>
        <p:grpSpPr>
          <a:xfrm>
            <a:off x="-4982591" y="-4516671"/>
            <a:ext cx="22688489" cy="14171612"/>
            <a:chOff x="-3736944" y="-3387504"/>
            <a:chExt cx="17016367" cy="10628709"/>
          </a:xfrm>
        </p:grpSpPr>
        <p:pic>
          <p:nvPicPr>
            <p:cNvPr id="158" name="Google Shape;158;p13"/>
            <p:cNvPicPr preferRelativeResize="0"/>
            <p:nvPr/>
          </p:nvPicPr>
          <p:blipFill>
            <a:blip r:embed="rId7">
              <a:alphaModFix/>
            </a:blip>
            <a:stretch>
              <a:fillRect/>
            </a:stretch>
          </p:blipFill>
          <p:spPr>
            <a:xfrm rot="2007324">
              <a:off x="8095575" y="1814813"/>
              <a:ext cx="4258574" cy="4636654"/>
            </a:xfrm>
            <a:prstGeom prst="rect">
              <a:avLst/>
            </a:prstGeom>
            <a:noFill/>
            <a:ln>
              <a:noFill/>
            </a:ln>
          </p:spPr>
        </p:pic>
        <p:pic>
          <p:nvPicPr>
            <p:cNvPr id="159" name="Google Shape;159;p13"/>
            <p:cNvPicPr preferRelativeResize="0"/>
            <p:nvPr/>
          </p:nvPicPr>
          <p:blipFill>
            <a:blip r:embed="rId7">
              <a:alphaModFix/>
            </a:blip>
            <a:stretch>
              <a:fillRect/>
            </a:stretch>
          </p:blipFill>
          <p:spPr>
            <a:xfrm rot="-4555981">
              <a:off x="-3099888" y="-3076913"/>
              <a:ext cx="4258574" cy="4636656"/>
            </a:xfrm>
            <a:prstGeom prst="rect">
              <a:avLst/>
            </a:prstGeom>
            <a:noFill/>
            <a:ln>
              <a:noFill/>
            </a:ln>
          </p:spPr>
        </p:pic>
      </p:grpSp>
      <p:grpSp>
        <p:nvGrpSpPr>
          <p:cNvPr id="160" name="Google Shape;160;p13"/>
          <p:cNvGrpSpPr/>
          <p:nvPr/>
        </p:nvGrpSpPr>
        <p:grpSpPr>
          <a:xfrm>
            <a:off x="838523" y="-2579038"/>
            <a:ext cx="11235373" cy="10328639"/>
            <a:chOff x="628892" y="-1934279"/>
            <a:chExt cx="8426530" cy="7746479"/>
          </a:xfrm>
        </p:grpSpPr>
        <p:pic>
          <p:nvPicPr>
            <p:cNvPr id="161" name="Google Shape;161;p13"/>
            <p:cNvPicPr preferRelativeResize="0"/>
            <p:nvPr/>
          </p:nvPicPr>
          <p:blipFill>
            <a:blip r:embed="rId8">
              <a:alphaModFix/>
            </a:blip>
            <a:stretch>
              <a:fillRect/>
            </a:stretch>
          </p:blipFill>
          <p:spPr>
            <a:xfrm rot="9275489">
              <a:off x="769875" y="-1204660"/>
              <a:ext cx="3739115" cy="1500093"/>
            </a:xfrm>
            <a:prstGeom prst="rect">
              <a:avLst/>
            </a:prstGeom>
            <a:noFill/>
            <a:ln>
              <a:noFill/>
            </a:ln>
          </p:spPr>
        </p:pic>
        <p:pic>
          <p:nvPicPr>
            <p:cNvPr id="162" name="Google Shape;162;p13"/>
            <p:cNvPicPr preferRelativeResize="0"/>
            <p:nvPr/>
          </p:nvPicPr>
          <p:blipFill>
            <a:blip r:embed="rId9">
              <a:alphaModFix/>
            </a:blip>
            <a:stretch>
              <a:fillRect/>
            </a:stretch>
          </p:blipFill>
          <p:spPr>
            <a:xfrm>
              <a:off x="6874648" y="4608575"/>
              <a:ext cx="1086799" cy="1203625"/>
            </a:xfrm>
            <a:prstGeom prst="rect">
              <a:avLst/>
            </a:prstGeom>
            <a:noFill/>
            <a:ln>
              <a:noFill/>
            </a:ln>
          </p:spPr>
        </p:pic>
        <p:pic>
          <p:nvPicPr>
            <p:cNvPr id="163" name="Google Shape;163;p13"/>
            <p:cNvPicPr preferRelativeResize="0"/>
            <p:nvPr/>
          </p:nvPicPr>
          <p:blipFill>
            <a:blip r:embed="rId10">
              <a:alphaModFix/>
            </a:blip>
            <a:stretch>
              <a:fillRect/>
            </a:stretch>
          </p:blipFill>
          <p:spPr>
            <a:xfrm rot="3449620">
              <a:off x="7863247" y="-389063"/>
              <a:ext cx="1135050" cy="758101"/>
            </a:xfrm>
            <a:prstGeom prst="rect">
              <a:avLst/>
            </a:prstGeom>
            <a:noFill/>
            <a:ln>
              <a:noFill/>
            </a:ln>
          </p:spPr>
        </p:pic>
      </p:grpSp>
      <p:sp>
        <p:nvSpPr>
          <p:cNvPr id="164" name="Google Shape;164;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165" name="Google Shape;165;p13"/>
          <p:cNvSpPr txBox="1">
            <a:spLocks noGrp="1"/>
          </p:cNvSpPr>
          <p:nvPr>
            <p:ph type="subTitle" idx="1"/>
          </p:nvPr>
        </p:nvSpPr>
        <p:spPr>
          <a:xfrm>
            <a:off x="950967"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6" name="Google Shape;166;p13"/>
          <p:cNvSpPr txBox="1">
            <a:spLocks noGrp="1"/>
          </p:cNvSpPr>
          <p:nvPr>
            <p:ph type="subTitle" idx="2"/>
          </p:nvPr>
        </p:nvSpPr>
        <p:spPr>
          <a:xfrm>
            <a:off x="950967"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7" name="Google Shape;167;p13"/>
          <p:cNvSpPr txBox="1">
            <a:spLocks noGrp="1"/>
          </p:cNvSpPr>
          <p:nvPr>
            <p:ph type="subTitle" idx="3"/>
          </p:nvPr>
        </p:nvSpPr>
        <p:spPr>
          <a:xfrm>
            <a:off x="4559000"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8" name="Google Shape;168;p13"/>
          <p:cNvSpPr txBox="1">
            <a:spLocks noGrp="1"/>
          </p:cNvSpPr>
          <p:nvPr>
            <p:ph type="subTitle" idx="4"/>
          </p:nvPr>
        </p:nvSpPr>
        <p:spPr>
          <a:xfrm>
            <a:off x="4559000"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9" name="Google Shape;169;p13"/>
          <p:cNvSpPr txBox="1">
            <a:spLocks noGrp="1"/>
          </p:cNvSpPr>
          <p:nvPr>
            <p:ph type="title" idx="5" hasCustomPrompt="1"/>
          </p:nvPr>
        </p:nvSpPr>
        <p:spPr>
          <a:xfrm>
            <a:off x="1887167"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0" name="Google Shape;170;p13"/>
          <p:cNvSpPr txBox="1">
            <a:spLocks noGrp="1"/>
          </p:cNvSpPr>
          <p:nvPr>
            <p:ph type="title" idx="6" hasCustomPrompt="1"/>
          </p:nvPr>
        </p:nvSpPr>
        <p:spPr>
          <a:xfrm>
            <a:off x="5495200"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1" name="Google Shape;171;p13"/>
          <p:cNvSpPr txBox="1">
            <a:spLocks noGrp="1"/>
          </p:cNvSpPr>
          <p:nvPr>
            <p:ph type="title" idx="7" hasCustomPrompt="1"/>
          </p:nvPr>
        </p:nvSpPr>
        <p:spPr>
          <a:xfrm>
            <a:off x="1887167"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2" name="Google Shape;172;p13"/>
          <p:cNvSpPr txBox="1">
            <a:spLocks noGrp="1"/>
          </p:cNvSpPr>
          <p:nvPr>
            <p:ph type="title" idx="8" hasCustomPrompt="1"/>
          </p:nvPr>
        </p:nvSpPr>
        <p:spPr>
          <a:xfrm>
            <a:off x="5495200"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3" name="Google Shape;173;p13"/>
          <p:cNvSpPr txBox="1">
            <a:spLocks noGrp="1"/>
          </p:cNvSpPr>
          <p:nvPr>
            <p:ph type="subTitle" idx="9"/>
          </p:nvPr>
        </p:nvSpPr>
        <p:spPr>
          <a:xfrm>
            <a:off x="8167033"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4" name="Google Shape;174;p13"/>
          <p:cNvSpPr txBox="1">
            <a:spLocks noGrp="1"/>
          </p:cNvSpPr>
          <p:nvPr>
            <p:ph type="subTitle" idx="13"/>
          </p:nvPr>
        </p:nvSpPr>
        <p:spPr>
          <a:xfrm>
            <a:off x="8167033"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5" name="Google Shape;175;p13"/>
          <p:cNvSpPr txBox="1">
            <a:spLocks noGrp="1"/>
          </p:cNvSpPr>
          <p:nvPr>
            <p:ph type="title" idx="14" hasCustomPrompt="1"/>
          </p:nvPr>
        </p:nvSpPr>
        <p:spPr>
          <a:xfrm>
            <a:off x="9103233"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6" name="Google Shape;176;p13"/>
          <p:cNvSpPr txBox="1">
            <a:spLocks noGrp="1"/>
          </p:cNvSpPr>
          <p:nvPr>
            <p:ph type="title" idx="15" hasCustomPrompt="1"/>
          </p:nvPr>
        </p:nvSpPr>
        <p:spPr>
          <a:xfrm>
            <a:off x="9103233"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7" name="Google Shape;177;p13"/>
          <p:cNvSpPr txBox="1">
            <a:spLocks noGrp="1"/>
          </p:cNvSpPr>
          <p:nvPr>
            <p:ph type="subTitle" idx="16"/>
          </p:nvPr>
        </p:nvSpPr>
        <p:spPr>
          <a:xfrm>
            <a:off x="950967"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78" name="Google Shape;178;p13"/>
          <p:cNvSpPr txBox="1">
            <a:spLocks noGrp="1"/>
          </p:cNvSpPr>
          <p:nvPr>
            <p:ph type="subTitle" idx="17"/>
          </p:nvPr>
        </p:nvSpPr>
        <p:spPr>
          <a:xfrm>
            <a:off x="950967"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79" name="Google Shape;179;p13"/>
          <p:cNvSpPr txBox="1">
            <a:spLocks noGrp="1"/>
          </p:cNvSpPr>
          <p:nvPr>
            <p:ph type="subTitle" idx="18"/>
          </p:nvPr>
        </p:nvSpPr>
        <p:spPr>
          <a:xfrm>
            <a:off x="4559000"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0" name="Google Shape;180;p13"/>
          <p:cNvSpPr txBox="1">
            <a:spLocks noGrp="1"/>
          </p:cNvSpPr>
          <p:nvPr>
            <p:ph type="subTitle" idx="19"/>
          </p:nvPr>
        </p:nvSpPr>
        <p:spPr>
          <a:xfrm>
            <a:off x="4559000"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1" name="Google Shape;181;p13"/>
          <p:cNvSpPr txBox="1">
            <a:spLocks noGrp="1"/>
          </p:cNvSpPr>
          <p:nvPr>
            <p:ph type="subTitle" idx="20"/>
          </p:nvPr>
        </p:nvSpPr>
        <p:spPr>
          <a:xfrm>
            <a:off x="8167033"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2" name="Google Shape;182;p13"/>
          <p:cNvSpPr txBox="1">
            <a:spLocks noGrp="1"/>
          </p:cNvSpPr>
          <p:nvPr>
            <p:ph type="subTitle" idx="21"/>
          </p:nvPr>
        </p:nvSpPr>
        <p:spPr>
          <a:xfrm>
            <a:off x="8167033"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1175275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83"/>
        <p:cNvGrpSpPr/>
        <p:nvPr/>
      </p:nvGrpSpPr>
      <p:grpSpPr>
        <a:xfrm>
          <a:off x="0" y="0"/>
          <a:ext cx="0" cy="0"/>
          <a:chOff x="0" y="0"/>
          <a:chExt cx="0" cy="0"/>
        </a:xfrm>
      </p:grpSpPr>
      <p:pic>
        <p:nvPicPr>
          <p:cNvPr id="184" name="Google Shape;184;p14"/>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85" name="Google Shape;185;p14"/>
          <p:cNvGrpSpPr/>
          <p:nvPr/>
        </p:nvGrpSpPr>
        <p:grpSpPr>
          <a:xfrm>
            <a:off x="-2415713" y="-2141466"/>
            <a:ext cx="7034511" cy="11679689"/>
            <a:chOff x="-1811785" y="-1606100"/>
            <a:chExt cx="5275883" cy="8759767"/>
          </a:xfrm>
        </p:grpSpPr>
        <p:pic>
          <p:nvPicPr>
            <p:cNvPr id="186" name="Google Shape;186;p14"/>
            <p:cNvPicPr preferRelativeResize="0"/>
            <p:nvPr/>
          </p:nvPicPr>
          <p:blipFill>
            <a:blip r:embed="rId3">
              <a:alphaModFix/>
            </a:blip>
            <a:stretch>
              <a:fillRect/>
            </a:stretch>
          </p:blipFill>
          <p:spPr>
            <a:xfrm flipH="1">
              <a:off x="296831" y="-1606100"/>
              <a:ext cx="3167267" cy="2103247"/>
            </a:xfrm>
            <a:prstGeom prst="rect">
              <a:avLst/>
            </a:prstGeom>
            <a:noFill/>
            <a:ln>
              <a:noFill/>
            </a:ln>
          </p:spPr>
        </p:pic>
        <p:pic>
          <p:nvPicPr>
            <p:cNvPr id="187" name="Google Shape;187;p14"/>
            <p:cNvPicPr preferRelativeResize="0"/>
            <p:nvPr/>
          </p:nvPicPr>
          <p:blipFill>
            <a:blip r:embed="rId4">
              <a:alphaModFix/>
            </a:blip>
            <a:stretch>
              <a:fillRect/>
            </a:stretch>
          </p:blipFill>
          <p:spPr>
            <a:xfrm rot="3024203" flipH="1">
              <a:off x="-1661175" y="4029886"/>
              <a:ext cx="3638626" cy="2103250"/>
            </a:xfrm>
            <a:prstGeom prst="rect">
              <a:avLst/>
            </a:prstGeom>
            <a:noFill/>
            <a:ln>
              <a:noFill/>
            </a:ln>
          </p:spPr>
        </p:pic>
      </p:grpSp>
      <p:grpSp>
        <p:nvGrpSpPr>
          <p:cNvPr id="188" name="Google Shape;188;p14"/>
          <p:cNvGrpSpPr/>
          <p:nvPr/>
        </p:nvGrpSpPr>
        <p:grpSpPr>
          <a:xfrm>
            <a:off x="1547578" y="-513433"/>
            <a:ext cx="9586884" cy="7371432"/>
            <a:chOff x="1160683" y="-385075"/>
            <a:chExt cx="7190163" cy="5528574"/>
          </a:xfrm>
        </p:grpSpPr>
        <p:pic>
          <p:nvPicPr>
            <p:cNvPr id="189" name="Google Shape;189;p14"/>
            <p:cNvPicPr preferRelativeResize="0"/>
            <p:nvPr/>
          </p:nvPicPr>
          <p:blipFill>
            <a:blip r:embed="rId5">
              <a:alphaModFix/>
            </a:blip>
            <a:stretch>
              <a:fillRect/>
            </a:stretch>
          </p:blipFill>
          <p:spPr>
            <a:xfrm flipH="1">
              <a:off x="1160683" y="3587350"/>
              <a:ext cx="2362876" cy="1556149"/>
            </a:xfrm>
            <a:prstGeom prst="rect">
              <a:avLst/>
            </a:prstGeom>
            <a:noFill/>
            <a:ln>
              <a:noFill/>
            </a:ln>
          </p:spPr>
        </p:pic>
        <p:pic>
          <p:nvPicPr>
            <p:cNvPr id="190" name="Google Shape;190;p14"/>
            <p:cNvPicPr preferRelativeResize="0"/>
            <p:nvPr/>
          </p:nvPicPr>
          <p:blipFill>
            <a:blip r:embed="rId6">
              <a:alphaModFix/>
            </a:blip>
            <a:stretch>
              <a:fillRect/>
            </a:stretch>
          </p:blipFill>
          <p:spPr>
            <a:xfrm flipH="1">
              <a:off x="7554246" y="-385075"/>
              <a:ext cx="796600" cy="882224"/>
            </a:xfrm>
            <a:prstGeom prst="rect">
              <a:avLst/>
            </a:prstGeom>
            <a:noFill/>
            <a:ln>
              <a:noFill/>
            </a:ln>
          </p:spPr>
        </p:pic>
      </p:grpSp>
      <p:grpSp>
        <p:nvGrpSpPr>
          <p:cNvPr id="191" name="Google Shape;191;p14"/>
          <p:cNvGrpSpPr/>
          <p:nvPr/>
        </p:nvGrpSpPr>
        <p:grpSpPr>
          <a:xfrm>
            <a:off x="522759" y="-867260"/>
            <a:ext cx="8856197" cy="8283875"/>
            <a:chOff x="392069" y="-650445"/>
            <a:chExt cx="6642148" cy="6212906"/>
          </a:xfrm>
        </p:grpSpPr>
        <p:pic>
          <p:nvPicPr>
            <p:cNvPr id="192" name="Google Shape;192;p14"/>
            <p:cNvPicPr preferRelativeResize="0"/>
            <p:nvPr/>
          </p:nvPicPr>
          <p:blipFill>
            <a:blip r:embed="rId7">
              <a:alphaModFix amt="69000"/>
            </a:blip>
            <a:stretch>
              <a:fillRect/>
            </a:stretch>
          </p:blipFill>
          <p:spPr>
            <a:xfrm rot="-9899998" flipH="1">
              <a:off x="529665" y="-500938"/>
              <a:ext cx="1318127" cy="1236801"/>
            </a:xfrm>
            <a:prstGeom prst="rect">
              <a:avLst/>
            </a:prstGeom>
            <a:noFill/>
            <a:ln>
              <a:noFill/>
            </a:ln>
          </p:spPr>
        </p:pic>
        <p:pic>
          <p:nvPicPr>
            <p:cNvPr id="193" name="Google Shape;193;p14"/>
            <p:cNvPicPr preferRelativeResize="0"/>
            <p:nvPr/>
          </p:nvPicPr>
          <p:blipFill>
            <a:blip r:embed="rId8">
              <a:alphaModFix/>
            </a:blip>
            <a:stretch>
              <a:fillRect/>
            </a:stretch>
          </p:blipFill>
          <p:spPr>
            <a:xfrm flipH="1">
              <a:off x="5990342" y="4600561"/>
              <a:ext cx="1043875" cy="961900"/>
            </a:xfrm>
            <a:prstGeom prst="rect">
              <a:avLst/>
            </a:prstGeom>
            <a:noFill/>
            <a:ln>
              <a:noFill/>
            </a:ln>
          </p:spPr>
        </p:pic>
      </p:grpSp>
      <p:pic>
        <p:nvPicPr>
          <p:cNvPr id="194" name="Google Shape;194;p14"/>
          <p:cNvPicPr preferRelativeResize="0"/>
          <p:nvPr/>
        </p:nvPicPr>
        <p:blipFill>
          <a:blip r:embed="rId9">
            <a:alphaModFix/>
          </a:blip>
          <a:stretch>
            <a:fillRect/>
          </a:stretch>
        </p:blipFill>
        <p:spPr>
          <a:xfrm rot="-2700000" flipH="1">
            <a:off x="9870202" y="3586232"/>
            <a:ext cx="5321521" cy="5793971"/>
          </a:xfrm>
          <a:prstGeom prst="rect">
            <a:avLst/>
          </a:prstGeom>
          <a:noFill/>
          <a:ln>
            <a:noFill/>
          </a:ln>
        </p:spPr>
      </p:pic>
      <p:sp>
        <p:nvSpPr>
          <p:cNvPr id="195" name="Google Shape;195;p14"/>
          <p:cNvSpPr txBox="1">
            <a:spLocks noGrp="1"/>
          </p:cNvSpPr>
          <p:nvPr>
            <p:ph type="title"/>
          </p:nvPr>
        </p:nvSpPr>
        <p:spPr>
          <a:xfrm>
            <a:off x="1232000" y="4327916"/>
            <a:ext cx="9728400" cy="70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96" name="Google Shape;196;p14"/>
          <p:cNvSpPr txBox="1">
            <a:spLocks noGrp="1"/>
          </p:cNvSpPr>
          <p:nvPr>
            <p:ph type="subTitle" idx="1"/>
          </p:nvPr>
        </p:nvSpPr>
        <p:spPr>
          <a:xfrm>
            <a:off x="1232000" y="1696000"/>
            <a:ext cx="9728400" cy="2410800"/>
          </a:xfrm>
          <a:prstGeom prst="rect">
            <a:avLst/>
          </a:prstGeom>
          <a:noFill/>
        </p:spPr>
        <p:txBody>
          <a:bodyPr spcFirstLastPara="1" wrap="square" lIns="91425" tIns="91425" rIns="91425" bIns="91425" anchor="b" anchorCtr="0">
            <a:noAutofit/>
          </a:bodyPr>
          <a:lstStyle>
            <a:lvl1pPr lvl="0" algn="r" rtl="0">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Tree>
    <p:extLst>
      <p:ext uri="{BB962C8B-B14F-4D97-AF65-F5344CB8AC3E}">
        <p14:creationId xmlns:p14="http://schemas.microsoft.com/office/powerpoint/2010/main" val="3003910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97"/>
        <p:cNvGrpSpPr/>
        <p:nvPr/>
      </p:nvGrpSpPr>
      <p:grpSpPr>
        <a:xfrm>
          <a:off x="0" y="0"/>
          <a:ext cx="0" cy="0"/>
          <a:chOff x="0" y="0"/>
          <a:chExt cx="0" cy="0"/>
        </a:xfrm>
      </p:grpSpPr>
      <p:pic>
        <p:nvPicPr>
          <p:cNvPr id="198" name="Google Shape;198;p1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99" name="Google Shape;199;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200" name="Google Shape;200;p15"/>
          <p:cNvPicPr preferRelativeResize="0"/>
          <p:nvPr/>
        </p:nvPicPr>
        <p:blipFill>
          <a:blip r:embed="rId3">
            <a:alphaModFix/>
          </a:blip>
          <a:stretch>
            <a:fillRect/>
          </a:stretch>
        </p:blipFill>
        <p:spPr>
          <a:xfrm rot="3019615">
            <a:off x="6425503" y="-4369802"/>
            <a:ext cx="5678096" cy="6182203"/>
          </a:xfrm>
          <a:prstGeom prst="rect">
            <a:avLst/>
          </a:prstGeom>
          <a:noFill/>
          <a:ln>
            <a:noFill/>
          </a:ln>
        </p:spPr>
      </p:pic>
      <p:grpSp>
        <p:nvGrpSpPr>
          <p:cNvPr id="201" name="Google Shape;201;p15"/>
          <p:cNvGrpSpPr/>
          <p:nvPr/>
        </p:nvGrpSpPr>
        <p:grpSpPr>
          <a:xfrm>
            <a:off x="5239166" y="5180289"/>
            <a:ext cx="9006815" cy="4179959"/>
            <a:chOff x="3929374" y="3885216"/>
            <a:chExt cx="6755111" cy="3134969"/>
          </a:xfrm>
        </p:grpSpPr>
        <p:pic>
          <p:nvPicPr>
            <p:cNvPr id="202" name="Google Shape;202;p15"/>
            <p:cNvPicPr preferRelativeResize="0"/>
            <p:nvPr/>
          </p:nvPicPr>
          <p:blipFill>
            <a:blip r:embed="rId4">
              <a:alphaModFix amt="75000"/>
            </a:blip>
            <a:stretch>
              <a:fillRect/>
            </a:stretch>
          </p:blipFill>
          <p:spPr>
            <a:xfrm rot="9482569">
              <a:off x="7238874" y="4401077"/>
              <a:ext cx="3167267" cy="2103246"/>
            </a:xfrm>
            <a:prstGeom prst="rect">
              <a:avLst/>
            </a:prstGeom>
            <a:noFill/>
            <a:ln>
              <a:noFill/>
            </a:ln>
          </p:spPr>
        </p:pic>
        <p:pic>
          <p:nvPicPr>
            <p:cNvPr id="203" name="Google Shape;203;p15"/>
            <p:cNvPicPr preferRelativeResize="0"/>
            <p:nvPr/>
          </p:nvPicPr>
          <p:blipFill>
            <a:blip r:embed="rId5">
              <a:alphaModFix/>
            </a:blip>
            <a:stretch>
              <a:fillRect/>
            </a:stretch>
          </p:blipFill>
          <p:spPr>
            <a:xfrm>
              <a:off x="3929374" y="4710175"/>
              <a:ext cx="2027866" cy="2103247"/>
            </a:xfrm>
            <a:prstGeom prst="rect">
              <a:avLst/>
            </a:prstGeom>
            <a:noFill/>
            <a:ln>
              <a:noFill/>
            </a:ln>
          </p:spPr>
        </p:pic>
      </p:grpSp>
      <p:grpSp>
        <p:nvGrpSpPr>
          <p:cNvPr id="204" name="Google Shape;204;p15"/>
          <p:cNvGrpSpPr/>
          <p:nvPr/>
        </p:nvGrpSpPr>
        <p:grpSpPr>
          <a:xfrm>
            <a:off x="-861261" y="805802"/>
            <a:ext cx="14247959" cy="6404564"/>
            <a:chOff x="-645946" y="604351"/>
            <a:chExt cx="10685969" cy="4803423"/>
          </a:xfrm>
        </p:grpSpPr>
        <p:pic>
          <p:nvPicPr>
            <p:cNvPr id="205" name="Google Shape;205;p15"/>
            <p:cNvPicPr preferRelativeResize="0"/>
            <p:nvPr/>
          </p:nvPicPr>
          <p:blipFill>
            <a:blip r:embed="rId6">
              <a:alphaModFix amt="79000"/>
            </a:blip>
            <a:stretch>
              <a:fillRect/>
            </a:stretch>
          </p:blipFill>
          <p:spPr>
            <a:xfrm rot="-2700000">
              <a:off x="8648331" y="858130"/>
              <a:ext cx="1174132" cy="1101691"/>
            </a:xfrm>
            <a:prstGeom prst="rect">
              <a:avLst/>
            </a:prstGeom>
            <a:noFill/>
            <a:ln>
              <a:noFill/>
            </a:ln>
          </p:spPr>
        </p:pic>
        <p:pic>
          <p:nvPicPr>
            <p:cNvPr id="206" name="Google Shape;206;p15"/>
            <p:cNvPicPr preferRelativeResize="0"/>
            <p:nvPr/>
          </p:nvPicPr>
          <p:blipFill>
            <a:blip r:embed="rId7">
              <a:alphaModFix amt="63000"/>
            </a:blip>
            <a:stretch>
              <a:fillRect/>
            </a:stretch>
          </p:blipFill>
          <p:spPr>
            <a:xfrm>
              <a:off x="-645946" y="4445873"/>
              <a:ext cx="1043875" cy="961900"/>
            </a:xfrm>
            <a:prstGeom prst="rect">
              <a:avLst/>
            </a:prstGeom>
            <a:noFill/>
            <a:ln>
              <a:noFill/>
            </a:ln>
          </p:spPr>
        </p:pic>
      </p:grpSp>
      <p:grpSp>
        <p:nvGrpSpPr>
          <p:cNvPr id="207" name="Google Shape;207;p15"/>
          <p:cNvGrpSpPr/>
          <p:nvPr/>
        </p:nvGrpSpPr>
        <p:grpSpPr>
          <a:xfrm>
            <a:off x="-606940" y="-1150861"/>
            <a:ext cx="9568069" cy="8491492"/>
            <a:chOff x="-455205" y="-863146"/>
            <a:chExt cx="7176052" cy="6368619"/>
          </a:xfrm>
        </p:grpSpPr>
        <p:pic>
          <p:nvPicPr>
            <p:cNvPr id="208" name="Google Shape;208;p15"/>
            <p:cNvPicPr preferRelativeResize="0"/>
            <p:nvPr/>
          </p:nvPicPr>
          <p:blipFill>
            <a:blip r:embed="rId8">
              <a:alphaModFix/>
            </a:blip>
            <a:stretch>
              <a:fillRect/>
            </a:stretch>
          </p:blipFill>
          <p:spPr>
            <a:xfrm>
              <a:off x="5585798" y="4747374"/>
              <a:ext cx="1135050" cy="758100"/>
            </a:xfrm>
            <a:prstGeom prst="rect">
              <a:avLst/>
            </a:prstGeom>
            <a:noFill/>
            <a:ln>
              <a:noFill/>
            </a:ln>
          </p:spPr>
        </p:pic>
        <p:pic>
          <p:nvPicPr>
            <p:cNvPr id="209" name="Google Shape;209;p15"/>
            <p:cNvPicPr preferRelativeResize="0"/>
            <p:nvPr/>
          </p:nvPicPr>
          <p:blipFill>
            <a:blip r:embed="rId9">
              <a:alphaModFix/>
            </a:blip>
            <a:stretch>
              <a:fillRect/>
            </a:stretch>
          </p:blipFill>
          <p:spPr>
            <a:xfrm rot="5399987" flipH="1">
              <a:off x="-842533" y="-475814"/>
              <a:ext cx="2268940" cy="1494276"/>
            </a:xfrm>
            <a:prstGeom prst="rect">
              <a:avLst/>
            </a:prstGeom>
            <a:noFill/>
            <a:ln>
              <a:noFill/>
            </a:ln>
          </p:spPr>
        </p:pic>
      </p:grpSp>
    </p:spTree>
    <p:extLst>
      <p:ext uri="{BB962C8B-B14F-4D97-AF65-F5344CB8AC3E}">
        <p14:creationId xmlns:p14="http://schemas.microsoft.com/office/powerpoint/2010/main" val="2285754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10"/>
        <p:cNvGrpSpPr/>
        <p:nvPr/>
      </p:nvGrpSpPr>
      <p:grpSpPr>
        <a:xfrm>
          <a:off x="0" y="0"/>
          <a:ext cx="0" cy="0"/>
          <a:chOff x="0" y="0"/>
          <a:chExt cx="0" cy="0"/>
        </a:xfrm>
      </p:grpSpPr>
      <p:pic>
        <p:nvPicPr>
          <p:cNvPr id="211" name="Google Shape;211;p1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12" name="Google Shape;212;p1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213" name="Google Shape;213;p16"/>
          <p:cNvPicPr preferRelativeResize="0"/>
          <p:nvPr/>
        </p:nvPicPr>
        <p:blipFill>
          <a:blip r:embed="rId3">
            <a:alphaModFix/>
          </a:blip>
          <a:stretch>
            <a:fillRect/>
          </a:stretch>
        </p:blipFill>
        <p:spPr>
          <a:xfrm rot="-5400000" flipH="1">
            <a:off x="-4445312" y="3807100"/>
            <a:ext cx="5321493" cy="5793936"/>
          </a:xfrm>
          <a:prstGeom prst="rect">
            <a:avLst/>
          </a:prstGeom>
          <a:noFill/>
          <a:ln>
            <a:noFill/>
          </a:ln>
        </p:spPr>
      </p:pic>
      <p:pic>
        <p:nvPicPr>
          <p:cNvPr id="214" name="Google Shape;214;p16"/>
          <p:cNvPicPr preferRelativeResize="0"/>
          <p:nvPr/>
        </p:nvPicPr>
        <p:blipFill>
          <a:blip r:embed="rId4">
            <a:alphaModFix/>
          </a:blip>
          <a:stretch>
            <a:fillRect/>
          </a:stretch>
        </p:blipFill>
        <p:spPr>
          <a:xfrm rot="10800000" flipH="1">
            <a:off x="7752989" y="6288004"/>
            <a:ext cx="1391833" cy="1282533"/>
          </a:xfrm>
          <a:prstGeom prst="rect">
            <a:avLst/>
          </a:prstGeom>
          <a:noFill/>
          <a:ln>
            <a:noFill/>
          </a:ln>
        </p:spPr>
      </p:pic>
      <p:grpSp>
        <p:nvGrpSpPr>
          <p:cNvPr id="215" name="Google Shape;215;p16"/>
          <p:cNvGrpSpPr/>
          <p:nvPr/>
        </p:nvGrpSpPr>
        <p:grpSpPr>
          <a:xfrm>
            <a:off x="-1463055" y="3705094"/>
            <a:ext cx="15154875" cy="4991057"/>
            <a:chOff x="-1097291" y="2778820"/>
            <a:chExt cx="11366156" cy="3743293"/>
          </a:xfrm>
        </p:grpSpPr>
        <p:pic>
          <p:nvPicPr>
            <p:cNvPr id="216" name="Google Shape;216;p16"/>
            <p:cNvPicPr preferRelativeResize="0"/>
            <p:nvPr/>
          </p:nvPicPr>
          <p:blipFill>
            <a:blip r:embed="rId5">
              <a:alphaModFix/>
            </a:blip>
            <a:stretch>
              <a:fillRect/>
            </a:stretch>
          </p:blipFill>
          <p:spPr>
            <a:xfrm rot="7840044" flipH="1">
              <a:off x="-918651" y="4340865"/>
              <a:ext cx="2362876" cy="1556150"/>
            </a:xfrm>
            <a:prstGeom prst="rect">
              <a:avLst/>
            </a:prstGeom>
            <a:noFill/>
            <a:ln>
              <a:noFill/>
            </a:ln>
          </p:spPr>
        </p:pic>
        <p:pic>
          <p:nvPicPr>
            <p:cNvPr id="217" name="Google Shape;217;p16"/>
            <p:cNvPicPr preferRelativeResize="0"/>
            <p:nvPr/>
          </p:nvPicPr>
          <p:blipFill>
            <a:blip r:embed="rId6">
              <a:alphaModFix/>
            </a:blip>
            <a:stretch>
              <a:fillRect/>
            </a:stretch>
          </p:blipFill>
          <p:spPr>
            <a:xfrm rot="8542753" flipH="1">
              <a:off x="7007474" y="3622619"/>
              <a:ext cx="3202202" cy="1284687"/>
            </a:xfrm>
            <a:prstGeom prst="rect">
              <a:avLst/>
            </a:prstGeom>
            <a:noFill/>
            <a:ln>
              <a:noFill/>
            </a:ln>
          </p:spPr>
        </p:pic>
        <p:pic>
          <p:nvPicPr>
            <p:cNvPr id="218" name="Google Shape;218;p16"/>
            <p:cNvPicPr preferRelativeResize="0"/>
            <p:nvPr/>
          </p:nvPicPr>
          <p:blipFill>
            <a:blip r:embed="rId7">
              <a:alphaModFix/>
            </a:blip>
            <a:stretch>
              <a:fillRect/>
            </a:stretch>
          </p:blipFill>
          <p:spPr>
            <a:xfrm rot="10800000" flipH="1">
              <a:off x="5346474" y="4755828"/>
              <a:ext cx="796600" cy="882224"/>
            </a:xfrm>
            <a:prstGeom prst="rect">
              <a:avLst/>
            </a:prstGeom>
            <a:noFill/>
            <a:ln>
              <a:noFill/>
            </a:ln>
          </p:spPr>
        </p:pic>
      </p:grpSp>
      <p:grpSp>
        <p:nvGrpSpPr>
          <p:cNvPr id="219" name="Google Shape;219;p16"/>
          <p:cNvGrpSpPr/>
          <p:nvPr/>
        </p:nvGrpSpPr>
        <p:grpSpPr>
          <a:xfrm>
            <a:off x="-1543467" y="-4549056"/>
            <a:ext cx="16094632" cy="8057723"/>
            <a:chOff x="-1157600" y="-3411792"/>
            <a:chExt cx="12070974" cy="6043292"/>
          </a:xfrm>
        </p:grpSpPr>
        <p:pic>
          <p:nvPicPr>
            <p:cNvPr id="220" name="Google Shape;220;p16"/>
            <p:cNvPicPr preferRelativeResize="0"/>
            <p:nvPr/>
          </p:nvPicPr>
          <p:blipFill>
            <a:blip r:embed="rId8">
              <a:alphaModFix/>
            </a:blip>
            <a:stretch>
              <a:fillRect/>
            </a:stretch>
          </p:blipFill>
          <p:spPr>
            <a:xfrm rot="-10799956" flipH="1">
              <a:off x="-1157600" y="-1654591"/>
              <a:ext cx="3055850" cy="2099585"/>
            </a:xfrm>
            <a:prstGeom prst="rect">
              <a:avLst/>
            </a:prstGeom>
            <a:noFill/>
            <a:ln>
              <a:noFill/>
            </a:ln>
          </p:spPr>
        </p:pic>
        <p:pic>
          <p:nvPicPr>
            <p:cNvPr id="221" name="Google Shape;221;p16"/>
            <p:cNvPicPr preferRelativeResize="0"/>
            <p:nvPr/>
          </p:nvPicPr>
          <p:blipFill>
            <a:blip r:embed="rId9">
              <a:alphaModFix/>
            </a:blip>
            <a:stretch>
              <a:fillRect/>
            </a:stretch>
          </p:blipFill>
          <p:spPr>
            <a:xfrm rot="3029897" flipH="1">
              <a:off x="8487966" y="153131"/>
              <a:ext cx="1975439" cy="2097962"/>
            </a:xfrm>
            <a:prstGeom prst="rect">
              <a:avLst/>
            </a:prstGeom>
            <a:noFill/>
            <a:ln>
              <a:noFill/>
            </a:ln>
          </p:spPr>
        </p:pic>
        <p:pic>
          <p:nvPicPr>
            <p:cNvPr id="222" name="Google Shape;222;p16"/>
            <p:cNvPicPr preferRelativeResize="0"/>
            <p:nvPr/>
          </p:nvPicPr>
          <p:blipFill>
            <a:blip r:embed="rId10">
              <a:alphaModFix amt="76000"/>
            </a:blip>
            <a:stretch>
              <a:fillRect/>
            </a:stretch>
          </p:blipFill>
          <p:spPr>
            <a:xfrm rot="-10455859" flipH="1">
              <a:off x="45324" y="-3246422"/>
              <a:ext cx="3490776" cy="3620549"/>
            </a:xfrm>
            <a:prstGeom prst="rect">
              <a:avLst/>
            </a:prstGeom>
            <a:noFill/>
            <a:ln>
              <a:noFill/>
            </a:ln>
          </p:spPr>
        </p:pic>
      </p:grpSp>
    </p:spTree>
    <p:extLst>
      <p:ext uri="{BB962C8B-B14F-4D97-AF65-F5344CB8AC3E}">
        <p14:creationId xmlns:p14="http://schemas.microsoft.com/office/powerpoint/2010/main" val="2734186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23"/>
        <p:cNvGrpSpPr/>
        <p:nvPr/>
      </p:nvGrpSpPr>
      <p:grpSpPr>
        <a:xfrm>
          <a:off x="0" y="0"/>
          <a:ext cx="0" cy="0"/>
          <a:chOff x="0" y="0"/>
          <a:chExt cx="0" cy="0"/>
        </a:xfrm>
      </p:grpSpPr>
      <p:pic>
        <p:nvPicPr>
          <p:cNvPr id="224" name="Google Shape;224;p17"/>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225" name="Google Shape;225;p17"/>
          <p:cNvGrpSpPr/>
          <p:nvPr/>
        </p:nvGrpSpPr>
        <p:grpSpPr>
          <a:xfrm>
            <a:off x="-1906701" y="-1701613"/>
            <a:ext cx="15436775" cy="8953976"/>
            <a:chOff x="-1430026" y="-1276210"/>
            <a:chExt cx="11577581" cy="6715482"/>
          </a:xfrm>
        </p:grpSpPr>
        <p:pic>
          <p:nvPicPr>
            <p:cNvPr id="226" name="Google Shape;226;p17"/>
            <p:cNvPicPr preferRelativeResize="0"/>
            <p:nvPr/>
          </p:nvPicPr>
          <p:blipFill>
            <a:blip r:embed="rId3">
              <a:alphaModFix amt="75000"/>
            </a:blip>
            <a:stretch>
              <a:fillRect/>
            </a:stretch>
          </p:blipFill>
          <p:spPr>
            <a:xfrm rot="5400000">
              <a:off x="7512298" y="-744200"/>
              <a:ext cx="3167267" cy="2103247"/>
            </a:xfrm>
            <a:prstGeom prst="rect">
              <a:avLst/>
            </a:prstGeom>
            <a:noFill/>
            <a:ln>
              <a:noFill/>
            </a:ln>
          </p:spPr>
        </p:pic>
        <p:pic>
          <p:nvPicPr>
            <p:cNvPr id="227" name="Google Shape;227;p17"/>
            <p:cNvPicPr preferRelativeResize="0"/>
            <p:nvPr/>
          </p:nvPicPr>
          <p:blipFill>
            <a:blip r:embed="rId4">
              <a:alphaModFix/>
            </a:blip>
            <a:stretch>
              <a:fillRect/>
            </a:stretch>
          </p:blipFill>
          <p:spPr>
            <a:xfrm>
              <a:off x="-1430026" y="3336025"/>
              <a:ext cx="2027866" cy="2103247"/>
            </a:xfrm>
            <a:prstGeom prst="rect">
              <a:avLst/>
            </a:prstGeom>
            <a:noFill/>
            <a:ln>
              <a:noFill/>
            </a:ln>
          </p:spPr>
        </p:pic>
      </p:grpSp>
      <p:pic>
        <p:nvPicPr>
          <p:cNvPr id="228" name="Google Shape;228;p17"/>
          <p:cNvPicPr preferRelativeResize="0"/>
          <p:nvPr/>
        </p:nvPicPr>
        <p:blipFill>
          <a:blip r:embed="rId5">
            <a:alphaModFix/>
          </a:blip>
          <a:stretch>
            <a:fillRect/>
          </a:stretch>
        </p:blipFill>
        <p:spPr>
          <a:xfrm rot="370385">
            <a:off x="8250266" y="3583567"/>
            <a:ext cx="5678100" cy="6182203"/>
          </a:xfrm>
          <a:prstGeom prst="rect">
            <a:avLst/>
          </a:prstGeom>
          <a:noFill/>
          <a:ln>
            <a:noFill/>
          </a:ln>
        </p:spPr>
      </p:pic>
      <p:grpSp>
        <p:nvGrpSpPr>
          <p:cNvPr id="229" name="Google Shape;229;p17"/>
          <p:cNvGrpSpPr/>
          <p:nvPr/>
        </p:nvGrpSpPr>
        <p:grpSpPr>
          <a:xfrm>
            <a:off x="-883828" y="-1368499"/>
            <a:ext cx="12517725" cy="6292531"/>
            <a:chOff x="-662871" y="-1026374"/>
            <a:chExt cx="9388294" cy="4719398"/>
          </a:xfrm>
        </p:grpSpPr>
        <p:pic>
          <p:nvPicPr>
            <p:cNvPr id="230" name="Google Shape;230;p17"/>
            <p:cNvPicPr preferRelativeResize="0"/>
            <p:nvPr/>
          </p:nvPicPr>
          <p:blipFill>
            <a:blip r:embed="rId6">
              <a:alphaModFix amt="79000"/>
            </a:blip>
            <a:stretch>
              <a:fillRect/>
            </a:stretch>
          </p:blipFill>
          <p:spPr>
            <a:xfrm rot="-2700000">
              <a:off x="7333731" y="-772595"/>
              <a:ext cx="1174132" cy="1101691"/>
            </a:xfrm>
            <a:prstGeom prst="rect">
              <a:avLst/>
            </a:prstGeom>
            <a:noFill/>
            <a:ln>
              <a:noFill/>
            </a:ln>
          </p:spPr>
        </p:pic>
        <p:pic>
          <p:nvPicPr>
            <p:cNvPr id="231" name="Google Shape;231;p17"/>
            <p:cNvPicPr preferRelativeResize="0"/>
            <p:nvPr/>
          </p:nvPicPr>
          <p:blipFill>
            <a:blip r:embed="rId7">
              <a:alphaModFix amt="63000"/>
            </a:blip>
            <a:stretch>
              <a:fillRect/>
            </a:stretch>
          </p:blipFill>
          <p:spPr>
            <a:xfrm>
              <a:off x="-662871" y="2731123"/>
              <a:ext cx="1043875" cy="961900"/>
            </a:xfrm>
            <a:prstGeom prst="rect">
              <a:avLst/>
            </a:prstGeom>
            <a:noFill/>
            <a:ln>
              <a:noFill/>
            </a:ln>
          </p:spPr>
        </p:pic>
      </p:grpSp>
      <p:grpSp>
        <p:nvGrpSpPr>
          <p:cNvPr id="232" name="Google Shape;232;p17"/>
          <p:cNvGrpSpPr/>
          <p:nvPr/>
        </p:nvGrpSpPr>
        <p:grpSpPr>
          <a:xfrm>
            <a:off x="-1771997" y="-1875009"/>
            <a:ext cx="12956511" cy="8502543"/>
            <a:chOff x="-1328998" y="-1406257"/>
            <a:chExt cx="9717383" cy="6376907"/>
          </a:xfrm>
        </p:grpSpPr>
        <p:pic>
          <p:nvPicPr>
            <p:cNvPr id="233" name="Google Shape;233;p17"/>
            <p:cNvPicPr preferRelativeResize="0"/>
            <p:nvPr/>
          </p:nvPicPr>
          <p:blipFill>
            <a:blip r:embed="rId8">
              <a:alphaModFix/>
            </a:blip>
            <a:stretch>
              <a:fillRect/>
            </a:stretch>
          </p:blipFill>
          <p:spPr>
            <a:xfrm>
              <a:off x="-840402" y="4008599"/>
              <a:ext cx="1135050" cy="758100"/>
            </a:xfrm>
            <a:prstGeom prst="rect">
              <a:avLst/>
            </a:prstGeom>
            <a:noFill/>
            <a:ln>
              <a:noFill/>
            </a:ln>
          </p:spPr>
        </p:pic>
        <p:pic>
          <p:nvPicPr>
            <p:cNvPr id="234" name="Google Shape;234;p17"/>
            <p:cNvPicPr preferRelativeResize="0"/>
            <p:nvPr/>
          </p:nvPicPr>
          <p:blipFill>
            <a:blip r:embed="rId9">
              <a:alphaModFix/>
            </a:blip>
            <a:stretch>
              <a:fillRect/>
            </a:stretch>
          </p:blipFill>
          <p:spPr>
            <a:xfrm>
              <a:off x="7453210" y="3934950"/>
              <a:ext cx="935175" cy="1035701"/>
            </a:xfrm>
            <a:prstGeom prst="rect">
              <a:avLst/>
            </a:prstGeom>
            <a:noFill/>
            <a:ln>
              <a:noFill/>
            </a:ln>
          </p:spPr>
        </p:pic>
        <p:pic>
          <p:nvPicPr>
            <p:cNvPr id="235" name="Google Shape;235;p17"/>
            <p:cNvPicPr preferRelativeResize="0"/>
            <p:nvPr/>
          </p:nvPicPr>
          <p:blipFill>
            <a:blip r:embed="rId10">
              <a:alphaModFix/>
            </a:blip>
            <a:stretch>
              <a:fillRect/>
            </a:stretch>
          </p:blipFill>
          <p:spPr>
            <a:xfrm rot="7518071" flipH="1">
              <a:off x="-1144794" y="-546976"/>
              <a:ext cx="3193620" cy="2103249"/>
            </a:xfrm>
            <a:prstGeom prst="rect">
              <a:avLst/>
            </a:prstGeom>
            <a:noFill/>
            <a:ln>
              <a:noFill/>
            </a:ln>
          </p:spPr>
        </p:pic>
      </p:grpSp>
      <p:sp>
        <p:nvSpPr>
          <p:cNvPr id="236" name="Google Shape;236;p17"/>
          <p:cNvSpPr txBox="1">
            <a:spLocks noGrp="1"/>
          </p:cNvSpPr>
          <p:nvPr>
            <p:ph type="title"/>
          </p:nvPr>
        </p:nvSpPr>
        <p:spPr>
          <a:xfrm>
            <a:off x="6096200" y="2175433"/>
            <a:ext cx="5150400" cy="1446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37" name="Google Shape;237;p17"/>
          <p:cNvSpPr txBox="1">
            <a:spLocks noGrp="1"/>
          </p:cNvSpPr>
          <p:nvPr>
            <p:ph type="subTitle" idx="1"/>
          </p:nvPr>
        </p:nvSpPr>
        <p:spPr>
          <a:xfrm>
            <a:off x="6096200" y="3568167"/>
            <a:ext cx="5150400" cy="11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8" name="Google Shape;238;p17"/>
          <p:cNvSpPr>
            <a:spLocks noGrp="1"/>
          </p:cNvSpPr>
          <p:nvPr>
            <p:ph type="pic" idx="2"/>
          </p:nvPr>
        </p:nvSpPr>
        <p:spPr>
          <a:xfrm flipH="1">
            <a:off x="1521749" y="711817"/>
            <a:ext cx="3880000" cy="5434400"/>
          </a:xfrm>
          <a:prstGeom prst="roundRect">
            <a:avLst>
              <a:gd name="adj" fmla="val 16667"/>
            </a:avLst>
          </a:prstGeom>
          <a:noFill/>
          <a:ln>
            <a:noFill/>
          </a:ln>
        </p:spPr>
      </p:sp>
    </p:spTree>
    <p:extLst>
      <p:ext uri="{BB962C8B-B14F-4D97-AF65-F5344CB8AC3E}">
        <p14:creationId xmlns:p14="http://schemas.microsoft.com/office/powerpoint/2010/main" val="3787037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39"/>
        <p:cNvGrpSpPr/>
        <p:nvPr/>
      </p:nvGrpSpPr>
      <p:grpSpPr>
        <a:xfrm>
          <a:off x="0" y="0"/>
          <a:ext cx="0" cy="0"/>
          <a:chOff x="0" y="0"/>
          <a:chExt cx="0" cy="0"/>
        </a:xfrm>
      </p:grpSpPr>
      <p:pic>
        <p:nvPicPr>
          <p:cNvPr id="240" name="Google Shape;240;p18"/>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41" name="Google Shape;241;p18"/>
          <p:cNvSpPr txBox="1">
            <a:spLocks noGrp="1"/>
          </p:cNvSpPr>
          <p:nvPr>
            <p:ph type="title"/>
          </p:nvPr>
        </p:nvSpPr>
        <p:spPr>
          <a:xfrm>
            <a:off x="960000" y="2491567"/>
            <a:ext cx="4797200" cy="80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42" name="Google Shape;242;p18"/>
          <p:cNvSpPr txBox="1">
            <a:spLocks noGrp="1"/>
          </p:cNvSpPr>
          <p:nvPr>
            <p:ph type="subTitle" idx="1"/>
          </p:nvPr>
        </p:nvSpPr>
        <p:spPr>
          <a:xfrm>
            <a:off x="960000" y="3292833"/>
            <a:ext cx="4797200" cy="107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243" name="Google Shape;243;p18"/>
          <p:cNvPicPr preferRelativeResize="0"/>
          <p:nvPr/>
        </p:nvPicPr>
        <p:blipFill>
          <a:blip r:embed="rId3">
            <a:alphaModFix/>
          </a:blip>
          <a:stretch>
            <a:fillRect/>
          </a:stretch>
        </p:blipFill>
        <p:spPr>
          <a:xfrm rot="-5400000">
            <a:off x="11014567" y="3969867"/>
            <a:ext cx="2913268" cy="1683967"/>
          </a:xfrm>
          <a:prstGeom prst="rect">
            <a:avLst/>
          </a:prstGeom>
          <a:noFill/>
          <a:ln>
            <a:noFill/>
          </a:ln>
        </p:spPr>
      </p:pic>
      <p:pic>
        <p:nvPicPr>
          <p:cNvPr id="244" name="Google Shape;244;p18"/>
          <p:cNvPicPr preferRelativeResize="0"/>
          <p:nvPr/>
        </p:nvPicPr>
        <p:blipFill>
          <a:blip r:embed="rId4">
            <a:alphaModFix/>
          </a:blip>
          <a:stretch>
            <a:fillRect/>
          </a:stretch>
        </p:blipFill>
        <p:spPr>
          <a:xfrm rot="7293761">
            <a:off x="11537303" y="5079068"/>
            <a:ext cx="1136500" cy="1258665"/>
          </a:xfrm>
          <a:prstGeom prst="rect">
            <a:avLst/>
          </a:prstGeom>
          <a:noFill/>
          <a:ln>
            <a:noFill/>
          </a:ln>
        </p:spPr>
      </p:pic>
      <p:grpSp>
        <p:nvGrpSpPr>
          <p:cNvPr id="245" name="Google Shape;245;p18"/>
          <p:cNvGrpSpPr/>
          <p:nvPr/>
        </p:nvGrpSpPr>
        <p:grpSpPr>
          <a:xfrm>
            <a:off x="-4065754" y="-3214689"/>
            <a:ext cx="12379308" cy="12516644"/>
            <a:chOff x="-3049316" y="-2411017"/>
            <a:chExt cx="9284481" cy="9387483"/>
          </a:xfrm>
        </p:grpSpPr>
        <p:pic>
          <p:nvPicPr>
            <p:cNvPr id="246" name="Google Shape;246;p18"/>
            <p:cNvPicPr preferRelativeResize="0"/>
            <p:nvPr/>
          </p:nvPicPr>
          <p:blipFill>
            <a:blip r:embed="rId5">
              <a:alphaModFix/>
            </a:blip>
            <a:stretch>
              <a:fillRect/>
            </a:stretch>
          </p:blipFill>
          <p:spPr>
            <a:xfrm rot="3069595">
              <a:off x="2839248" y="-1569626"/>
              <a:ext cx="3167267" cy="2103248"/>
            </a:xfrm>
            <a:prstGeom prst="rect">
              <a:avLst/>
            </a:prstGeom>
            <a:noFill/>
            <a:ln>
              <a:noFill/>
            </a:ln>
          </p:spPr>
        </p:pic>
        <p:pic>
          <p:nvPicPr>
            <p:cNvPr id="247" name="Google Shape;247;p18"/>
            <p:cNvPicPr preferRelativeResize="0"/>
            <p:nvPr/>
          </p:nvPicPr>
          <p:blipFill>
            <a:blip r:embed="rId6">
              <a:alphaModFix/>
            </a:blip>
            <a:stretch>
              <a:fillRect/>
            </a:stretch>
          </p:blipFill>
          <p:spPr>
            <a:xfrm rot="6438708">
              <a:off x="-2593616" y="2061451"/>
              <a:ext cx="3167276" cy="3284995"/>
            </a:xfrm>
            <a:prstGeom prst="rect">
              <a:avLst/>
            </a:prstGeom>
            <a:noFill/>
            <a:ln>
              <a:noFill/>
            </a:ln>
          </p:spPr>
        </p:pic>
        <p:pic>
          <p:nvPicPr>
            <p:cNvPr id="248" name="Google Shape;248;p18"/>
            <p:cNvPicPr preferRelativeResize="0"/>
            <p:nvPr/>
          </p:nvPicPr>
          <p:blipFill>
            <a:blip r:embed="rId5">
              <a:alphaModFix/>
            </a:blip>
            <a:stretch>
              <a:fillRect/>
            </a:stretch>
          </p:blipFill>
          <p:spPr>
            <a:xfrm rot="-6935066">
              <a:off x="-1650952" y="4042348"/>
              <a:ext cx="3167269" cy="2103249"/>
            </a:xfrm>
            <a:prstGeom prst="rect">
              <a:avLst/>
            </a:prstGeom>
            <a:noFill/>
            <a:ln>
              <a:noFill/>
            </a:ln>
          </p:spPr>
        </p:pic>
      </p:grpSp>
      <p:grpSp>
        <p:nvGrpSpPr>
          <p:cNvPr id="249" name="Google Shape;249;p18"/>
          <p:cNvGrpSpPr/>
          <p:nvPr/>
        </p:nvGrpSpPr>
        <p:grpSpPr>
          <a:xfrm>
            <a:off x="3815368" y="-782269"/>
            <a:ext cx="5415371" cy="8356732"/>
            <a:chOff x="2861526" y="-586702"/>
            <a:chExt cx="4061528" cy="6267549"/>
          </a:xfrm>
        </p:grpSpPr>
        <p:pic>
          <p:nvPicPr>
            <p:cNvPr id="250" name="Google Shape;250;p18"/>
            <p:cNvPicPr preferRelativeResize="0"/>
            <p:nvPr/>
          </p:nvPicPr>
          <p:blipFill>
            <a:blip r:embed="rId7">
              <a:alphaModFix amt="87000"/>
            </a:blip>
            <a:stretch>
              <a:fillRect/>
            </a:stretch>
          </p:blipFill>
          <p:spPr>
            <a:xfrm>
              <a:off x="5879178" y="-586702"/>
              <a:ext cx="1043875" cy="961900"/>
            </a:xfrm>
            <a:prstGeom prst="rect">
              <a:avLst/>
            </a:prstGeom>
            <a:noFill/>
            <a:ln>
              <a:noFill/>
            </a:ln>
          </p:spPr>
        </p:pic>
        <p:pic>
          <p:nvPicPr>
            <p:cNvPr id="251" name="Google Shape;251;p18"/>
            <p:cNvPicPr preferRelativeResize="0"/>
            <p:nvPr/>
          </p:nvPicPr>
          <p:blipFill>
            <a:blip r:embed="rId8">
              <a:alphaModFix amt="54000"/>
            </a:blip>
            <a:stretch>
              <a:fillRect/>
            </a:stretch>
          </p:blipFill>
          <p:spPr>
            <a:xfrm>
              <a:off x="2861526" y="4701375"/>
              <a:ext cx="1043876" cy="979472"/>
            </a:xfrm>
            <a:prstGeom prst="rect">
              <a:avLst/>
            </a:prstGeom>
            <a:noFill/>
            <a:ln>
              <a:noFill/>
            </a:ln>
          </p:spPr>
        </p:pic>
      </p:grpSp>
    </p:spTree>
    <p:extLst>
      <p:ext uri="{BB962C8B-B14F-4D97-AF65-F5344CB8AC3E}">
        <p14:creationId xmlns:p14="http://schemas.microsoft.com/office/powerpoint/2010/main" val="20013549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52"/>
        <p:cNvGrpSpPr/>
        <p:nvPr/>
      </p:nvGrpSpPr>
      <p:grpSpPr>
        <a:xfrm>
          <a:off x="0" y="0"/>
          <a:ext cx="0" cy="0"/>
          <a:chOff x="0" y="0"/>
          <a:chExt cx="0" cy="0"/>
        </a:xfrm>
      </p:grpSpPr>
      <p:pic>
        <p:nvPicPr>
          <p:cNvPr id="253" name="Google Shape;253;p19"/>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54" name="Google Shape;254;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55" name="Google Shape;255;p19"/>
          <p:cNvSpPr txBox="1">
            <a:spLocks noGrp="1"/>
          </p:cNvSpPr>
          <p:nvPr>
            <p:ph type="body" idx="1"/>
          </p:nvPr>
        </p:nvSpPr>
        <p:spPr>
          <a:xfrm>
            <a:off x="960000" y="1442633"/>
            <a:ext cx="5692400" cy="47020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Clr>
                <a:schemeClr val="dk2"/>
              </a:buClr>
              <a:buSzPts val="1400"/>
              <a:buFont typeface="Figtree Light"/>
              <a:buChar char="●"/>
              <a:defRPr/>
            </a:lvl1pPr>
            <a:lvl2pPr marL="1219170" lvl="1" indent="-406390" rtl="0">
              <a:spcBef>
                <a:spcPts val="0"/>
              </a:spcBef>
              <a:spcAft>
                <a:spcPts val="0"/>
              </a:spcAft>
              <a:buSzPts val="1200"/>
              <a:buFont typeface="Figtree Light"/>
              <a:buChar char="○"/>
              <a:defRPr/>
            </a:lvl2pPr>
            <a:lvl3pPr marL="1828754" lvl="2" indent="-406390" rtl="0">
              <a:lnSpc>
                <a:spcPct val="115000"/>
              </a:lnSpc>
              <a:spcBef>
                <a:spcPts val="0"/>
              </a:spcBef>
              <a:spcAft>
                <a:spcPts val="0"/>
              </a:spcAft>
              <a:buClr>
                <a:srgbClr val="FFC800"/>
              </a:buClr>
              <a:buSzPts val="1200"/>
              <a:buFont typeface="Figtree Light"/>
              <a:buChar char="■"/>
              <a:defRPr/>
            </a:lvl3pPr>
            <a:lvl4pPr marL="2438339" lvl="3" indent="-406390" rtl="0">
              <a:lnSpc>
                <a:spcPct val="115000"/>
              </a:lnSpc>
              <a:spcBef>
                <a:spcPts val="0"/>
              </a:spcBef>
              <a:spcAft>
                <a:spcPts val="0"/>
              </a:spcAft>
              <a:buClr>
                <a:srgbClr val="FFC800"/>
              </a:buClr>
              <a:buSzPts val="1200"/>
              <a:buFont typeface="Figtree Light"/>
              <a:buChar char="●"/>
              <a:defRPr/>
            </a:lvl4pPr>
            <a:lvl5pPr marL="3047924" lvl="4" indent="-406390" rtl="0">
              <a:lnSpc>
                <a:spcPct val="115000"/>
              </a:lnSpc>
              <a:spcBef>
                <a:spcPts val="0"/>
              </a:spcBef>
              <a:spcAft>
                <a:spcPts val="0"/>
              </a:spcAft>
              <a:buClr>
                <a:srgbClr val="434343"/>
              </a:buClr>
              <a:buSzPts val="1200"/>
              <a:buFont typeface="Figtree Light"/>
              <a:buChar char="○"/>
              <a:defRPr/>
            </a:lvl5pPr>
            <a:lvl6pPr marL="3657509" lvl="5" indent="-406390" rtl="0">
              <a:lnSpc>
                <a:spcPct val="115000"/>
              </a:lnSpc>
              <a:spcBef>
                <a:spcPts val="0"/>
              </a:spcBef>
              <a:spcAft>
                <a:spcPts val="0"/>
              </a:spcAft>
              <a:buClr>
                <a:srgbClr val="434343"/>
              </a:buClr>
              <a:buSzPts val="1200"/>
              <a:buFont typeface="Figtree Light"/>
              <a:buChar char="■"/>
              <a:defRPr/>
            </a:lvl6pPr>
            <a:lvl7pPr marL="4267093" lvl="6" indent="-406390" rtl="0">
              <a:lnSpc>
                <a:spcPct val="115000"/>
              </a:lnSpc>
              <a:spcBef>
                <a:spcPts val="0"/>
              </a:spcBef>
              <a:spcAft>
                <a:spcPts val="0"/>
              </a:spcAft>
              <a:buClr>
                <a:srgbClr val="434343"/>
              </a:buClr>
              <a:buSzPts val="1200"/>
              <a:buFont typeface="Figtree Light"/>
              <a:buChar char="●"/>
              <a:defRPr/>
            </a:lvl7pPr>
            <a:lvl8pPr marL="4876678" lvl="7" indent="-406390" rtl="0">
              <a:lnSpc>
                <a:spcPct val="115000"/>
              </a:lnSpc>
              <a:spcBef>
                <a:spcPts val="0"/>
              </a:spcBef>
              <a:spcAft>
                <a:spcPts val="0"/>
              </a:spcAft>
              <a:buClr>
                <a:srgbClr val="434343"/>
              </a:buClr>
              <a:buSzPts val="1200"/>
              <a:buFont typeface="Figtree Light"/>
              <a:buChar char="○"/>
              <a:defRPr/>
            </a:lvl8pPr>
            <a:lvl9pPr marL="5486263" lvl="8" indent="-406390" rtl="0">
              <a:lnSpc>
                <a:spcPct val="115000"/>
              </a:lnSpc>
              <a:spcBef>
                <a:spcPts val="0"/>
              </a:spcBef>
              <a:spcAft>
                <a:spcPts val="0"/>
              </a:spcAft>
              <a:buClr>
                <a:srgbClr val="434343"/>
              </a:buClr>
              <a:buSzPts val="1200"/>
              <a:buFont typeface="Figtree Light"/>
              <a:buChar char="■"/>
              <a:defRPr/>
            </a:lvl9pPr>
          </a:lstStyle>
          <a:p>
            <a:pPr lvl="0"/>
            <a:r>
              <a:rPr lang="en-US"/>
              <a:t>Click to edit Master text styles</a:t>
            </a:r>
          </a:p>
        </p:txBody>
      </p:sp>
      <p:grpSp>
        <p:nvGrpSpPr>
          <p:cNvPr id="256" name="Google Shape;256;p19"/>
          <p:cNvGrpSpPr/>
          <p:nvPr/>
        </p:nvGrpSpPr>
        <p:grpSpPr>
          <a:xfrm>
            <a:off x="-2159855" y="3764874"/>
            <a:ext cx="16652713" cy="5875929"/>
            <a:chOff x="-1619892" y="2823655"/>
            <a:chExt cx="12489535" cy="4406947"/>
          </a:xfrm>
        </p:grpSpPr>
        <p:pic>
          <p:nvPicPr>
            <p:cNvPr id="257" name="Google Shape;257;p19"/>
            <p:cNvPicPr preferRelativeResize="0"/>
            <p:nvPr/>
          </p:nvPicPr>
          <p:blipFill>
            <a:blip r:embed="rId3">
              <a:alphaModFix/>
            </a:blip>
            <a:stretch>
              <a:fillRect/>
            </a:stretch>
          </p:blipFill>
          <p:spPr>
            <a:xfrm rot="-9070292">
              <a:off x="2988523" y="4494074"/>
              <a:ext cx="3167266" cy="2103248"/>
            </a:xfrm>
            <a:prstGeom prst="rect">
              <a:avLst/>
            </a:prstGeom>
            <a:noFill/>
            <a:ln>
              <a:noFill/>
            </a:ln>
          </p:spPr>
        </p:pic>
        <p:pic>
          <p:nvPicPr>
            <p:cNvPr id="258" name="Google Shape;258;p19"/>
            <p:cNvPicPr preferRelativeResize="0"/>
            <p:nvPr/>
          </p:nvPicPr>
          <p:blipFill>
            <a:blip r:embed="rId4">
              <a:alphaModFix/>
            </a:blip>
            <a:stretch>
              <a:fillRect/>
            </a:stretch>
          </p:blipFill>
          <p:spPr>
            <a:xfrm>
              <a:off x="-1619892" y="2873950"/>
              <a:ext cx="2241548" cy="2103249"/>
            </a:xfrm>
            <a:prstGeom prst="rect">
              <a:avLst/>
            </a:prstGeom>
            <a:noFill/>
            <a:ln>
              <a:noFill/>
            </a:ln>
          </p:spPr>
        </p:pic>
        <p:pic>
          <p:nvPicPr>
            <p:cNvPr id="259" name="Google Shape;259;p19"/>
            <p:cNvPicPr preferRelativeResize="0"/>
            <p:nvPr/>
          </p:nvPicPr>
          <p:blipFill>
            <a:blip r:embed="rId5">
              <a:alphaModFix/>
            </a:blip>
            <a:stretch>
              <a:fillRect/>
            </a:stretch>
          </p:blipFill>
          <p:spPr>
            <a:xfrm rot="-3446756">
              <a:off x="7184969" y="3871375"/>
              <a:ext cx="3638626" cy="2103250"/>
            </a:xfrm>
            <a:prstGeom prst="rect">
              <a:avLst/>
            </a:prstGeom>
            <a:noFill/>
            <a:ln>
              <a:noFill/>
            </a:ln>
          </p:spPr>
        </p:pic>
      </p:grpSp>
      <p:grpSp>
        <p:nvGrpSpPr>
          <p:cNvPr id="260" name="Google Shape;260;p19"/>
          <p:cNvGrpSpPr/>
          <p:nvPr/>
        </p:nvGrpSpPr>
        <p:grpSpPr>
          <a:xfrm>
            <a:off x="6989832" y="-814469"/>
            <a:ext cx="3078840" cy="8302328"/>
            <a:chOff x="5242374" y="-610852"/>
            <a:chExt cx="2309130" cy="6226746"/>
          </a:xfrm>
        </p:grpSpPr>
        <p:pic>
          <p:nvPicPr>
            <p:cNvPr id="261" name="Google Shape;261;p19"/>
            <p:cNvPicPr preferRelativeResize="0"/>
            <p:nvPr/>
          </p:nvPicPr>
          <p:blipFill>
            <a:blip r:embed="rId6">
              <a:alphaModFix/>
            </a:blip>
            <a:stretch>
              <a:fillRect/>
            </a:stretch>
          </p:blipFill>
          <p:spPr>
            <a:xfrm>
              <a:off x="6507628" y="-610852"/>
              <a:ext cx="1043875" cy="961900"/>
            </a:xfrm>
            <a:prstGeom prst="rect">
              <a:avLst/>
            </a:prstGeom>
            <a:noFill/>
            <a:ln>
              <a:noFill/>
            </a:ln>
          </p:spPr>
        </p:pic>
        <p:pic>
          <p:nvPicPr>
            <p:cNvPr id="262" name="Google Shape;262;p19"/>
            <p:cNvPicPr preferRelativeResize="0"/>
            <p:nvPr/>
          </p:nvPicPr>
          <p:blipFill>
            <a:blip r:embed="rId7">
              <a:alphaModFix amt="85000"/>
            </a:blip>
            <a:stretch>
              <a:fillRect/>
            </a:stretch>
          </p:blipFill>
          <p:spPr>
            <a:xfrm>
              <a:off x="5242374" y="4756718"/>
              <a:ext cx="884500" cy="859176"/>
            </a:xfrm>
            <a:prstGeom prst="rect">
              <a:avLst/>
            </a:prstGeom>
            <a:noFill/>
            <a:ln>
              <a:noFill/>
            </a:ln>
          </p:spPr>
        </p:pic>
      </p:grpSp>
      <p:grpSp>
        <p:nvGrpSpPr>
          <p:cNvPr id="263" name="Google Shape;263;p19"/>
          <p:cNvGrpSpPr/>
          <p:nvPr/>
        </p:nvGrpSpPr>
        <p:grpSpPr>
          <a:xfrm>
            <a:off x="8523370" y="-1984960"/>
            <a:ext cx="4746748" cy="5098120"/>
            <a:chOff x="6392527" y="-1488720"/>
            <a:chExt cx="3560061" cy="3823590"/>
          </a:xfrm>
        </p:grpSpPr>
        <p:pic>
          <p:nvPicPr>
            <p:cNvPr id="264" name="Google Shape;264;p19"/>
            <p:cNvPicPr preferRelativeResize="0"/>
            <p:nvPr/>
          </p:nvPicPr>
          <p:blipFill>
            <a:blip r:embed="rId8">
              <a:alphaModFix/>
            </a:blip>
            <a:stretch>
              <a:fillRect/>
            </a:stretch>
          </p:blipFill>
          <p:spPr>
            <a:xfrm rot="2986438">
              <a:off x="6303001" y="-326971"/>
              <a:ext cx="3739113" cy="1500092"/>
            </a:xfrm>
            <a:prstGeom prst="rect">
              <a:avLst/>
            </a:prstGeom>
            <a:noFill/>
            <a:ln>
              <a:noFill/>
            </a:ln>
          </p:spPr>
        </p:pic>
        <p:pic>
          <p:nvPicPr>
            <p:cNvPr id="265" name="Google Shape;265;p19"/>
            <p:cNvPicPr preferRelativeResize="0"/>
            <p:nvPr/>
          </p:nvPicPr>
          <p:blipFill>
            <a:blip r:embed="rId9">
              <a:alphaModFix amt="71000"/>
            </a:blip>
            <a:stretch>
              <a:fillRect/>
            </a:stretch>
          </p:blipFill>
          <p:spPr>
            <a:xfrm>
              <a:off x="7551498" y="-731712"/>
              <a:ext cx="1086799" cy="1203625"/>
            </a:xfrm>
            <a:prstGeom prst="rect">
              <a:avLst/>
            </a:prstGeom>
            <a:noFill/>
            <a:ln>
              <a:noFill/>
            </a:ln>
          </p:spPr>
        </p:pic>
      </p:grpSp>
      <p:pic>
        <p:nvPicPr>
          <p:cNvPr id="266" name="Google Shape;266;p19"/>
          <p:cNvPicPr preferRelativeResize="0"/>
          <p:nvPr/>
        </p:nvPicPr>
        <p:blipFill>
          <a:blip r:embed="rId10">
            <a:alphaModFix/>
          </a:blip>
          <a:stretch>
            <a:fillRect/>
          </a:stretch>
        </p:blipFill>
        <p:spPr>
          <a:xfrm rot="3359412">
            <a:off x="2814724" y="-3755952"/>
            <a:ext cx="5051864" cy="5500365"/>
          </a:xfrm>
          <a:prstGeom prst="rect">
            <a:avLst/>
          </a:prstGeom>
          <a:noFill/>
          <a:ln>
            <a:noFill/>
          </a:ln>
        </p:spPr>
      </p:pic>
    </p:spTree>
    <p:extLst>
      <p:ext uri="{BB962C8B-B14F-4D97-AF65-F5344CB8AC3E}">
        <p14:creationId xmlns:p14="http://schemas.microsoft.com/office/powerpoint/2010/main" val="3712516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67"/>
        <p:cNvGrpSpPr/>
        <p:nvPr/>
      </p:nvGrpSpPr>
      <p:grpSpPr>
        <a:xfrm>
          <a:off x="0" y="0"/>
          <a:ext cx="0" cy="0"/>
          <a:chOff x="0" y="0"/>
          <a:chExt cx="0" cy="0"/>
        </a:xfrm>
      </p:grpSpPr>
      <p:pic>
        <p:nvPicPr>
          <p:cNvPr id="268" name="Google Shape;268;p20"/>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69" name="Google Shape;269;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70" name="Google Shape;270;p20"/>
          <p:cNvSpPr txBox="1">
            <a:spLocks noGrp="1"/>
          </p:cNvSpPr>
          <p:nvPr>
            <p:ph type="body" idx="1"/>
          </p:nvPr>
        </p:nvSpPr>
        <p:spPr>
          <a:xfrm>
            <a:off x="960000" y="1621000"/>
            <a:ext cx="10272000" cy="43108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Clr>
                <a:schemeClr val="dk2"/>
              </a:buClr>
              <a:buSzPts val="800"/>
              <a:buFont typeface="Nunito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SzPts val="1200"/>
              <a:buFont typeface="Nunito Light"/>
              <a:buChar char="■"/>
              <a:defRPr/>
            </a:lvl3pPr>
            <a:lvl4pPr marL="2438339" lvl="3" indent="-406390" rtl="0">
              <a:lnSpc>
                <a:spcPct val="115000"/>
              </a:lnSpc>
              <a:spcBef>
                <a:spcPts val="0"/>
              </a:spcBef>
              <a:spcAft>
                <a:spcPts val="0"/>
              </a:spcAft>
              <a:buSzPts val="1200"/>
              <a:buFont typeface="Nunito Light"/>
              <a:buChar char="●"/>
              <a:defRPr/>
            </a:lvl4pPr>
            <a:lvl5pPr marL="3047924" lvl="4" indent="-406390" rtl="0">
              <a:lnSpc>
                <a:spcPct val="115000"/>
              </a:lnSpc>
              <a:spcBef>
                <a:spcPts val="0"/>
              </a:spcBef>
              <a:spcAft>
                <a:spcPts val="0"/>
              </a:spcAft>
              <a:buSzPts val="1200"/>
              <a:buFont typeface="Nunito Light"/>
              <a:buChar char="○"/>
              <a:defRPr/>
            </a:lvl5pPr>
            <a:lvl6pPr marL="3657509" lvl="5" indent="-406390" rtl="0">
              <a:lnSpc>
                <a:spcPct val="115000"/>
              </a:lnSpc>
              <a:spcBef>
                <a:spcPts val="0"/>
              </a:spcBef>
              <a:spcAft>
                <a:spcPts val="0"/>
              </a:spcAft>
              <a:buSzPts val="1200"/>
              <a:buFont typeface="Nunito Light"/>
              <a:buChar char="■"/>
              <a:defRPr/>
            </a:lvl6pPr>
            <a:lvl7pPr marL="4267093" lvl="6" indent="-406390" rtl="0">
              <a:lnSpc>
                <a:spcPct val="115000"/>
              </a:lnSpc>
              <a:spcBef>
                <a:spcPts val="0"/>
              </a:spcBef>
              <a:spcAft>
                <a:spcPts val="0"/>
              </a:spcAft>
              <a:buSzPts val="1200"/>
              <a:buFont typeface="Nunito Light"/>
              <a:buChar char="●"/>
              <a:defRPr/>
            </a:lvl7pPr>
            <a:lvl8pPr marL="4876678" lvl="7" indent="-406390" rtl="0">
              <a:lnSpc>
                <a:spcPct val="115000"/>
              </a:lnSpc>
              <a:spcBef>
                <a:spcPts val="0"/>
              </a:spcBef>
              <a:spcAft>
                <a:spcPts val="0"/>
              </a:spcAft>
              <a:buSzPts val="1200"/>
              <a:buFont typeface="Nunito Light"/>
              <a:buChar char="○"/>
              <a:defRPr/>
            </a:lvl8pPr>
            <a:lvl9pPr marL="5486263" lvl="8" indent="-406390" rtl="0">
              <a:lnSpc>
                <a:spcPct val="115000"/>
              </a:lnSpc>
              <a:spcBef>
                <a:spcPts val="0"/>
              </a:spcBef>
              <a:spcAft>
                <a:spcPts val="0"/>
              </a:spcAft>
              <a:buSzPts val="1200"/>
              <a:buFont typeface="Nunito Light"/>
              <a:buChar char="■"/>
              <a:defRPr/>
            </a:lvl9pPr>
          </a:lstStyle>
          <a:p>
            <a:pPr lvl="0"/>
            <a:r>
              <a:rPr lang="en-US"/>
              <a:t>Click to edit Master text styles</a:t>
            </a:r>
          </a:p>
        </p:txBody>
      </p:sp>
      <p:pic>
        <p:nvPicPr>
          <p:cNvPr id="271" name="Google Shape;271;p20"/>
          <p:cNvPicPr preferRelativeResize="0"/>
          <p:nvPr/>
        </p:nvPicPr>
        <p:blipFill>
          <a:blip r:embed="rId3">
            <a:alphaModFix/>
          </a:blip>
          <a:stretch>
            <a:fillRect/>
          </a:stretch>
        </p:blipFill>
        <p:spPr>
          <a:xfrm rot="10800000">
            <a:off x="9840182" y="-670664"/>
            <a:ext cx="1391833" cy="1282533"/>
          </a:xfrm>
          <a:prstGeom prst="rect">
            <a:avLst/>
          </a:prstGeom>
          <a:noFill/>
          <a:ln>
            <a:noFill/>
          </a:ln>
        </p:spPr>
      </p:pic>
      <p:grpSp>
        <p:nvGrpSpPr>
          <p:cNvPr id="272" name="Google Shape;272;p20"/>
          <p:cNvGrpSpPr/>
          <p:nvPr/>
        </p:nvGrpSpPr>
        <p:grpSpPr>
          <a:xfrm>
            <a:off x="-2989601" y="-2628873"/>
            <a:ext cx="18507440" cy="11282972"/>
            <a:chOff x="-2242201" y="-1971655"/>
            <a:chExt cx="13880580" cy="8462229"/>
          </a:xfrm>
        </p:grpSpPr>
        <p:pic>
          <p:nvPicPr>
            <p:cNvPr id="273" name="Google Shape;273;p20"/>
            <p:cNvPicPr preferRelativeResize="0"/>
            <p:nvPr/>
          </p:nvPicPr>
          <p:blipFill>
            <a:blip r:embed="rId4">
              <a:alphaModFix/>
            </a:blip>
            <a:stretch>
              <a:fillRect/>
            </a:stretch>
          </p:blipFill>
          <p:spPr>
            <a:xfrm rot="10800000">
              <a:off x="8220017" y="3678726"/>
              <a:ext cx="1792924" cy="1682300"/>
            </a:xfrm>
            <a:prstGeom prst="rect">
              <a:avLst/>
            </a:prstGeom>
            <a:noFill/>
            <a:ln>
              <a:noFill/>
            </a:ln>
          </p:spPr>
        </p:pic>
        <p:pic>
          <p:nvPicPr>
            <p:cNvPr id="274" name="Google Shape;274;p20"/>
            <p:cNvPicPr preferRelativeResize="0"/>
            <p:nvPr/>
          </p:nvPicPr>
          <p:blipFill>
            <a:blip r:embed="rId5">
              <a:alphaModFix amt="87000"/>
            </a:blip>
            <a:stretch>
              <a:fillRect/>
            </a:stretch>
          </p:blipFill>
          <p:spPr>
            <a:xfrm rot="-7626156">
              <a:off x="8309028" y="-1442822"/>
              <a:ext cx="2739700" cy="2841547"/>
            </a:xfrm>
            <a:prstGeom prst="rect">
              <a:avLst/>
            </a:prstGeom>
            <a:noFill/>
            <a:ln>
              <a:noFill/>
            </a:ln>
          </p:spPr>
        </p:pic>
        <p:pic>
          <p:nvPicPr>
            <p:cNvPr id="275" name="Google Shape;275;p20"/>
            <p:cNvPicPr preferRelativeResize="0"/>
            <p:nvPr/>
          </p:nvPicPr>
          <p:blipFill>
            <a:blip r:embed="rId6">
              <a:alphaModFix amt="86000"/>
            </a:blip>
            <a:stretch>
              <a:fillRect/>
            </a:stretch>
          </p:blipFill>
          <p:spPr>
            <a:xfrm rot="-2916337">
              <a:off x="-1989772" y="-544346"/>
              <a:ext cx="3167266" cy="2103250"/>
            </a:xfrm>
            <a:prstGeom prst="rect">
              <a:avLst/>
            </a:prstGeom>
            <a:noFill/>
            <a:ln>
              <a:noFill/>
            </a:ln>
          </p:spPr>
        </p:pic>
        <p:pic>
          <p:nvPicPr>
            <p:cNvPr id="276" name="Google Shape;276;p20"/>
            <p:cNvPicPr preferRelativeResize="0"/>
            <p:nvPr/>
          </p:nvPicPr>
          <p:blipFill>
            <a:blip r:embed="rId7">
              <a:alphaModFix/>
            </a:blip>
            <a:stretch>
              <a:fillRect/>
            </a:stretch>
          </p:blipFill>
          <p:spPr>
            <a:xfrm rot="-198559">
              <a:off x="813602" y="4750879"/>
              <a:ext cx="2416549" cy="1671340"/>
            </a:xfrm>
            <a:prstGeom prst="rect">
              <a:avLst/>
            </a:prstGeom>
            <a:noFill/>
            <a:ln>
              <a:noFill/>
            </a:ln>
          </p:spPr>
        </p:pic>
      </p:grpSp>
      <p:grpSp>
        <p:nvGrpSpPr>
          <p:cNvPr id="277" name="Google Shape;277;p20"/>
          <p:cNvGrpSpPr/>
          <p:nvPr/>
        </p:nvGrpSpPr>
        <p:grpSpPr>
          <a:xfrm>
            <a:off x="-1172535" y="4383137"/>
            <a:ext cx="12616724" cy="3943668"/>
            <a:chOff x="-879402" y="3287352"/>
            <a:chExt cx="9462543" cy="2957751"/>
          </a:xfrm>
        </p:grpSpPr>
        <p:pic>
          <p:nvPicPr>
            <p:cNvPr id="278" name="Google Shape;278;p20"/>
            <p:cNvPicPr preferRelativeResize="0"/>
            <p:nvPr/>
          </p:nvPicPr>
          <p:blipFill>
            <a:blip r:embed="rId8">
              <a:alphaModFix/>
            </a:blip>
            <a:stretch>
              <a:fillRect/>
            </a:stretch>
          </p:blipFill>
          <p:spPr>
            <a:xfrm rot="4210855">
              <a:off x="-931972" y="3929539"/>
              <a:ext cx="2540892" cy="1673376"/>
            </a:xfrm>
            <a:prstGeom prst="rect">
              <a:avLst/>
            </a:prstGeom>
            <a:noFill/>
            <a:ln>
              <a:noFill/>
            </a:ln>
          </p:spPr>
        </p:pic>
        <p:pic>
          <p:nvPicPr>
            <p:cNvPr id="279" name="Google Shape;279;p20"/>
            <p:cNvPicPr preferRelativeResize="0"/>
            <p:nvPr/>
          </p:nvPicPr>
          <p:blipFill>
            <a:blip r:embed="rId9">
              <a:alphaModFix/>
            </a:blip>
            <a:stretch>
              <a:fillRect/>
            </a:stretch>
          </p:blipFill>
          <p:spPr>
            <a:xfrm rot="10800000">
              <a:off x="7496342" y="4549300"/>
              <a:ext cx="1086799" cy="1203625"/>
            </a:xfrm>
            <a:prstGeom prst="rect">
              <a:avLst/>
            </a:prstGeom>
            <a:noFill/>
            <a:ln>
              <a:noFill/>
            </a:ln>
          </p:spPr>
        </p:pic>
      </p:grpSp>
    </p:spTree>
    <p:extLst>
      <p:ext uri="{BB962C8B-B14F-4D97-AF65-F5344CB8AC3E}">
        <p14:creationId xmlns:p14="http://schemas.microsoft.com/office/powerpoint/2010/main" val="1441757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80"/>
        <p:cNvGrpSpPr/>
        <p:nvPr/>
      </p:nvGrpSpPr>
      <p:grpSpPr>
        <a:xfrm>
          <a:off x="0" y="0"/>
          <a:ext cx="0" cy="0"/>
          <a:chOff x="0" y="0"/>
          <a:chExt cx="0" cy="0"/>
        </a:xfrm>
      </p:grpSpPr>
      <p:pic>
        <p:nvPicPr>
          <p:cNvPr id="281" name="Google Shape;281;p21"/>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82" name="Google Shape;282;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83" name="Google Shape;283;p21"/>
          <p:cNvSpPr txBox="1">
            <a:spLocks noGrp="1"/>
          </p:cNvSpPr>
          <p:nvPr>
            <p:ph type="subTitle" idx="1"/>
          </p:nvPr>
        </p:nvSpPr>
        <p:spPr>
          <a:xfrm>
            <a:off x="1250167"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4" name="Google Shape;284;p21"/>
          <p:cNvSpPr txBox="1">
            <a:spLocks noGrp="1"/>
          </p:cNvSpPr>
          <p:nvPr>
            <p:ph type="subTitle" idx="2"/>
          </p:nvPr>
        </p:nvSpPr>
        <p:spPr>
          <a:xfrm>
            <a:off x="4645795"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5" name="Google Shape;285;p21"/>
          <p:cNvSpPr txBox="1">
            <a:spLocks noGrp="1"/>
          </p:cNvSpPr>
          <p:nvPr>
            <p:ph type="subTitle" idx="3"/>
          </p:nvPr>
        </p:nvSpPr>
        <p:spPr>
          <a:xfrm>
            <a:off x="8041432"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6" name="Google Shape;286;p21"/>
          <p:cNvSpPr txBox="1">
            <a:spLocks noGrp="1"/>
          </p:cNvSpPr>
          <p:nvPr>
            <p:ph type="subTitle" idx="4"/>
          </p:nvPr>
        </p:nvSpPr>
        <p:spPr>
          <a:xfrm>
            <a:off x="1250167"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287" name="Google Shape;287;p21"/>
          <p:cNvSpPr txBox="1">
            <a:spLocks noGrp="1"/>
          </p:cNvSpPr>
          <p:nvPr>
            <p:ph type="subTitle" idx="5"/>
          </p:nvPr>
        </p:nvSpPr>
        <p:spPr>
          <a:xfrm>
            <a:off x="4645796"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288" name="Google Shape;288;p21"/>
          <p:cNvSpPr txBox="1">
            <a:spLocks noGrp="1"/>
          </p:cNvSpPr>
          <p:nvPr>
            <p:ph type="subTitle" idx="6"/>
          </p:nvPr>
        </p:nvSpPr>
        <p:spPr>
          <a:xfrm>
            <a:off x="8041433"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pic>
        <p:nvPicPr>
          <p:cNvPr id="289" name="Google Shape;289;p21"/>
          <p:cNvPicPr preferRelativeResize="0"/>
          <p:nvPr/>
        </p:nvPicPr>
        <p:blipFill>
          <a:blip r:embed="rId3">
            <a:alphaModFix/>
          </a:blip>
          <a:stretch>
            <a:fillRect/>
          </a:stretch>
        </p:blipFill>
        <p:spPr>
          <a:xfrm rot="2550146" flipH="1">
            <a:off x="10357095" y="-3190100"/>
            <a:ext cx="5805932" cy="6321397"/>
          </a:xfrm>
          <a:prstGeom prst="rect">
            <a:avLst/>
          </a:prstGeom>
          <a:noFill/>
          <a:ln>
            <a:noFill/>
          </a:ln>
        </p:spPr>
      </p:pic>
      <p:grpSp>
        <p:nvGrpSpPr>
          <p:cNvPr id="290" name="Google Shape;290;p21"/>
          <p:cNvGrpSpPr/>
          <p:nvPr/>
        </p:nvGrpSpPr>
        <p:grpSpPr>
          <a:xfrm>
            <a:off x="-1260141" y="-839997"/>
            <a:ext cx="8411940" cy="7988032"/>
            <a:chOff x="-945106" y="-629998"/>
            <a:chExt cx="6308955" cy="5991024"/>
          </a:xfrm>
        </p:grpSpPr>
        <p:pic>
          <p:nvPicPr>
            <p:cNvPr id="291" name="Google Shape;291;p21"/>
            <p:cNvPicPr preferRelativeResize="0"/>
            <p:nvPr/>
          </p:nvPicPr>
          <p:blipFill>
            <a:blip r:embed="rId4">
              <a:alphaModFix/>
            </a:blip>
            <a:stretch>
              <a:fillRect/>
            </a:stretch>
          </p:blipFill>
          <p:spPr>
            <a:xfrm rot="10800000" flipH="1">
              <a:off x="-945106" y="3678726"/>
              <a:ext cx="1792924" cy="1682300"/>
            </a:xfrm>
            <a:prstGeom prst="rect">
              <a:avLst/>
            </a:prstGeom>
            <a:noFill/>
            <a:ln>
              <a:noFill/>
            </a:ln>
          </p:spPr>
        </p:pic>
        <p:pic>
          <p:nvPicPr>
            <p:cNvPr id="292" name="Google Shape;292;p21"/>
            <p:cNvPicPr preferRelativeResize="0"/>
            <p:nvPr/>
          </p:nvPicPr>
          <p:blipFill>
            <a:blip r:embed="rId5">
              <a:alphaModFix/>
            </a:blip>
            <a:stretch>
              <a:fillRect/>
            </a:stretch>
          </p:blipFill>
          <p:spPr>
            <a:xfrm rot="10800000" flipH="1">
              <a:off x="4319973" y="-629998"/>
              <a:ext cx="1043875" cy="961900"/>
            </a:xfrm>
            <a:prstGeom prst="rect">
              <a:avLst/>
            </a:prstGeom>
            <a:noFill/>
            <a:ln>
              <a:noFill/>
            </a:ln>
          </p:spPr>
        </p:pic>
      </p:grpSp>
      <p:grpSp>
        <p:nvGrpSpPr>
          <p:cNvPr id="293" name="Google Shape;293;p21"/>
          <p:cNvGrpSpPr/>
          <p:nvPr/>
        </p:nvGrpSpPr>
        <p:grpSpPr>
          <a:xfrm>
            <a:off x="-3552639" y="-3048549"/>
            <a:ext cx="16892936" cy="11448648"/>
            <a:chOff x="-2664479" y="-2286412"/>
            <a:chExt cx="12669702" cy="8586486"/>
          </a:xfrm>
        </p:grpSpPr>
        <p:pic>
          <p:nvPicPr>
            <p:cNvPr id="294" name="Google Shape;294;p21"/>
            <p:cNvPicPr preferRelativeResize="0"/>
            <p:nvPr/>
          </p:nvPicPr>
          <p:blipFill>
            <a:blip r:embed="rId6">
              <a:alphaModFix/>
            </a:blip>
            <a:stretch>
              <a:fillRect/>
            </a:stretch>
          </p:blipFill>
          <p:spPr>
            <a:xfrm rot="198559" flipH="1">
              <a:off x="6077309" y="4560379"/>
              <a:ext cx="2416549" cy="1671340"/>
            </a:xfrm>
            <a:prstGeom prst="rect">
              <a:avLst/>
            </a:prstGeom>
            <a:noFill/>
            <a:ln>
              <a:noFill/>
            </a:ln>
          </p:spPr>
        </p:pic>
        <p:pic>
          <p:nvPicPr>
            <p:cNvPr id="295" name="Google Shape;295;p21"/>
            <p:cNvPicPr preferRelativeResize="0"/>
            <p:nvPr/>
          </p:nvPicPr>
          <p:blipFill>
            <a:blip r:embed="rId7">
              <a:alphaModFix amt="87000"/>
            </a:blip>
            <a:stretch>
              <a:fillRect/>
            </a:stretch>
          </p:blipFill>
          <p:spPr>
            <a:xfrm rot="6895885" flipH="1">
              <a:off x="-2168516" y="-1114645"/>
              <a:ext cx="2739698" cy="2841546"/>
            </a:xfrm>
            <a:prstGeom prst="rect">
              <a:avLst/>
            </a:prstGeom>
            <a:noFill/>
            <a:ln>
              <a:noFill/>
            </a:ln>
          </p:spPr>
        </p:pic>
        <p:pic>
          <p:nvPicPr>
            <p:cNvPr id="296" name="Google Shape;296;p21"/>
            <p:cNvPicPr preferRelativeResize="0"/>
            <p:nvPr/>
          </p:nvPicPr>
          <p:blipFill>
            <a:blip r:embed="rId8">
              <a:alphaModFix amt="86000"/>
            </a:blip>
            <a:stretch>
              <a:fillRect/>
            </a:stretch>
          </p:blipFill>
          <p:spPr>
            <a:xfrm rot="-2073950" flipH="1">
              <a:off x="6520865" y="-1573572"/>
              <a:ext cx="3167267" cy="2103250"/>
            </a:xfrm>
            <a:prstGeom prst="rect">
              <a:avLst/>
            </a:prstGeom>
            <a:noFill/>
            <a:ln>
              <a:noFill/>
            </a:ln>
          </p:spPr>
        </p:pic>
      </p:grpSp>
      <p:grpSp>
        <p:nvGrpSpPr>
          <p:cNvPr id="297" name="Google Shape;297;p21"/>
          <p:cNvGrpSpPr/>
          <p:nvPr/>
        </p:nvGrpSpPr>
        <p:grpSpPr>
          <a:xfrm>
            <a:off x="646258" y="4383137"/>
            <a:ext cx="12616724" cy="3943668"/>
            <a:chOff x="484693" y="3287352"/>
            <a:chExt cx="9462543" cy="2957751"/>
          </a:xfrm>
        </p:grpSpPr>
        <p:pic>
          <p:nvPicPr>
            <p:cNvPr id="298" name="Google Shape;298;p21"/>
            <p:cNvPicPr preferRelativeResize="0"/>
            <p:nvPr/>
          </p:nvPicPr>
          <p:blipFill>
            <a:blip r:embed="rId9">
              <a:alphaModFix/>
            </a:blip>
            <a:stretch>
              <a:fillRect/>
            </a:stretch>
          </p:blipFill>
          <p:spPr>
            <a:xfrm rot="-4210855" flipH="1">
              <a:off x="7458915" y="3929539"/>
              <a:ext cx="2540892" cy="1673376"/>
            </a:xfrm>
            <a:prstGeom prst="rect">
              <a:avLst/>
            </a:prstGeom>
            <a:noFill/>
            <a:ln>
              <a:noFill/>
            </a:ln>
          </p:spPr>
        </p:pic>
        <p:pic>
          <p:nvPicPr>
            <p:cNvPr id="299" name="Google Shape;299;p21"/>
            <p:cNvPicPr preferRelativeResize="0"/>
            <p:nvPr/>
          </p:nvPicPr>
          <p:blipFill>
            <a:blip r:embed="rId10">
              <a:alphaModFix/>
            </a:blip>
            <a:stretch>
              <a:fillRect/>
            </a:stretch>
          </p:blipFill>
          <p:spPr>
            <a:xfrm rot="10800000" flipH="1">
              <a:off x="484693" y="4549300"/>
              <a:ext cx="1086799" cy="1203625"/>
            </a:xfrm>
            <a:prstGeom prst="rect">
              <a:avLst/>
            </a:prstGeom>
            <a:noFill/>
            <a:ln>
              <a:noFill/>
            </a:ln>
          </p:spPr>
        </p:pic>
      </p:grpSp>
    </p:spTree>
    <p:extLst>
      <p:ext uri="{BB962C8B-B14F-4D97-AF65-F5344CB8AC3E}">
        <p14:creationId xmlns:p14="http://schemas.microsoft.com/office/powerpoint/2010/main" val="3639196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300"/>
        <p:cNvGrpSpPr/>
        <p:nvPr/>
      </p:nvGrpSpPr>
      <p:grpSpPr>
        <a:xfrm>
          <a:off x="0" y="0"/>
          <a:ext cx="0" cy="0"/>
          <a:chOff x="0" y="0"/>
          <a:chExt cx="0" cy="0"/>
        </a:xfrm>
      </p:grpSpPr>
      <p:pic>
        <p:nvPicPr>
          <p:cNvPr id="301" name="Google Shape;301;p22"/>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302" name="Google Shape;302;p22"/>
          <p:cNvGrpSpPr/>
          <p:nvPr/>
        </p:nvGrpSpPr>
        <p:grpSpPr>
          <a:xfrm>
            <a:off x="-1686344" y="-1701613"/>
            <a:ext cx="15436775" cy="8953976"/>
            <a:chOff x="-1264758" y="-1276210"/>
            <a:chExt cx="11577581" cy="6715482"/>
          </a:xfrm>
        </p:grpSpPr>
        <p:pic>
          <p:nvPicPr>
            <p:cNvPr id="303" name="Google Shape;303;p22"/>
            <p:cNvPicPr preferRelativeResize="0"/>
            <p:nvPr/>
          </p:nvPicPr>
          <p:blipFill>
            <a:blip r:embed="rId3">
              <a:alphaModFix amt="75000"/>
            </a:blip>
            <a:stretch>
              <a:fillRect/>
            </a:stretch>
          </p:blipFill>
          <p:spPr>
            <a:xfrm rot="-5400000" flipH="1">
              <a:off x="-1796768" y="-744200"/>
              <a:ext cx="3167267" cy="2103247"/>
            </a:xfrm>
            <a:prstGeom prst="rect">
              <a:avLst/>
            </a:prstGeom>
            <a:noFill/>
            <a:ln>
              <a:noFill/>
            </a:ln>
          </p:spPr>
        </p:pic>
        <p:pic>
          <p:nvPicPr>
            <p:cNvPr id="304" name="Google Shape;304;p22"/>
            <p:cNvPicPr preferRelativeResize="0"/>
            <p:nvPr/>
          </p:nvPicPr>
          <p:blipFill>
            <a:blip r:embed="rId4">
              <a:alphaModFix/>
            </a:blip>
            <a:stretch>
              <a:fillRect/>
            </a:stretch>
          </p:blipFill>
          <p:spPr>
            <a:xfrm flipH="1">
              <a:off x="8284957" y="3336025"/>
              <a:ext cx="2027866" cy="2103247"/>
            </a:xfrm>
            <a:prstGeom prst="rect">
              <a:avLst/>
            </a:prstGeom>
            <a:noFill/>
            <a:ln>
              <a:noFill/>
            </a:ln>
          </p:spPr>
        </p:pic>
      </p:grpSp>
      <p:pic>
        <p:nvPicPr>
          <p:cNvPr id="305" name="Google Shape;305;p22"/>
          <p:cNvPicPr preferRelativeResize="0"/>
          <p:nvPr/>
        </p:nvPicPr>
        <p:blipFill>
          <a:blip r:embed="rId5">
            <a:alphaModFix/>
          </a:blip>
          <a:stretch>
            <a:fillRect/>
          </a:stretch>
        </p:blipFill>
        <p:spPr>
          <a:xfrm rot="-370385" flipH="1">
            <a:off x="-2084635" y="3583567"/>
            <a:ext cx="5678100" cy="6182203"/>
          </a:xfrm>
          <a:prstGeom prst="rect">
            <a:avLst/>
          </a:prstGeom>
          <a:noFill/>
          <a:ln>
            <a:noFill/>
          </a:ln>
        </p:spPr>
      </p:pic>
      <p:grpSp>
        <p:nvGrpSpPr>
          <p:cNvPr id="306" name="Google Shape;306;p22"/>
          <p:cNvGrpSpPr/>
          <p:nvPr/>
        </p:nvGrpSpPr>
        <p:grpSpPr>
          <a:xfrm>
            <a:off x="16" y="-1495499"/>
            <a:ext cx="13094408" cy="6419531"/>
            <a:chOff x="12" y="-1121624"/>
            <a:chExt cx="9820806" cy="4814648"/>
          </a:xfrm>
        </p:grpSpPr>
        <p:pic>
          <p:nvPicPr>
            <p:cNvPr id="307" name="Google Shape;307;p22"/>
            <p:cNvPicPr preferRelativeResize="0"/>
            <p:nvPr/>
          </p:nvPicPr>
          <p:blipFill>
            <a:blip r:embed="rId6">
              <a:alphaModFix amt="79000"/>
            </a:blip>
            <a:stretch>
              <a:fillRect/>
            </a:stretch>
          </p:blipFill>
          <p:spPr>
            <a:xfrm rot="2700000" flipH="1">
              <a:off x="217572" y="-867845"/>
              <a:ext cx="1174132" cy="1101691"/>
            </a:xfrm>
            <a:prstGeom prst="rect">
              <a:avLst/>
            </a:prstGeom>
            <a:noFill/>
            <a:ln>
              <a:noFill/>
            </a:ln>
          </p:spPr>
        </p:pic>
        <p:pic>
          <p:nvPicPr>
            <p:cNvPr id="308" name="Google Shape;308;p22"/>
            <p:cNvPicPr preferRelativeResize="0"/>
            <p:nvPr/>
          </p:nvPicPr>
          <p:blipFill>
            <a:blip r:embed="rId7">
              <a:alphaModFix amt="63000"/>
            </a:blip>
            <a:stretch>
              <a:fillRect/>
            </a:stretch>
          </p:blipFill>
          <p:spPr>
            <a:xfrm flipH="1">
              <a:off x="8776943" y="2731123"/>
              <a:ext cx="1043875" cy="961900"/>
            </a:xfrm>
            <a:prstGeom prst="rect">
              <a:avLst/>
            </a:prstGeom>
            <a:noFill/>
            <a:ln>
              <a:noFill/>
            </a:ln>
          </p:spPr>
        </p:pic>
      </p:grpSp>
      <p:grpSp>
        <p:nvGrpSpPr>
          <p:cNvPr id="309" name="Google Shape;309;p22"/>
          <p:cNvGrpSpPr/>
          <p:nvPr/>
        </p:nvGrpSpPr>
        <p:grpSpPr>
          <a:xfrm>
            <a:off x="4666783" y="-1875009"/>
            <a:ext cx="8948944" cy="9518543"/>
            <a:chOff x="3500087" y="-1406257"/>
            <a:chExt cx="6711708" cy="7138907"/>
          </a:xfrm>
        </p:grpSpPr>
        <p:pic>
          <p:nvPicPr>
            <p:cNvPr id="310" name="Google Shape;310;p22"/>
            <p:cNvPicPr preferRelativeResize="0"/>
            <p:nvPr/>
          </p:nvPicPr>
          <p:blipFill>
            <a:blip r:embed="rId8">
              <a:alphaModFix/>
            </a:blip>
            <a:stretch>
              <a:fillRect/>
            </a:stretch>
          </p:blipFill>
          <p:spPr>
            <a:xfrm flipH="1">
              <a:off x="8588150" y="4008599"/>
              <a:ext cx="1135050" cy="758100"/>
            </a:xfrm>
            <a:prstGeom prst="rect">
              <a:avLst/>
            </a:prstGeom>
            <a:noFill/>
            <a:ln>
              <a:noFill/>
            </a:ln>
          </p:spPr>
        </p:pic>
        <p:pic>
          <p:nvPicPr>
            <p:cNvPr id="311" name="Google Shape;311;p22"/>
            <p:cNvPicPr preferRelativeResize="0"/>
            <p:nvPr/>
          </p:nvPicPr>
          <p:blipFill>
            <a:blip r:embed="rId9">
              <a:alphaModFix/>
            </a:blip>
            <a:stretch>
              <a:fillRect/>
            </a:stretch>
          </p:blipFill>
          <p:spPr>
            <a:xfrm flipH="1">
              <a:off x="3500087" y="4696950"/>
              <a:ext cx="935175" cy="1035701"/>
            </a:xfrm>
            <a:prstGeom prst="rect">
              <a:avLst/>
            </a:prstGeom>
            <a:noFill/>
            <a:ln>
              <a:noFill/>
            </a:ln>
          </p:spPr>
        </p:pic>
        <p:pic>
          <p:nvPicPr>
            <p:cNvPr id="312" name="Google Shape;312;p22"/>
            <p:cNvPicPr preferRelativeResize="0"/>
            <p:nvPr/>
          </p:nvPicPr>
          <p:blipFill>
            <a:blip r:embed="rId10">
              <a:alphaModFix/>
            </a:blip>
            <a:stretch>
              <a:fillRect/>
            </a:stretch>
          </p:blipFill>
          <p:spPr>
            <a:xfrm rot="-7518071">
              <a:off x="6833972" y="-546976"/>
              <a:ext cx="3193620" cy="2103249"/>
            </a:xfrm>
            <a:prstGeom prst="rect">
              <a:avLst/>
            </a:prstGeom>
            <a:noFill/>
            <a:ln>
              <a:noFill/>
            </a:ln>
          </p:spPr>
        </p:pic>
      </p:grpSp>
      <p:sp>
        <p:nvSpPr>
          <p:cNvPr id="313" name="Google Shape;313;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14" name="Google Shape;314;p22"/>
          <p:cNvSpPr txBox="1">
            <a:spLocks noGrp="1"/>
          </p:cNvSpPr>
          <p:nvPr>
            <p:ph type="subTitle" idx="1"/>
          </p:nvPr>
        </p:nvSpPr>
        <p:spPr>
          <a:xfrm>
            <a:off x="960033" y="2276277"/>
            <a:ext cx="10272000" cy="707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5" name="Google Shape;315;p22"/>
          <p:cNvSpPr txBox="1">
            <a:spLocks noGrp="1"/>
          </p:cNvSpPr>
          <p:nvPr>
            <p:ph type="subTitle" idx="2"/>
          </p:nvPr>
        </p:nvSpPr>
        <p:spPr>
          <a:xfrm>
            <a:off x="960033" y="3771865"/>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6" name="Google Shape;316;p22"/>
          <p:cNvSpPr txBox="1">
            <a:spLocks noGrp="1"/>
          </p:cNvSpPr>
          <p:nvPr>
            <p:ph type="subTitle" idx="3"/>
          </p:nvPr>
        </p:nvSpPr>
        <p:spPr>
          <a:xfrm>
            <a:off x="960033" y="5263855"/>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7" name="Google Shape;317;p22"/>
          <p:cNvSpPr txBox="1">
            <a:spLocks noGrp="1"/>
          </p:cNvSpPr>
          <p:nvPr>
            <p:ph type="subTitle" idx="4"/>
          </p:nvPr>
        </p:nvSpPr>
        <p:spPr>
          <a:xfrm>
            <a:off x="960033" y="1655028"/>
            <a:ext cx="10272000" cy="707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18" name="Google Shape;318;p22"/>
          <p:cNvSpPr txBox="1">
            <a:spLocks noGrp="1"/>
          </p:cNvSpPr>
          <p:nvPr>
            <p:ph type="subTitle" idx="5"/>
          </p:nvPr>
        </p:nvSpPr>
        <p:spPr>
          <a:xfrm>
            <a:off x="960033" y="3133500"/>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19" name="Google Shape;319;p22"/>
          <p:cNvSpPr txBox="1">
            <a:spLocks noGrp="1"/>
          </p:cNvSpPr>
          <p:nvPr>
            <p:ph type="subTitle" idx="6"/>
          </p:nvPr>
        </p:nvSpPr>
        <p:spPr>
          <a:xfrm>
            <a:off x="960033" y="4627500"/>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2036869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20"/>
        <p:cNvGrpSpPr/>
        <p:nvPr/>
      </p:nvGrpSpPr>
      <p:grpSpPr>
        <a:xfrm>
          <a:off x="0" y="0"/>
          <a:ext cx="0" cy="0"/>
          <a:chOff x="0" y="0"/>
          <a:chExt cx="0" cy="0"/>
        </a:xfrm>
      </p:grpSpPr>
      <p:pic>
        <p:nvPicPr>
          <p:cNvPr id="321" name="Google Shape;321;p23"/>
          <p:cNvPicPr preferRelativeResize="0"/>
          <p:nvPr/>
        </p:nvPicPr>
        <p:blipFill>
          <a:blip r:embed="rId2">
            <a:alphaModFix/>
          </a:blip>
          <a:stretch>
            <a:fillRect/>
          </a:stretch>
        </p:blipFill>
        <p:spPr>
          <a:xfrm>
            <a:off x="1" y="33"/>
            <a:ext cx="12192004" cy="6858000"/>
          </a:xfrm>
          <a:prstGeom prst="rect">
            <a:avLst/>
          </a:prstGeom>
          <a:noFill/>
          <a:ln>
            <a:noFill/>
          </a:ln>
        </p:spPr>
      </p:pic>
      <p:pic>
        <p:nvPicPr>
          <p:cNvPr id="322" name="Google Shape;322;p23"/>
          <p:cNvPicPr preferRelativeResize="0"/>
          <p:nvPr/>
        </p:nvPicPr>
        <p:blipFill>
          <a:blip r:embed="rId3">
            <a:alphaModFix/>
          </a:blip>
          <a:stretch>
            <a:fillRect/>
          </a:stretch>
        </p:blipFill>
        <p:spPr>
          <a:xfrm>
            <a:off x="3713438" y="6347964"/>
            <a:ext cx="1391833" cy="1282533"/>
          </a:xfrm>
          <a:prstGeom prst="rect">
            <a:avLst/>
          </a:prstGeom>
          <a:noFill/>
          <a:ln>
            <a:noFill/>
          </a:ln>
        </p:spPr>
      </p:pic>
      <p:pic>
        <p:nvPicPr>
          <p:cNvPr id="323" name="Google Shape;323;p23"/>
          <p:cNvPicPr preferRelativeResize="0"/>
          <p:nvPr/>
        </p:nvPicPr>
        <p:blipFill>
          <a:blip r:embed="rId4">
            <a:alphaModFix/>
          </a:blip>
          <a:stretch>
            <a:fillRect/>
          </a:stretch>
        </p:blipFill>
        <p:spPr>
          <a:xfrm>
            <a:off x="6386069" y="-5276767"/>
            <a:ext cx="5805932" cy="6321397"/>
          </a:xfrm>
          <a:prstGeom prst="rect">
            <a:avLst/>
          </a:prstGeom>
          <a:noFill/>
          <a:ln>
            <a:noFill/>
          </a:ln>
        </p:spPr>
      </p:pic>
      <p:grpSp>
        <p:nvGrpSpPr>
          <p:cNvPr id="324" name="Google Shape;324;p23"/>
          <p:cNvGrpSpPr/>
          <p:nvPr/>
        </p:nvGrpSpPr>
        <p:grpSpPr>
          <a:xfrm>
            <a:off x="4647132" y="-1275467"/>
            <a:ext cx="8729073" cy="9228251"/>
            <a:chOff x="3485348" y="-956600"/>
            <a:chExt cx="6546805" cy="6921188"/>
          </a:xfrm>
        </p:grpSpPr>
        <p:pic>
          <p:nvPicPr>
            <p:cNvPr id="325" name="Google Shape;325;p23"/>
            <p:cNvPicPr preferRelativeResize="0"/>
            <p:nvPr/>
          </p:nvPicPr>
          <p:blipFill>
            <a:blip r:embed="rId5">
              <a:alphaModFix/>
            </a:blip>
            <a:stretch>
              <a:fillRect/>
            </a:stretch>
          </p:blipFill>
          <p:spPr>
            <a:xfrm>
              <a:off x="7760453" y="-956600"/>
              <a:ext cx="2271701" cy="1496100"/>
            </a:xfrm>
            <a:prstGeom prst="rect">
              <a:avLst/>
            </a:prstGeom>
            <a:noFill/>
            <a:ln>
              <a:noFill/>
            </a:ln>
          </p:spPr>
        </p:pic>
        <p:pic>
          <p:nvPicPr>
            <p:cNvPr id="326" name="Google Shape;326;p23"/>
            <p:cNvPicPr preferRelativeResize="0"/>
            <p:nvPr/>
          </p:nvPicPr>
          <p:blipFill>
            <a:blip r:embed="rId6">
              <a:alphaModFix/>
            </a:blip>
            <a:stretch>
              <a:fillRect/>
            </a:stretch>
          </p:blipFill>
          <p:spPr>
            <a:xfrm>
              <a:off x="3485348" y="4760963"/>
              <a:ext cx="1086799" cy="1203625"/>
            </a:xfrm>
            <a:prstGeom prst="rect">
              <a:avLst/>
            </a:prstGeom>
            <a:noFill/>
            <a:ln>
              <a:noFill/>
            </a:ln>
          </p:spPr>
        </p:pic>
      </p:grpSp>
      <p:grpSp>
        <p:nvGrpSpPr>
          <p:cNvPr id="327" name="Google Shape;327;p23"/>
          <p:cNvGrpSpPr/>
          <p:nvPr/>
        </p:nvGrpSpPr>
        <p:grpSpPr>
          <a:xfrm>
            <a:off x="-4419992" y="593361"/>
            <a:ext cx="19131824" cy="10383809"/>
            <a:chOff x="-3314994" y="445020"/>
            <a:chExt cx="14348868" cy="7787857"/>
          </a:xfrm>
        </p:grpSpPr>
        <p:pic>
          <p:nvPicPr>
            <p:cNvPr id="328" name="Google Shape;328;p23"/>
            <p:cNvPicPr preferRelativeResize="0"/>
            <p:nvPr/>
          </p:nvPicPr>
          <p:blipFill>
            <a:blip r:embed="rId7">
              <a:alphaModFix amt="87000"/>
            </a:blip>
            <a:stretch>
              <a:fillRect/>
            </a:stretch>
          </p:blipFill>
          <p:spPr>
            <a:xfrm>
              <a:off x="6058077" y="4608575"/>
              <a:ext cx="3494399" cy="3624302"/>
            </a:xfrm>
            <a:prstGeom prst="rect">
              <a:avLst/>
            </a:prstGeom>
            <a:noFill/>
            <a:ln>
              <a:noFill/>
            </a:ln>
          </p:spPr>
        </p:pic>
        <p:pic>
          <p:nvPicPr>
            <p:cNvPr id="329" name="Google Shape;329;p23"/>
            <p:cNvPicPr preferRelativeResize="0"/>
            <p:nvPr/>
          </p:nvPicPr>
          <p:blipFill>
            <a:blip r:embed="rId8">
              <a:alphaModFix amt="86000"/>
            </a:blip>
            <a:stretch>
              <a:fillRect/>
            </a:stretch>
          </p:blipFill>
          <p:spPr>
            <a:xfrm rot="7198658">
              <a:off x="7748024" y="3896048"/>
              <a:ext cx="3167263" cy="2103247"/>
            </a:xfrm>
            <a:prstGeom prst="rect">
              <a:avLst/>
            </a:prstGeom>
            <a:noFill/>
            <a:ln>
              <a:noFill/>
            </a:ln>
          </p:spPr>
        </p:pic>
        <p:pic>
          <p:nvPicPr>
            <p:cNvPr id="330" name="Google Shape;330;p23"/>
            <p:cNvPicPr preferRelativeResize="0"/>
            <p:nvPr/>
          </p:nvPicPr>
          <p:blipFill>
            <a:blip r:embed="rId9">
              <a:alphaModFix/>
            </a:blip>
            <a:stretch>
              <a:fillRect/>
            </a:stretch>
          </p:blipFill>
          <p:spPr>
            <a:xfrm rot="5400000">
              <a:off x="-1587574" y="2199250"/>
              <a:ext cx="2635599" cy="1671350"/>
            </a:xfrm>
            <a:prstGeom prst="rect">
              <a:avLst/>
            </a:prstGeom>
            <a:noFill/>
            <a:ln>
              <a:noFill/>
            </a:ln>
          </p:spPr>
        </p:pic>
        <p:pic>
          <p:nvPicPr>
            <p:cNvPr id="331" name="Google Shape;331;p23"/>
            <p:cNvPicPr preferRelativeResize="0"/>
            <p:nvPr/>
          </p:nvPicPr>
          <p:blipFill>
            <a:blip r:embed="rId8">
              <a:alphaModFix amt="86000"/>
            </a:blip>
            <a:stretch>
              <a:fillRect/>
            </a:stretch>
          </p:blipFill>
          <p:spPr>
            <a:xfrm rot="1338115">
              <a:off x="-3034377" y="967323"/>
              <a:ext cx="3167261" cy="2103247"/>
            </a:xfrm>
            <a:prstGeom prst="rect">
              <a:avLst/>
            </a:prstGeom>
            <a:noFill/>
            <a:ln>
              <a:noFill/>
            </a:ln>
          </p:spPr>
        </p:pic>
      </p:grpSp>
      <p:sp>
        <p:nvSpPr>
          <p:cNvPr id="332" name="Google Shape;332;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33" name="Google Shape;333;p23"/>
          <p:cNvSpPr txBox="1">
            <a:spLocks noGrp="1"/>
          </p:cNvSpPr>
          <p:nvPr>
            <p:ph type="subTitle" idx="1"/>
          </p:nvPr>
        </p:nvSpPr>
        <p:spPr>
          <a:xfrm>
            <a:off x="950967" y="3378293"/>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4" name="Google Shape;334;p23"/>
          <p:cNvSpPr txBox="1">
            <a:spLocks noGrp="1"/>
          </p:cNvSpPr>
          <p:nvPr>
            <p:ph type="subTitle" idx="2"/>
          </p:nvPr>
        </p:nvSpPr>
        <p:spPr>
          <a:xfrm>
            <a:off x="4514200" y="3373531"/>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5" name="Google Shape;335;p23"/>
          <p:cNvSpPr txBox="1">
            <a:spLocks noGrp="1"/>
          </p:cNvSpPr>
          <p:nvPr>
            <p:ph type="subTitle" idx="3"/>
          </p:nvPr>
        </p:nvSpPr>
        <p:spPr>
          <a:xfrm>
            <a:off x="8077433" y="3368768"/>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6" name="Google Shape;336;p23"/>
          <p:cNvSpPr txBox="1">
            <a:spLocks noGrp="1"/>
          </p:cNvSpPr>
          <p:nvPr>
            <p:ph type="subTitle" idx="4"/>
          </p:nvPr>
        </p:nvSpPr>
        <p:spPr>
          <a:xfrm>
            <a:off x="950967" y="2851401"/>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337" name="Google Shape;337;p23"/>
          <p:cNvSpPr txBox="1">
            <a:spLocks noGrp="1"/>
          </p:cNvSpPr>
          <p:nvPr>
            <p:ph type="subTitle" idx="5"/>
          </p:nvPr>
        </p:nvSpPr>
        <p:spPr>
          <a:xfrm>
            <a:off x="4514189" y="2851403"/>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338" name="Google Shape;338;p23"/>
          <p:cNvSpPr txBox="1">
            <a:spLocks noGrp="1"/>
          </p:cNvSpPr>
          <p:nvPr>
            <p:ph type="subTitle" idx="6"/>
          </p:nvPr>
        </p:nvSpPr>
        <p:spPr>
          <a:xfrm>
            <a:off x="8077435" y="2851404"/>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28399168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9"/>
        <p:cNvGrpSpPr/>
        <p:nvPr/>
      </p:nvGrpSpPr>
      <p:grpSpPr>
        <a:xfrm>
          <a:off x="0" y="0"/>
          <a:ext cx="0" cy="0"/>
          <a:chOff x="0" y="0"/>
          <a:chExt cx="0" cy="0"/>
        </a:xfrm>
      </p:grpSpPr>
      <p:pic>
        <p:nvPicPr>
          <p:cNvPr id="340" name="Google Shape;340;p24"/>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341" name="Google Shape;341;p2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42" name="Google Shape;342;p24"/>
          <p:cNvSpPr txBox="1">
            <a:spLocks noGrp="1"/>
          </p:cNvSpPr>
          <p:nvPr>
            <p:ph type="subTitle" idx="1"/>
          </p:nvPr>
        </p:nvSpPr>
        <p:spPr>
          <a:xfrm>
            <a:off x="1999233" y="2448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3" name="Google Shape;343;p24"/>
          <p:cNvSpPr txBox="1">
            <a:spLocks noGrp="1"/>
          </p:cNvSpPr>
          <p:nvPr>
            <p:ph type="subTitle" idx="2"/>
          </p:nvPr>
        </p:nvSpPr>
        <p:spPr>
          <a:xfrm>
            <a:off x="7513025" y="2448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4" name="Google Shape;344;p24"/>
          <p:cNvSpPr txBox="1">
            <a:spLocks noGrp="1"/>
          </p:cNvSpPr>
          <p:nvPr>
            <p:ph type="subTitle" idx="3"/>
          </p:nvPr>
        </p:nvSpPr>
        <p:spPr>
          <a:xfrm>
            <a:off x="1999233" y="4560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5" name="Google Shape;345;p24"/>
          <p:cNvSpPr txBox="1">
            <a:spLocks noGrp="1"/>
          </p:cNvSpPr>
          <p:nvPr>
            <p:ph type="subTitle" idx="4"/>
          </p:nvPr>
        </p:nvSpPr>
        <p:spPr>
          <a:xfrm>
            <a:off x="7513025" y="4560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6" name="Google Shape;346;p24"/>
          <p:cNvSpPr txBox="1">
            <a:spLocks noGrp="1"/>
          </p:cNvSpPr>
          <p:nvPr>
            <p:ph type="subTitle" idx="5"/>
          </p:nvPr>
        </p:nvSpPr>
        <p:spPr>
          <a:xfrm>
            <a:off x="1999233" y="19150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47" name="Google Shape;347;p24"/>
          <p:cNvSpPr txBox="1">
            <a:spLocks noGrp="1"/>
          </p:cNvSpPr>
          <p:nvPr>
            <p:ph type="subTitle" idx="6"/>
          </p:nvPr>
        </p:nvSpPr>
        <p:spPr>
          <a:xfrm>
            <a:off x="7513028" y="19150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48" name="Google Shape;348;p24"/>
          <p:cNvSpPr txBox="1">
            <a:spLocks noGrp="1"/>
          </p:cNvSpPr>
          <p:nvPr>
            <p:ph type="subTitle" idx="7"/>
          </p:nvPr>
        </p:nvSpPr>
        <p:spPr>
          <a:xfrm>
            <a:off x="1999233" y="40269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49" name="Google Shape;349;p24"/>
          <p:cNvSpPr txBox="1">
            <a:spLocks noGrp="1"/>
          </p:cNvSpPr>
          <p:nvPr>
            <p:ph type="subTitle" idx="8"/>
          </p:nvPr>
        </p:nvSpPr>
        <p:spPr>
          <a:xfrm>
            <a:off x="7513028" y="40269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pic>
        <p:nvPicPr>
          <p:cNvPr id="350" name="Google Shape;350;p24"/>
          <p:cNvPicPr preferRelativeResize="0"/>
          <p:nvPr/>
        </p:nvPicPr>
        <p:blipFill>
          <a:blip r:embed="rId3">
            <a:alphaModFix/>
          </a:blip>
          <a:stretch>
            <a:fillRect/>
          </a:stretch>
        </p:blipFill>
        <p:spPr>
          <a:xfrm flipH="1">
            <a:off x="-2470237" y="2893000"/>
            <a:ext cx="6418336" cy="6988131"/>
          </a:xfrm>
          <a:prstGeom prst="rect">
            <a:avLst/>
          </a:prstGeom>
          <a:noFill/>
          <a:ln>
            <a:noFill/>
          </a:ln>
        </p:spPr>
      </p:pic>
      <p:pic>
        <p:nvPicPr>
          <p:cNvPr id="351" name="Google Shape;351;p24"/>
          <p:cNvPicPr preferRelativeResize="0"/>
          <p:nvPr/>
        </p:nvPicPr>
        <p:blipFill>
          <a:blip r:embed="rId4">
            <a:alphaModFix/>
          </a:blip>
          <a:stretch>
            <a:fillRect/>
          </a:stretch>
        </p:blipFill>
        <p:spPr>
          <a:xfrm rot="-7293761" flipH="1">
            <a:off x="-456485" y="3680534"/>
            <a:ext cx="1136500" cy="1258665"/>
          </a:xfrm>
          <a:prstGeom prst="rect">
            <a:avLst/>
          </a:prstGeom>
          <a:noFill/>
          <a:ln>
            <a:noFill/>
          </a:ln>
        </p:spPr>
      </p:pic>
      <p:grpSp>
        <p:nvGrpSpPr>
          <p:cNvPr id="352" name="Google Shape;352;p24"/>
          <p:cNvGrpSpPr/>
          <p:nvPr/>
        </p:nvGrpSpPr>
        <p:grpSpPr>
          <a:xfrm>
            <a:off x="-2399701" y="-2728189"/>
            <a:ext cx="18642408" cy="12030144"/>
            <a:chOff x="-1799776" y="-2046142"/>
            <a:chExt cx="13981806" cy="9022608"/>
          </a:xfrm>
        </p:grpSpPr>
        <p:pic>
          <p:nvPicPr>
            <p:cNvPr id="353" name="Google Shape;353;p24"/>
            <p:cNvPicPr preferRelativeResize="0"/>
            <p:nvPr/>
          </p:nvPicPr>
          <p:blipFill>
            <a:blip r:embed="rId5">
              <a:alphaModFix/>
            </a:blip>
            <a:stretch>
              <a:fillRect/>
            </a:stretch>
          </p:blipFill>
          <p:spPr>
            <a:xfrm rot="-3069595" flipH="1">
              <a:off x="-1571126" y="-1204751"/>
              <a:ext cx="3167267" cy="2103248"/>
            </a:xfrm>
            <a:prstGeom prst="rect">
              <a:avLst/>
            </a:prstGeom>
            <a:noFill/>
            <a:ln>
              <a:noFill/>
            </a:ln>
          </p:spPr>
        </p:pic>
        <p:pic>
          <p:nvPicPr>
            <p:cNvPr id="354" name="Google Shape;354;p24"/>
            <p:cNvPicPr preferRelativeResize="0"/>
            <p:nvPr/>
          </p:nvPicPr>
          <p:blipFill>
            <a:blip r:embed="rId6">
              <a:alphaModFix/>
            </a:blip>
            <a:stretch>
              <a:fillRect/>
            </a:stretch>
          </p:blipFill>
          <p:spPr>
            <a:xfrm flipH="1">
              <a:off x="2571538" y="4716600"/>
              <a:ext cx="2184951" cy="1262975"/>
            </a:xfrm>
            <a:prstGeom prst="rect">
              <a:avLst/>
            </a:prstGeom>
            <a:noFill/>
            <a:ln>
              <a:noFill/>
            </a:ln>
          </p:spPr>
        </p:pic>
        <p:pic>
          <p:nvPicPr>
            <p:cNvPr id="355" name="Google Shape;355;p24"/>
            <p:cNvPicPr preferRelativeResize="0"/>
            <p:nvPr/>
          </p:nvPicPr>
          <p:blipFill>
            <a:blip r:embed="rId7">
              <a:alphaModFix/>
            </a:blip>
            <a:stretch>
              <a:fillRect/>
            </a:stretch>
          </p:blipFill>
          <p:spPr>
            <a:xfrm rot="-6438708" flipH="1">
              <a:off x="8559054" y="-1473399"/>
              <a:ext cx="3167276" cy="3284995"/>
            </a:xfrm>
            <a:prstGeom prst="rect">
              <a:avLst/>
            </a:prstGeom>
            <a:noFill/>
            <a:ln>
              <a:noFill/>
            </a:ln>
          </p:spPr>
        </p:pic>
        <p:pic>
          <p:nvPicPr>
            <p:cNvPr id="356" name="Google Shape;356;p24"/>
            <p:cNvPicPr preferRelativeResize="0"/>
            <p:nvPr/>
          </p:nvPicPr>
          <p:blipFill>
            <a:blip r:embed="rId5">
              <a:alphaModFix/>
            </a:blip>
            <a:stretch>
              <a:fillRect/>
            </a:stretch>
          </p:blipFill>
          <p:spPr>
            <a:xfrm rot="6935066" flipH="1">
              <a:off x="7679922" y="4042348"/>
              <a:ext cx="3167269" cy="2103249"/>
            </a:xfrm>
            <a:prstGeom prst="rect">
              <a:avLst/>
            </a:prstGeom>
            <a:noFill/>
            <a:ln>
              <a:noFill/>
            </a:ln>
          </p:spPr>
        </p:pic>
      </p:grpSp>
      <p:grpSp>
        <p:nvGrpSpPr>
          <p:cNvPr id="357" name="Google Shape;357;p24"/>
          <p:cNvGrpSpPr/>
          <p:nvPr/>
        </p:nvGrpSpPr>
        <p:grpSpPr>
          <a:xfrm>
            <a:off x="5672351" y="-979803"/>
            <a:ext cx="3866597" cy="8727965"/>
            <a:chOff x="4254263" y="-734852"/>
            <a:chExt cx="2899948" cy="6545974"/>
          </a:xfrm>
        </p:grpSpPr>
        <p:pic>
          <p:nvPicPr>
            <p:cNvPr id="358" name="Google Shape;358;p24"/>
            <p:cNvPicPr preferRelativeResize="0"/>
            <p:nvPr/>
          </p:nvPicPr>
          <p:blipFill>
            <a:blip r:embed="rId8">
              <a:alphaModFix amt="87000"/>
            </a:blip>
            <a:stretch>
              <a:fillRect/>
            </a:stretch>
          </p:blipFill>
          <p:spPr>
            <a:xfrm flipH="1">
              <a:off x="6110335" y="-734852"/>
              <a:ext cx="1043875" cy="961900"/>
            </a:xfrm>
            <a:prstGeom prst="rect">
              <a:avLst/>
            </a:prstGeom>
            <a:noFill/>
            <a:ln>
              <a:noFill/>
            </a:ln>
          </p:spPr>
        </p:pic>
        <p:pic>
          <p:nvPicPr>
            <p:cNvPr id="359" name="Google Shape;359;p24"/>
            <p:cNvPicPr preferRelativeResize="0"/>
            <p:nvPr/>
          </p:nvPicPr>
          <p:blipFill>
            <a:blip r:embed="rId9">
              <a:alphaModFix amt="54000"/>
            </a:blip>
            <a:stretch>
              <a:fillRect/>
            </a:stretch>
          </p:blipFill>
          <p:spPr>
            <a:xfrm flipH="1">
              <a:off x="4254263" y="4831650"/>
              <a:ext cx="1043876" cy="979472"/>
            </a:xfrm>
            <a:prstGeom prst="rect">
              <a:avLst/>
            </a:prstGeom>
            <a:noFill/>
            <a:ln>
              <a:noFill/>
            </a:ln>
          </p:spPr>
        </p:pic>
      </p:grpSp>
    </p:spTree>
    <p:extLst>
      <p:ext uri="{BB962C8B-B14F-4D97-AF65-F5344CB8AC3E}">
        <p14:creationId xmlns:p14="http://schemas.microsoft.com/office/powerpoint/2010/main" val="41371233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60"/>
        <p:cNvGrpSpPr/>
        <p:nvPr/>
      </p:nvGrpSpPr>
      <p:grpSpPr>
        <a:xfrm>
          <a:off x="0" y="0"/>
          <a:ext cx="0" cy="0"/>
          <a:chOff x="0" y="0"/>
          <a:chExt cx="0" cy="0"/>
        </a:xfrm>
      </p:grpSpPr>
      <p:pic>
        <p:nvPicPr>
          <p:cNvPr id="361" name="Google Shape;361;p2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362" name="Google Shape;362;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63" name="Google Shape;363;p25"/>
          <p:cNvSpPr txBox="1">
            <a:spLocks noGrp="1"/>
          </p:cNvSpPr>
          <p:nvPr>
            <p:ph type="subTitle" idx="1"/>
          </p:nvPr>
        </p:nvSpPr>
        <p:spPr>
          <a:xfrm>
            <a:off x="1234367"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4" name="Google Shape;364;p25"/>
          <p:cNvSpPr txBox="1">
            <a:spLocks noGrp="1"/>
          </p:cNvSpPr>
          <p:nvPr>
            <p:ph type="subTitle" idx="2"/>
          </p:nvPr>
        </p:nvSpPr>
        <p:spPr>
          <a:xfrm>
            <a:off x="4707299"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5" name="Google Shape;365;p25"/>
          <p:cNvSpPr txBox="1">
            <a:spLocks noGrp="1"/>
          </p:cNvSpPr>
          <p:nvPr>
            <p:ph type="subTitle" idx="3"/>
          </p:nvPr>
        </p:nvSpPr>
        <p:spPr>
          <a:xfrm>
            <a:off x="1234367"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6" name="Google Shape;366;p25"/>
          <p:cNvSpPr txBox="1">
            <a:spLocks noGrp="1"/>
          </p:cNvSpPr>
          <p:nvPr>
            <p:ph type="subTitle" idx="4"/>
          </p:nvPr>
        </p:nvSpPr>
        <p:spPr>
          <a:xfrm>
            <a:off x="4707299"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7" name="Google Shape;367;p25"/>
          <p:cNvSpPr txBox="1">
            <a:spLocks noGrp="1"/>
          </p:cNvSpPr>
          <p:nvPr>
            <p:ph type="subTitle" idx="5"/>
          </p:nvPr>
        </p:nvSpPr>
        <p:spPr>
          <a:xfrm>
            <a:off x="8180231"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8" name="Google Shape;368;p25"/>
          <p:cNvSpPr txBox="1">
            <a:spLocks noGrp="1"/>
          </p:cNvSpPr>
          <p:nvPr>
            <p:ph type="subTitle" idx="6"/>
          </p:nvPr>
        </p:nvSpPr>
        <p:spPr>
          <a:xfrm>
            <a:off x="8180231"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9" name="Google Shape;369;p25"/>
          <p:cNvSpPr txBox="1">
            <a:spLocks noGrp="1"/>
          </p:cNvSpPr>
          <p:nvPr>
            <p:ph type="subTitle" idx="7"/>
          </p:nvPr>
        </p:nvSpPr>
        <p:spPr>
          <a:xfrm>
            <a:off x="1232267"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0" name="Google Shape;370;p25"/>
          <p:cNvSpPr txBox="1">
            <a:spLocks noGrp="1"/>
          </p:cNvSpPr>
          <p:nvPr>
            <p:ph type="subTitle" idx="8"/>
          </p:nvPr>
        </p:nvSpPr>
        <p:spPr>
          <a:xfrm>
            <a:off x="4705196"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1" name="Google Shape;371;p25"/>
          <p:cNvSpPr txBox="1">
            <a:spLocks noGrp="1"/>
          </p:cNvSpPr>
          <p:nvPr>
            <p:ph type="subTitle" idx="9"/>
          </p:nvPr>
        </p:nvSpPr>
        <p:spPr>
          <a:xfrm>
            <a:off x="8178125"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2" name="Google Shape;372;p25"/>
          <p:cNvSpPr txBox="1">
            <a:spLocks noGrp="1"/>
          </p:cNvSpPr>
          <p:nvPr>
            <p:ph type="subTitle" idx="13"/>
          </p:nvPr>
        </p:nvSpPr>
        <p:spPr>
          <a:xfrm>
            <a:off x="1232267"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3" name="Google Shape;373;p25"/>
          <p:cNvSpPr txBox="1">
            <a:spLocks noGrp="1"/>
          </p:cNvSpPr>
          <p:nvPr>
            <p:ph type="subTitle" idx="14"/>
          </p:nvPr>
        </p:nvSpPr>
        <p:spPr>
          <a:xfrm>
            <a:off x="4705196"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4" name="Google Shape;374;p25"/>
          <p:cNvSpPr txBox="1">
            <a:spLocks noGrp="1"/>
          </p:cNvSpPr>
          <p:nvPr>
            <p:ph type="subTitle" idx="15"/>
          </p:nvPr>
        </p:nvSpPr>
        <p:spPr>
          <a:xfrm>
            <a:off x="8178125"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pic>
        <p:nvPicPr>
          <p:cNvPr id="375" name="Google Shape;375;p25"/>
          <p:cNvPicPr preferRelativeResize="0"/>
          <p:nvPr/>
        </p:nvPicPr>
        <p:blipFill>
          <a:blip r:embed="rId3">
            <a:alphaModFix/>
          </a:blip>
          <a:stretch>
            <a:fillRect/>
          </a:stretch>
        </p:blipFill>
        <p:spPr>
          <a:xfrm>
            <a:off x="8669211" y="3204968"/>
            <a:ext cx="5715500" cy="6222929"/>
          </a:xfrm>
          <a:prstGeom prst="rect">
            <a:avLst/>
          </a:prstGeom>
          <a:noFill/>
          <a:ln>
            <a:noFill/>
          </a:ln>
        </p:spPr>
      </p:pic>
      <p:grpSp>
        <p:nvGrpSpPr>
          <p:cNvPr id="376" name="Google Shape;376;p25"/>
          <p:cNvGrpSpPr/>
          <p:nvPr/>
        </p:nvGrpSpPr>
        <p:grpSpPr>
          <a:xfrm>
            <a:off x="-1762923" y="-3131262"/>
            <a:ext cx="16050104" cy="11387539"/>
            <a:chOff x="-1322192" y="-2348446"/>
            <a:chExt cx="12037578" cy="8540654"/>
          </a:xfrm>
        </p:grpSpPr>
        <p:pic>
          <p:nvPicPr>
            <p:cNvPr id="377" name="Google Shape;377;p25"/>
            <p:cNvPicPr preferRelativeResize="0"/>
            <p:nvPr/>
          </p:nvPicPr>
          <p:blipFill>
            <a:blip r:embed="rId4">
              <a:alphaModFix amt="83000"/>
            </a:blip>
            <a:stretch>
              <a:fillRect/>
            </a:stretch>
          </p:blipFill>
          <p:spPr>
            <a:xfrm rot="-5400000">
              <a:off x="-1854202" y="3556950"/>
              <a:ext cx="3167267" cy="2103247"/>
            </a:xfrm>
            <a:prstGeom prst="rect">
              <a:avLst/>
            </a:prstGeom>
            <a:noFill/>
            <a:ln>
              <a:noFill/>
            </a:ln>
          </p:spPr>
        </p:pic>
        <p:pic>
          <p:nvPicPr>
            <p:cNvPr id="378" name="Google Shape;378;p25"/>
            <p:cNvPicPr preferRelativeResize="0"/>
            <p:nvPr/>
          </p:nvPicPr>
          <p:blipFill>
            <a:blip r:embed="rId5">
              <a:alphaModFix amt="76000"/>
            </a:blip>
            <a:stretch>
              <a:fillRect/>
            </a:stretch>
          </p:blipFill>
          <p:spPr>
            <a:xfrm>
              <a:off x="-1014998" y="2578600"/>
              <a:ext cx="1555700" cy="1459701"/>
            </a:xfrm>
            <a:prstGeom prst="rect">
              <a:avLst/>
            </a:prstGeom>
            <a:noFill/>
            <a:ln>
              <a:noFill/>
            </a:ln>
          </p:spPr>
        </p:pic>
        <p:pic>
          <p:nvPicPr>
            <p:cNvPr id="379" name="Google Shape;379;p25"/>
            <p:cNvPicPr preferRelativeResize="0"/>
            <p:nvPr/>
          </p:nvPicPr>
          <p:blipFill>
            <a:blip r:embed="rId6">
              <a:alphaModFix amt="85000"/>
            </a:blip>
            <a:stretch>
              <a:fillRect/>
            </a:stretch>
          </p:blipFill>
          <p:spPr>
            <a:xfrm rot="-8404919">
              <a:off x="6825908" y="-1426076"/>
              <a:ext cx="3638626" cy="2103251"/>
            </a:xfrm>
            <a:prstGeom prst="rect">
              <a:avLst/>
            </a:prstGeom>
            <a:noFill/>
            <a:ln>
              <a:noFill/>
            </a:ln>
          </p:spPr>
        </p:pic>
      </p:grpSp>
      <p:pic>
        <p:nvPicPr>
          <p:cNvPr id="380" name="Google Shape;380;p25"/>
          <p:cNvPicPr preferRelativeResize="0"/>
          <p:nvPr/>
        </p:nvPicPr>
        <p:blipFill>
          <a:blip r:embed="rId7">
            <a:alphaModFix/>
          </a:blip>
          <a:stretch>
            <a:fillRect/>
          </a:stretch>
        </p:blipFill>
        <p:spPr>
          <a:xfrm>
            <a:off x="9320932" y="-1082033"/>
            <a:ext cx="1449065" cy="1604833"/>
          </a:xfrm>
          <a:prstGeom prst="rect">
            <a:avLst/>
          </a:prstGeom>
          <a:noFill/>
          <a:ln>
            <a:noFill/>
          </a:ln>
        </p:spPr>
      </p:pic>
    </p:spTree>
    <p:extLst>
      <p:ext uri="{BB962C8B-B14F-4D97-AF65-F5344CB8AC3E}">
        <p14:creationId xmlns:p14="http://schemas.microsoft.com/office/powerpoint/2010/main" val="32259950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381"/>
        <p:cNvGrpSpPr/>
        <p:nvPr/>
      </p:nvGrpSpPr>
      <p:grpSpPr>
        <a:xfrm>
          <a:off x="0" y="0"/>
          <a:ext cx="0" cy="0"/>
          <a:chOff x="0" y="0"/>
          <a:chExt cx="0" cy="0"/>
        </a:xfrm>
      </p:grpSpPr>
      <p:pic>
        <p:nvPicPr>
          <p:cNvPr id="382" name="Google Shape;382;p2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383" name="Google Shape;383;p26"/>
          <p:cNvSpPr txBox="1">
            <a:spLocks noGrp="1"/>
          </p:cNvSpPr>
          <p:nvPr>
            <p:ph type="title" hasCustomPrompt="1"/>
          </p:nvPr>
        </p:nvSpPr>
        <p:spPr>
          <a:xfrm>
            <a:off x="2181367" y="736133"/>
            <a:ext cx="58400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2pPr>
            <a:lvl3pPr lvl="2"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3pPr>
            <a:lvl4pPr lvl="3"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4pPr>
            <a:lvl5pPr lvl="4"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5pPr>
            <a:lvl6pPr lvl="5"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6pPr>
            <a:lvl7pPr lvl="6"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7pPr>
            <a:lvl8pPr lvl="7"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8pPr>
            <a:lvl9pPr lvl="8"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9pPr>
          </a:lstStyle>
          <a:p>
            <a:r>
              <a:t>xx%</a:t>
            </a:r>
          </a:p>
        </p:txBody>
      </p:sp>
      <p:sp>
        <p:nvSpPr>
          <p:cNvPr id="384" name="Google Shape;384;p26"/>
          <p:cNvSpPr txBox="1">
            <a:spLocks noGrp="1"/>
          </p:cNvSpPr>
          <p:nvPr>
            <p:ph type="subTitle" idx="1"/>
          </p:nvPr>
        </p:nvSpPr>
        <p:spPr>
          <a:xfrm>
            <a:off x="2181367" y="1717432"/>
            <a:ext cx="58400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85" name="Google Shape;385;p26"/>
          <p:cNvSpPr txBox="1">
            <a:spLocks noGrp="1"/>
          </p:cNvSpPr>
          <p:nvPr>
            <p:ph type="title" idx="2" hasCustomPrompt="1"/>
          </p:nvPr>
        </p:nvSpPr>
        <p:spPr>
          <a:xfrm>
            <a:off x="4171033" y="2679999"/>
            <a:ext cx="58400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2pPr>
            <a:lvl3pPr lvl="2"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3pPr>
            <a:lvl4pPr lvl="3"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4pPr>
            <a:lvl5pPr lvl="4"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5pPr>
            <a:lvl6pPr lvl="5"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6pPr>
            <a:lvl7pPr lvl="6"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7pPr>
            <a:lvl8pPr lvl="7"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8pPr>
            <a:lvl9pPr lvl="8"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9pPr>
          </a:lstStyle>
          <a:p>
            <a:r>
              <a:t>xx%</a:t>
            </a:r>
          </a:p>
        </p:txBody>
      </p:sp>
      <p:sp>
        <p:nvSpPr>
          <p:cNvPr id="386" name="Google Shape;386;p26"/>
          <p:cNvSpPr txBox="1">
            <a:spLocks noGrp="1"/>
          </p:cNvSpPr>
          <p:nvPr>
            <p:ph type="subTitle" idx="3"/>
          </p:nvPr>
        </p:nvSpPr>
        <p:spPr>
          <a:xfrm>
            <a:off x="4171033" y="3661269"/>
            <a:ext cx="58400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87" name="Google Shape;387;p26"/>
          <p:cNvSpPr txBox="1">
            <a:spLocks noGrp="1"/>
          </p:cNvSpPr>
          <p:nvPr>
            <p:ph type="title" idx="4" hasCustomPrompt="1"/>
          </p:nvPr>
        </p:nvSpPr>
        <p:spPr>
          <a:xfrm>
            <a:off x="2181367" y="4623864"/>
            <a:ext cx="58400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2pPr>
            <a:lvl3pPr lvl="2"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3pPr>
            <a:lvl4pPr lvl="3"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4pPr>
            <a:lvl5pPr lvl="4"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5pPr>
            <a:lvl6pPr lvl="5"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6pPr>
            <a:lvl7pPr lvl="6"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7pPr>
            <a:lvl8pPr lvl="7"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8pPr>
            <a:lvl9pPr lvl="8"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9pPr>
          </a:lstStyle>
          <a:p>
            <a:r>
              <a:t>xx%</a:t>
            </a:r>
          </a:p>
        </p:txBody>
      </p:sp>
      <p:sp>
        <p:nvSpPr>
          <p:cNvPr id="388" name="Google Shape;388;p26"/>
          <p:cNvSpPr txBox="1">
            <a:spLocks noGrp="1"/>
          </p:cNvSpPr>
          <p:nvPr>
            <p:ph type="subTitle" idx="5"/>
          </p:nvPr>
        </p:nvSpPr>
        <p:spPr>
          <a:xfrm>
            <a:off x="2181367" y="5605167"/>
            <a:ext cx="58400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grpSp>
        <p:nvGrpSpPr>
          <p:cNvPr id="389" name="Google Shape;389;p26"/>
          <p:cNvGrpSpPr/>
          <p:nvPr/>
        </p:nvGrpSpPr>
        <p:grpSpPr>
          <a:xfrm>
            <a:off x="-4531059" y="-2371779"/>
            <a:ext cx="18230525" cy="13043489"/>
            <a:chOff x="-3398294" y="-1778835"/>
            <a:chExt cx="13672894" cy="9782617"/>
          </a:xfrm>
        </p:grpSpPr>
        <p:pic>
          <p:nvPicPr>
            <p:cNvPr id="390" name="Google Shape;390;p26"/>
            <p:cNvPicPr preferRelativeResize="0"/>
            <p:nvPr/>
          </p:nvPicPr>
          <p:blipFill>
            <a:blip r:embed="rId3">
              <a:alphaModFix/>
            </a:blip>
            <a:stretch>
              <a:fillRect/>
            </a:stretch>
          </p:blipFill>
          <p:spPr>
            <a:xfrm rot="10800000" flipH="1">
              <a:off x="6016025" y="-1778835"/>
              <a:ext cx="4258575" cy="4636652"/>
            </a:xfrm>
            <a:prstGeom prst="rect">
              <a:avLst/>
            </a:prstGeom>
            <a:noFill/>
            <a:ln>
              <a:noFill/>
            </a:ln>
          </p:spPr>
        </p:pic>
        <p:pic>
          <p:nvPicPr>
            <p:cNvPr id="391" name="Google Shape;391;p26"/>
            <p:cNvPicPr preferRelativeResize="0"/>
            <p:nvPr/>
          </p:nvPicPr>
          <p:blipFill>
            <a:blip r:embed="rId3">
              <a:alphaModFix/>
            </a:blip>
            <a:stretch>
              <a:fillRect/>
            </a:stretch>
          </p:blipFill>
          <p:spPr>
            <a:xfrm rot="-6244019" flipH="1">
              <a:off x="-2761238" y="3056536"/>
              <a:ext cx="4258574" cy="4636656"/>
            </a:xfrm>
            <a:prstGeom prst="rect">
              <a:avLst/>
            </a:prstGeom>
            <a:noFill/>
            <a:ln>
              <a:noFill/>
            </a:ln>
          </p:spPr>
        </p:pic>
      </p:grpSp>
      <p:grpSp>
        <p:nvGrpSpPr>
          <p:cNvPr id="392" name="Google Shape;392;p26"/>
          <p:cNvGrpSpPr/>
          <p:nvPr/>
        </p:nvGrpSpPr>
        <p:grpSpPr>
          <a:xfrm>
            <a:off x="-1531351" y="-3829490"/>
            <a:ext cx="16589548" cy="10529643"/>
            <a:chOff x="-1148514" y="-2872117"/>
            <a:chExt cx="12442161" cy="7897232"/>
          </a:xfrm>
        </p:grpSpPr>
        <p:pic>
          <p:nvPicPr>
            <p:cNvPr id="393" name="Google Shape;393;p26"/>
            <p:cNvPicPr preferRelativeResize="0"/>
            <p:nvPr/>
          </p:nvPicPr>
          <p:blipFill>
            <a:blip r:embed="rId4">
              <a:alphaModFix/>
            </a:blip>
            <a:stretch>
              <a:fillRect/>
            </a:stretch>
          </p:blipFill>
          <p:spPr>
            <a:xfrm rot="8892684" flipH="1">
              <a:off x="-572222" y="-2332398"/>
              <a:ext cx="2907900" cy="3015976"/>
            </a:xfrm>
            <a:prstGeom prst="rect">
              <a:avLst/>
            </a:prstGeom>
            <a:noFill/>
            <a:ln>
              <a:noFill/>
            </a:ln>
          </p:spPr>
        </p:pic>
        <p:pic>
          <p:nvPicPr>
            <p:cNvPr id="394" name="Google Shape;394;p26"/>
            <p:cNvPicPr preferRelativeResize="0"/>
            <p:nvPr/>
          </p:nvPicPr>
          <p:blipFill>
            <a:blip r:embed="rId5">
              <a:alphaModFix/>
            </a:blip>
            <a:stretch>
              <a:fillRect/>
            </a:stretch>
          </p:blipFill>
          <p:spPr>
            <a:xfrm rot="5400006" flipH="1">
              <a:off x="-1214717" y="2578334"/>
              <a:ext cx="2657933" cy="1197963"/>
            </a:xfrm>
            <a:prstGeom prst="rect">
              <a:avLst/>
            </a:prstGeom>
            <a:noFill/>
            <a:ln>
              <a:noFill/>
            </a:ln>
          </p:spPr>
        </p:pic>
        <p:pic>
          <p:nvPicPr>
            <p:cNvPr id="395" name="Google Shape;395;p26"/>
            <p:cNvPicPr preferRelativeResize="0"/>
            <p:nvPr/>
          </p:nvPicPr>
          <p:blipFill>
            <a:blip r:embed="rId6">
              <a:alphaModFix/>
            </a:blip>
            <a:stretch>
              <a:fillRect/>
            </a:stretch>
          </p:blipFill>
          <p:spPr>
            <a:xfrm rot="3418107" flipH="1">
              <a:off x="7965123" y="2072580"/>
              <a:ext cx="3167266" cy="2103248"/>
            </a:xfrm>
            <a:prstGeom prst="rect">
              <a:avLst/>
            </a:prstGeom>
            <a:noFill/>
            <a:ln>
              <a:noFill/>
            </a:ln>
          </p:spPr>
        </p:pic>
      </p:grpSp>
      <p:pic>
        <p:nvPicPr>
          <p:cNvPr id="396" name="Google Shape;396;p26"/>
          <p:cNvPicPr preferRelativeResize="0"/>
          <p:nvPr/>
        </p:nvPicPr>
        <p:blipFill>
          <a:blip r:embed="rId7">
            <a:alphaModFix amt="63000"/>
          </a:blip>
          <a:stretch>
            <a:fillRect/>
          </a:stretch>
        </p:blipFill>
        <p:spPr>
          <a:xfrm rot="10800000" flipH="1">
            <a:off x="2490789" y="-842043"/>
            <a:ext cx="1391833" cy="1282533"/>
          </a:xfrm>
          <a:prstGeom prst="rect">
            <a:avLst/>
          </a:prstGeom>
          <a:noFill/>
          <a:ln>
            <a:noFill/>
          </a:ln>
        </p:spPr>
      </p:pic>
      <p:grpSp>
        <p:nvGrpSpPr>
          <p:cNvPr id="397" name="Google Shape;397;p26"/>
          <p:cNvGrpSpPr/>
          <p:nvPr/>
        </p:nvGrpSpPr>
        <p:grpSpPr>
          <a:xfrm>
            <a:off x="7887421" y="156505"/>
            <a:ext cx="4792384" cy="8735011"/>
            <a:chOff x="5915566" y="117379"/>
            <a:chExt cx="3594288" cy="6551258"/>
          </a:xfrm>
        </p:grpSpPr>
        <p:pic>
          <p:nvPicPr>
            <p:cNvPr id="398" name="Google Shape;398;p26"/>
            <p:cNvPicPr preferRelativeResize="0"/>
            <p:nvPr/>
          </p:nvPicPr>
          <p:blipFill>
            <a:blip r:embed="rId8">
              <a:alphaModFix/>
            </a:blip>
            <a:stretch>
              <a:fillRect/>
            </a:stretch>
          </p:blipFill>
          <p:spPr>
            <a:xfrm rot="10800000" flipH="1">
              <a:off x="7887373" y="117379"/>
              <a:ext cx="1086799" cy="1203625"/>
            </a:xfrm>
            <a:prstGeom prst="rect">
              <a:avLst/>
            </a:prstGeom>
            <a:noFill/>
            <a:ln>
              <a:noFill/>
            </a:ln>
          </p:spPr>
        </p:pic>
        <p:pic>
          <p:nvPicPr>
            <p:cNvPr id="399" name="Google Shape;399;p26"/>
            <p:cNvPicPr preferRelativeResize="0"/>
            <p:nvPr/>
          </p:nvPicPr>
          <p:blipFill>
            <a:blip r:embed="rId9">
              <a:alphaModFix/>
            </a:blip>
            <a:stretch>
              <a:fillRect/>
            </a:stretch>
          </p:blipFill>
          <p:spPr>
            <a:xfrm rot="9252785" flipH="1">
              <a:off x="6023947" y="4497854"/>
              <a:ext cx="1135050" cy="758100"/>
            </a:xfrm>
            <a:prstGeom prst="rect">
              <a:avLst/>
            </a:prstGeom>
            <a:noFill/>
            <a:ln>
              <a:noFill/>
            </a:ln>
          </p:spPr>
        </p:pic>
        <p:pic>
          <p:nvPicPr>
            <p:cNvPr id="400" name="Google Shape;400;p26"/>
            <p:cNvPicPr preferRelativeResize="0"/>
            <p:nvPr/>
          </p:nvPicPr>
          <p:blipFill>
            <a:blip r:embed="rId10">
              <a:alphaModFix/>
            </a:blip>
            <a:stretch>
              <a:fillRect/>
            </a:stretch>
          </p:blipFill>
          <p:spPr>
            <a:xfrm rot="-5400000">
              <a:off x="6890251" y="4049033"/>
              <a:ext cx="3739115" cy="1500093"/>
            </a:xfrm>
            <a:prstGeom prst="rect">
              <a:avLst/>
            </a:prstGeom>
            <a:noFill/>
            <a:ln>
              <a:noFill/>
            </a:ln>
          </p:spPr>
        </p:pic>
      </p:grpSp>
    </p:spTree>
    <p:extLst>
      <p:ext uri="{BB962C8B-B14F-4D97-AF65-F5344CB8AC3E}">
        <p14:creationId xmlns:p14="http://schemas.microsoft.com/office/powerpoint/2010/main" val="40486766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01"/>
        <p:cNvGrpSpPr/>
        <p:nvPr/>
      </p:nvGrpSpPr>
      <p:grpSpPr>
        <a:xfrm>
          <a:off x="0" y="0"/>
          <a:ext cx="0" cy="0"/>
          <a:chOff x="0" y="0"/>
          <a:chExt cx="0" cy="0"/>
        </a:xfrm>
      </p:grpSpPr>
      <p:pic>
        <p:nvPicPr>
          <p:cNvPr id="402" name="Google Shape;402;p27"/>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03" name="Google Shape;403;p27"/>
          <p:cNvGrpSpPr/>
          <p:nvPr/>
        </p:nvGrpSpPr>
        <p:grpSpPr>
          <a:xfrm>
            <a:off x="-675434" y="117801"/>
            <a:ext cx="5497473" cy="7569532"/>
            <a:chOff x="-506576" y="88350"/>
            <a:chExt cx="4123105" cy="5677149"/>
          </a:xfrm>
        </p:grpSpPr>
        <p:pic>
          <p:nvPicPr>
            <p:cNvPr id="404" name="Google Shape;404;p27"/>
            <p:cNvPicPr preferRelativeResize="0"/>
            <p:nvPr/>
          </p:nvPicPr>
          <p:blipFill>
            <a:blip r:embed="rId3">
              <a:alphaModFix/>
            </a:blip>
            <a:stretch>
              <a:fillRect/>
            </a:stretch>
          </p:blipFill>
          <p:spPr>
            <a:xfrm>
              <a:off x="-506576" y="88350"/>
              <a:ext cx="1792924" cy="1682300"/>
            </a:xfrm>
            <a:prstGeom prst="rect">
              <a:avLst/>
            </a:prstGeom>
            <a:noFill/>
            <a:ln>
              <a:noFill/>
            </a:ln>
          </p:spPr>
        </p:pic>
        <p:pic>
          <p:nvPicPr>
            <p:cNvPr id="405" name="Google Shape;405;p27"/>
            <p:cNvPicPr preferRelativeResize="0"/>
            <p:nvPr/>
          </p:nvPicPr>
          <p:blipFill>
            <a:blip r:embed="rId4">
              <a:alphaModFix/>
            </a:blip>
            <a:stretch>
              <a:fillRect/>
            </a:stretch>
          </p:blipFill>
          <p:spPr>
            <a:xfrm>
              <a:off x="2572653" y="4803598"/>
              <a:ext cx="1043875" cy="961900"/>
            </a:xfrm>
            <a:prstGeom prst="rect">
              <a:avLst/>
            </a:prstGeom>
            <a:noFill/>
            <a:ln>
              <a:noFill/>
            </a:ln>
          </p:spPr>
        </p:pic>
      </p:grpSp>
      <p:pic>
        <p:nvPicPr>
          <p:cNvPr id="406" name="Google Shape;406;p27"/>
          <p:cNvPicPr preferRelativeResize="0"/>
          <p:nvPr/>
        </p:nvPicPr>
        <p:blipFill>
          <a:blip r:embed="rId5">
            <a:alphaModFix/>
          </a:blip>
          <a:stretch>
            <a:fillRect/>
          </a:stretch>
        </p:blipFill>
        <p:spPr>
          <a:xfrm>
            <a:off x="8204202" y="2730067"/>
            <a:ext cx="5805932" cy="6321397"/>
          </a:xfrm>
          <a:prstGeom prst="rect">
            <a:avLst/>
          </a:prstGeom>
          <a:noFill/>
          <a:ln>
            <a:noFill/>
          </a:ln>
        </p:spPr>
      </p:pic>
      <p:grpSp>
        <p:nvGrpSpPr>
          <p:cNvPr id="407" name="Google Shape;407;p27"/>
          <p:cNvGrpSpPr/>
          <p:nvPr/>
        </p:nvGrpSpPr>
        <p:grpSpPr>
          <a:xfrm>
            <a:off x="1230964" y="-1004482"/>
            <a:ext cx="12139141" cy="2804332"/>
            <a:chOff x="923223" y="-753362"/>
            <a:chExt cx="9104356" cy="2103249"/>
          </a:xfrm>
        </p:grpSpPr>
        <p:pic>
          <p:nvPicPr>
            <p:cNvPr id="408" name="Google Shape;408;p27"/>
            <p:cNvPicPr preferRelativeResize="0"/>
            <p:nvPr/>
          </p:nvPicPr>
          <p:blipFill>
            <a:blip r:embed="rId6">
              <a:alphaModFix/>
            </a:blip>
            <a:stretch>
              <a:fillRect/>
            </a:stretch>
          </p:blipFill>
          <p:spPr>
            <a:xfrm>
              <a:off x="6833959" y="-753362"/>
              <a:ext cx="3193620" cy="2103249"/>
            </a:xfrm>
            <a:prstGeom prst="rect">
              <a:avLst/>
            </a:prstGeom>
            <a:noFill/>
            <a:ln>
              <a:noFill/>
            </a:ln>
          </p:spPr>
        </p:pic>
        <p:pic>
          <p:nvPicPr>
            <p:cNvPr id="409" name="Google Shape;409;p27"/>
            <p:cNvPicPr preferRelativeResize="0"/>
            <p:nvPr/>
          </p:nvPicPr>
          <p:blipFill>
            <a:blip r:embed="rId7">
              <a:alphaModFix/>
            </a:blip>
            <a:stretch>
              <a:fillRect/>
            </a:stretch>
          </p:blipFill>
          <p:spPr>
            <a:xfrm>
              <a:off x="923223" y="-303550"/>
              <a:ext cx="1086799" cy="1203625"/>
            </a:xfrm>
            <a:prstGeom prst="rect">
              <a:avLst/>
            </a:prstGeom>
            <a:noFill/>
            <a:ln>
              <a:noFill/>
            </a:ln>
          </p:spPr>
        </p:pic>
      </p:grpSp>
      <p:grpSp>
        <p:nvGrpSpPr>
          <p:cNvPr id="410" name="Google Shape;410;p27"/>
          <p:cNvGrpSpPr/>
          <p:nvPr/>
        </p:nvGrpSpPr>
        <p:grpSpPr>
          <a:xfrm>
            <a:off x="-4975057" y="-1545899"/>
            <a:ext cx="19196300" cy="11331300"/>
            <a:chOff x="-3731293" y="-1159425"/>
            <a:chExt cx="14397225" cy="8498475"/>
          </a:xfrm>
        </p:grpSpPr>
        <p:pic>
          <p:nvPicPr>
            <p:cNvPr id="411" name="Google Shape;411;p27"/>
            <p:cNvPicPr preferRelativeResize="0"/>
            <p:nvPr/>
          </p:nvPicPr>
          <p:blipFill>
            <a:blip r:embed="rId8">
              <a:alphaModFix amt="87000"/>
            </a:blip>
            <a:stretch>
              <a:fillRect/>
            </a:stretch>
          </p:blipFill>
          <p:spPr>
            <a:xfrm>
              <a:off x="-3731293" y="2511502"/>
              <a:ext cx="4654526" cy="4827548"/>
            </a:xfrm>
            <a:prstGeom prst="rect">
              <a:avLst/>
            </a:prstGeom>
            <a:noFill/>
            <a:ln>
              <a:noFill/>
            </a:ln>
          </p:spPr>
        </p:pic>
        <p:pic>
          <p:nvPicPr>
            <p:cNvPr id="412" name="Google Shape;412;p27"/>
            <p:cNvPicPr preferRelativeResize="0"/>
            <p:nvPr/>
          </p:nvPicPr>
          <p:blipFill>
            <a:blip r:embed="rId9">
              <a:alphaModFix amt="86000"/>
            </a:blip>
            <a:stretch>
              <a:fillRect/>
            </a:stretch>
          </p:blipFill>
          <p:spPr>
            <a:xfrm rot="5019818">
              <a:off x="7862323" y="2237098"/>
              <a:ext cx="3167264" cy="2103248"/>
            </a:xfrm>
            <a:prstGeom prst="rect">
              <a:avLst/>
            </a:prstGeom>
            <a:noFill/>
            <a:ln>
              <a:noFill/>
            </a:ln>
          </p:spPr>
        </p:pic>
        <p:pic>
          <p:nvPicPr>
            <p:cNvPr id="413" name="Google Shape;413;p27"/>
            <p:cNvPicPr preferRelativeResize="0"/>
            <p:nvPr/>
          </p:nvPicPr>
          <p:blipFill>
            <a:blip r:embed="rId10">
              <a:alphaModFix/>
            </a:blip>
            <a:stretch>
              <a:fillRect/>
            </a:stretch>
          </p:blipFill>
          <p:spPr>
            <a:xfrm>
              <a:off x="3261724" y="-1159425"/>
              <a:ext cx="2891427" cy="1671350"/>
            </a:xfrm>
            <a:prstGeom prst="rect">
              <a:avLst/>
            </a:prstGeom>
            <a:noFill/>
            <a:ln>
              <a:noFill/>
            </a:ln>
          </p:spPr>
        </p:pic>
      </p:grpSp>
      <p:sp>
        <p:nvSpPr>
          <p:cNvPr id="414" name="Google Shape;414;p27"/>
          <p:cNvSpPr txBox="1">
            <a:spLocks noGrp="1"/>
          </p:cNvSpPr>
          <p:nvPr>
            <p:ph type="title"/>
          </p:nvPr>
        </p:nvSpPr>
        <p:spPr>
          <a:xfrm>
            <a:off x="3130584" y="917667"/>
            <a:ext cx="5930800" cy="1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15" name="Google Shape;415;p27"/>
          <p:cNvSpPr txBox="1">
            <a:spLocks noGrp="1"/>
          </p:cNvSpPr>
          <p:nvPr>
            <p:ph type="subTitle" idx="1"/>
          </p:nvPr>
        </p:nvSpPr>
        <p:spPr>
          <a:xfrm>
            <a:off x="3130533" y="2246416"/>
            <a:ext cx="5930800" cy="163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6" name="Google Shape;416;p27"/>
          <p:cNvSpPr txBox="1"/>
          <p:nvPr/>
        </p:nvSpPr>
        <p:spPr>
          <a:xfrm>
            <a:off x="2802251" y="4727033"/>
            <a:ext cx="6594400" cy="7416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400"/>
              </a:spcBef>
              <a:spcAft>
                <a:spcPts val="0"/>
              </a:spcAft>
              <a:buNone/>
            </a:pPr>
            <a:r>
              <a:rPr lang="en" sz="1600">
                <a:solidFill>
                  <a:schemeClr val="dk1"/>
                </a:solidFill>
                <a:latin typeface="Figtree"/>
                <a:ea typeface="Figtree"/>
                <a:cs typeface="Figtree"/>
                <a:sym typeface="Figtree"/>
              </a:rPr>
              <a:t>CREDITS: This presentation template was created by </a:t>
            </a:r>
            <a:r>
              <a:rPr lang="en" sz="1600" b="1" u="sng">
                <a:solidFill>
                  <a:schemeClr val="dk1"/>
                </a:solidFill>
                <a:latin typeface="Figtree"/>
                <a:ea typeface="Figtree"/>
                <a:cs typeface="Figtree"/>
                <a:sym typeface="Figtree"/>
                <a:hlinkClick r:id="rId11">
                  <a:extLst>
                    <a:ext uri="{A12FA001-AC4F-418D-AE19-62706E023703}">
                      <ahyp:hlinkClr xmlns:ahyp="http://schemas.microsoft.com/office/drawing/2018/hyperlinkcolor" val="tx"/>
                    </a:ext>
                  </a:extLst>
                </a:hlinkClick>
              </a:rPr>
              <a:t>Slidesgo</a:t>
            </a:r>
            <a:r>
              <a:rPr lang="en" sz="1600" b="1">
                <a:solidFill>
                  <a:schemeClr val="dk1"/>
                </a:solidFill>
                <a:latin typeface="Figtree"/>
                <a:ea typeface="Figtree"/>
                <a:cs typeface="Figtree"/>
                <a:sym typeface="Figtree"/>
              </a:rPr>
              <a:t>,</a:t>
            </a:r>
            <a:r>
              <a:rPr lang="en" sz="1600">
                <a:solidFill>
                  <a:schemeClr val="dk1"/>
                </a:solidFill>
                <a:latin typeface="Figtree"/>
                <a:ea typeface="Figtree"/>
                <a:cs typeface="Figtree"/>
                <a:sym typeface="Figtree"/>
              </a:rPr>
              <a:t> and includes icons by</a:t>
            </a:r>
            <a:r>
              <a:rPr lang="en" sz="1600" b="1">
                <a:solidFill>
                  <a:schemeClr val="dk1"/>
                </a:solidFill>
                <a:latin typeface="Figtree"/>
                <a:ea typeface="Figtree"/>
                <a:cs typeface="Figtree"/>
                <a:sym typeface="Figtree"/>
              </a:rPr>
              <a:t> </a:t>
            </a:r>
            <a:r>
              <a:rPr lang="en" sz="1600" b="1" u="sng">
                <a:solidFill>
                  <a:schemeClr val="dk1"/>
                </a:solidFill>
                <a:latin typeface="Figtree"/>
                <a:ea typeface="Figtree"/>
                <a:cs typeface="Figtree"/>
                <a:sym typeface="Figtree"/>
                <a:hlinkClick r:id="rId12">
                  <a:extLst>
                    <a:ext uri="{A12FA001-AC4F-418D-AE19-62706E023703}">
                      <ahyp:hlinkClr xmlns:ahyp="http://schemas.microsoft.com/office/drawing/2018/hyperlinkcolor" val="tx"/>
                    </a:ext>
                  </a:extLst>
                </a:hlinkClick>
              </a:rPr>
              <a:t>Flaticon</a:t>
            </a:r>
            <a:r>
              <a:rPr lang="en" sz="1600" b="1">
                <a:solidFill>
                  <a:schemeClr val="dk1"/>
                </a:solidFill>
                <a:latin typeface="Figtree"/>
                <a:ea typeface="Figtree"/>
                <a:cs typeface="Figtree"/>
                <a:sym typeface="Figtree"/>
              </a:rPr>
              <a:t>,</a:t>
            </a:r>
            <a:r>
              <a:rPr lang="en" sz="1600">
                <a:solidFill>
                  <a:schemeClr val="dk1"/>
                </a:solidFill>
                <a:latin typeface="Figtree"/>
                <a:ea typeface="Figtree"/>
                <a:cs typeface="Figtree"/>
                <a:sym typeface="Figtree"/>
              </a:rPr>
              <a:t> and infographics &amp; images by </a:t>
            </a:r>
            <a:r>
              <a:rPr lang="en" sz="1600" b="1" u="sng">
                <a:solidFill>
                  <a:schemeClr val="dk1"/>
                </a:solidFill>
                <a:latin typeface="Figtree"/>
                <a:ea typeface="Figtree"/>
                <a:cs typeface="Figtree"/>
                <a:sym typeface="Figtree"/>
                <a:hlinkClick r:id="rId13">
                  <a:extLst>
                    <a:ext uri="{A12FA001-AC4F-418D-AE19-62706E023703}">
                      <ahyp:hlinkClr xmlns:ahyp="http://schemas.microsoft.com/office/drawing/2018/hyperlinkcolor" val="tx"/>
                    </a:ext>
                  </a:extLst>
                </a:hlinkClick>
              </a:rPr>
              <a:t>Freepik</a:t>
            </a:r>
            <a:r>
              <a:rPr lang="en" sz="1600" b="1" u="sng">
                <a:solidFill>
                  <a:schemeClr val="dk1"/>
                </a:solidFill>
                <a:latin typeface="Figtree"/>
                <a:ea typeface="Figtree"/>
                <a:cs typeface="Figtree"/>
                <a:sym typeface="Figtree"/>
              </a:rPr>
              <a:t> </a:t>
            </a:r>
            <a:endParaRPr sz="1600" b="1" u="sng">
              <a:solidFill>
                <a:schemeClr val="dk1"/>
              </a:solidFill>
              <a:latin typeface="Figtree"/>
              <a:ea typeface="Figtree"/>
              <a:cs typeface="Figtree"/>
              <a:sym typeface="Figtree"/>
            </a:endParaRPr>
          </a:p>
        </p:txBody>
      </p:sp>
    </p:spTree>
    <p:extLst>
      <p:ext uri="{BB962C8B-B14F-4D97-AF65-F5344CB8AC3E}">
        <p14:creationId xmlns:p14="http://schemas.microsoft.com/office/powerpoint/2010/main" val="1773845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17"/>
        <p:cNvGrpSpPr/>
        <p:nvPr/>
      </p:nvGrpSpPr>
      <p:grpSpPr>
        <a:xfrm>
          <a:off x="0" y="0"/>
          <a:ext cx="0" cy="0"/>
          <a:chOff x="0" y="0"/>
          <a:chExt cx="0" cy="0"/>
        </a:xfrm>
      </p:grpSpPr>
      <p:pic>
        <p:nvPicPr>
          <p:cNvPr id="418" name="Google Shape;418;p28"/>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19" name="Google Shape;419;p28"/>
          <p:cNvGrpSpPr/>
          <p:nvPr/>
        </p:nvGrpSpPr>
        <p:grpSpPr>
          <a:xfrm rot="10800000" flipH="1">
            <a:off x="-2415713" y="-2988119"/>
            <a:ext cx="7923511" cy="11707923"/>
            <a:chOff x="-1811785" y="-1627275"/>
            <a:chExt cx="5942633" cy="8780942"/>
          </a:xfrm>
        </p:grpSpPr>
        <p:pic>
          <p:nvPicPr>
            <p:cNvPr id="420" name="Google Shape;420;p28"/>
            <p:cNvPicPr preferRelativeResize="0"/>
            <p:nvPr/>
          </p:nvPicPr>
          <p:blipFill>
            <a:blip r:embed="rId3">
              <a:alphaModFix/>
            </a:blip>
            <a:stretch>
              <a:fillRect/>
            </a:stretch>
          </p:blipFill>
          <p:spPr>
            <a:xfrm flipH="1">
              <a:off x="963581" y="-1627275"/>
              <a:ext cx="3167267" cy="2103247"/>
            </a:xfrm>
            <a:prstGeom prst="rect">
              <a:avLst/>
            </a:prstGeom>
            <a:noFill/>
            <a:ln>
              <a:noFill/>
            </a:ln>
          </p:spPr>
        </p:pic>
        <p:pic>
          <p:nvPicPr>
            <p:cNvPr id="421" name="Google Shape;421;p28"/>
            <p:cNvPicPr preferRelativeResize="0"/>
            <p:nvPr/>
          </p:nvPicPr>
          <p:blipFill>
            <a:blip r:embed="rId4">
              <a:alphaModFix/>
            </a:blip>
            <a:stretch>
              <a:fillRect/>
            </a:stretch>
          </p:blipFill>
          <p:spPr>
            <a:xfrm rot="3024203" flipH="1">
              <a:off x="-1661175" y="4029886"/>
              <a:ext cx="3638626" cy="2103250"/>
            </a:xfrm>
            <a:prstGeom prst="rect">
              <a:avLst/>
            </a:prstGeom>
            <a:noFill/>
            <a:ln>
              <a:noFill/>
            </a:ln>
          </p:spPr>
        </p:pic>
      </p:grpSp>
      <p:grpSp>
        <p:nvGrpSpPr>
          <p:cNvPr id="422" name="Google Shape;422;p28"/>
          <p:cNvGrpSpPr/>
          <p:nvPr/>
        </p:nvGrpSpPr>
        <p:grpSpPr>
          <a:xfrm rot="10800000" flipH="1">
            <a:off x="1547578" y="-307895"/>
            <a:ext cx="9586884" cy="7371432"/>
            <a:chOff x="1160683" y="-385075"/>
            <a:chExt cx="7190163" cy="5528574"/>
          </a:xfrm>
        </p:grpSpPr>
        <p:pic>
          <p:nvPicPr>
            <p:cNvPr id="423" name="Google Shape;423;p28"/>
            <p:cNvPicPr preferRelativeResize="0"/>
            <p:nvPr/>
          </p:nvPicPr>
          <p:blipFill>
            <a:blip r:embed="rId5">
              <a:alphaModFix/>
            </a:blip>
            <a:stretch>
              <a:fillRect/>
            </a:stretch>
          </p:blipFill>
          <p:spPr>
            <a:xfrm flipH="1">
              <a:off x="1160683" y="3587350"/>
              <a:ext cx="2362876" cy="1556149"/>
            </a:xfrm>
            <a:prstGeom prst="rect">
              <a:avLst/>
            </a:prstGeom>
            <a:noFill/>
            <a:ln>
              <a:noFill/>
            </a:ln>
          </p:spPr>
        </p:pic>
        <p:pic>
          <p:nvPicPr>
            <p:cNvPr id="424" name="Google Shape;424;p28"/>
            <p:cNvPicPr preferRelativeResize="0"/>
            <p:nvPr/>
          </p:nvPicPr>
          <p:blipFill>
            <a:blip r:embed="rId6">
              <a:alphaModFix/>
            </a:blip>
            <a:stretch>
              <a:fillRect/>
            </a:stretch>
          </p:blipFill>
          <p:spPr>
            <a:xfrm flipH="1">
              <a:off x="7554246" y="-385075"/>
              <a:ext cx="796600" cy="882224"/>
            </a:xfrm>
            <a:prstGeom prst="rect">
              <a:avLst/>
            </a:prstGeom>
            <a:noFill/>
            <a:ln>
              <a:noFill/>
            </a:ln>
          </p:spPr>
        </p:pic>
      </p:grpSp>
      <p:grpSp>
        <p:nvGrpSpPr>
          <p:cNvPr id="425" name="Google Shape;425;p28"/>
          <p:cNvGrpSpPr/>
          <p:nvPr/>
        </p:nvGrpSpPr>
        <p:grpSpPr>
          <a:xfrm rot="10800000" flipH="1">
            <a:off x="155860" y="-866511"/>
            <a:ext cx="9223097" cy="7479541"/>
            <a:chOff x="116894" y="-47195"/>
            <a:chExt cx="6917323" cy="5609656"/>
          </a:xfrm>
        </p:grpSpPr>
        <p:pic>
          <p:nvPicPr>
            <p:cNvPr id="426" name="Google Shape;426;p28"/>
            <p:cNvPicPr preferRelativeResize="0"/>
            <p:nvPr/>
          </p:nvPicPr>
          <p:blipFill>
            <a:blip r:embed="rId7">
              <a:alphaModFix amt="69000"/>
            </a:blip>
            <a:stretch>
              <a:fillRect/>
            </a:stretch>
          </p:blipFill>
          <p:spPr>
            <a:xfrm rot="-9899998" flipH="1">
              <a:off x="254490" y="102312"/>
              <a:ext cx="1318127" cy="1236801"/>
            </a:xfrm>
            <a:prstGeom prst="rect">
              <a:avLst/>
            </a:prstGeom>
            <a:noFill/>
            <a:ln>
              <a:noFill/>
            </a:ln>
          </p:spPr>
        </p:pic>
        <p:pic>
          <p:nvPicPr>
            <p:cNvPr id="427" name="Google Shape;427;p28"/>
            <p:cNvPicPr preferRelativeResize="0"/>
            <p:nvPr/>
          </p:nvPicPr>
          <p:blipFill>
            <a:blip r:embed="rId8">
              <a:alphaModFix/>
            </a:blip>
            <a:stretch>
              <a:fillRect/>
            </a:stretch>
          </p:blipFill>
          <p:spPr>
            <a:xfrm flipH="1">
              <a:off x="5990342" y="4600561"/>
              <a:ext cx="1043875" cy="961900"/>
            </a:xfrm>
            <a:prstGeom prst="rect">
              <a:avLst/>
            </a:prstGeom>
            <a:noFill/>
            <a:ln>
              <a:noFill/>
            </a:ln>
          </p:spPr>
        </p:pic>
      </p:grpSp>
      <p:pic>
        <p:nvPicPr>
          <p:cNvPr id="428" name="Google Shape;428;p28"/>
          <p:cNvPicPr preferRelativeResize="0"/>
          <p:nvPr/>
        </p:nvPicPr>
        <p:blipFill>
          <a:blip r:embed="rId9">
            <a:alphaModFix/>
          </a:blip>
          <a:stretch>
            <a:fillRect/>
          </a:stretch>
        </p:blipFill>
        <p:spPr>
          <a:xfrm rot="-8100000">
            <a:off x="8713102" y="-769866"/>
            <a:ext cx="5321521" cy="5793971"/>
          </a:xfrm>
          <a:prstGeom prst="rect">
            <a:avLst/>
          </a:prstGeom>
          <a:noFill/>
          <a:ln>
            <a:noFill/>
          </a:ln>
        </p:spPr>
      </p:pic>
    </p:spTree>
    <p:extLst>
      <p:ext uri="{BB962C8B-B14F-4D97-AF65-F5344CB8AC3E}">
        <p14:creationId xmlns:p14="http://schemas.microsoft.com/office/powerpoint/2010/main" val="30230627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29"/>
        <p:cNvGrpSpPr/>
        <p:nvPr/>
      </p:nvGrpSpPr>
      <p:grpSpPr>
        <a:xfrm>
          <a:off x="0" y="0"/>
          <a:ext cx="0" cy="0"/>
          <a:chOff x="0" y="0"/>
          <a:chExt cx="0" cy="0"/>
        </a:xfrm>
      </p:grpSpPr>
      <p:pic>
        <p:nvPicPr>
          <p:cNvPr id="430" name="Google Shape;430;p29"/>
          <p:cNvPicPr preferRelativeResize="0"/>
          <p:nvPr/>
        </p:nvPicPr>
        <p:blipFill>
          <a:blip r:embed="rId2">
            <a:alphaModFix/>
          </a:blip>
          <a:stretch>
            <a:fillRect/>
          </a:stretch>
        </p:blipFill>
        <p:spPr>
          <a:xfrm>
            <a:off x="1" y="33"/>
            <a:ext cx="12192004" cy="6858000"/>
          </a:xfrm>
          <a:prstGeom prst="rect">
            <a:avLst/>
          </a:prstGeom>
          <a:noFill/>
          <a:ln>
            <a:noFill/>
          </a:ln>
        </p:spPr>
      </p:pic>
      <p:pic>
        <p:nvPicPr>
          <p:cNvPr id="431" name="Google Shape;431;p29"/>
          <p:cNvPicPr preferRelativeResize="0"/>
          <p:nvPr/>
        </p:nvPicPr>
        <p:blipFill>
          <a:blip r:embed="rId3">
            <a:alphaModFix/>
          </a:blip>
          <a:stretch>
            <a:fillRect/>
          </a:stretch>
        </p:blipFill>
        <p:spPr>
          <a:xfrm rot="9394151" flipH="1">
            <a:off x="-457325" y="3769397"/>
            <a:ext cx="5715497" cy="6222935"/>
          </a:xfrm>
          <a:prstGeom prst="rect">
            <a:avLst/>
          </a:prstGeom>
          <a:noFill/>
          <a:ln>
            <a:noFill/>
          </a:ln>
        </p:spPr>
      </p:pic>
      <p:grpSp>
        <p:nvGrpSpPr>
          <p:cNvPr id="432" name="Google Shape;432;p29"/>
          <p:cNvGrpSpPr/>
          <p:nvPr/>
        </p:nvGrpSpPr>
        <p:grpSpPr>
          <a:xfrm flipH="1">
            <a:off x="-2159260" y="-3131262"/>
            <a:ext cx="16050104" cy="11387539"/>
            <a:chOff x="-1322192" y="-2348446"/>
            <a:chExt cx="12037578" cy="8540654"/>
          </a:xfrm>
        </p:grpSpPr>
        <p:pic>
          <p:nvPicPr>
            <p:cNvPr id="433" name="Google Shape;433;p29"/>
            <p:cNvPicPr preferRelativeResize="0"/>
            <p:nvPr/>
          </p:nvPicPr>
          <p:blipFill>
            <a:blip r:embed="rId4">
              <a:alphaModFix amt="83000"/>
            </a:blip>
            <a:stretch>
              <a:fillRect/>
            </a:stretch>
          </p:blipFill>
          <p:spPr>
            <a:xfrm rot="-5400000">
              <a:off x="-1854202" y="3556950"/>
              <a:ext cx="3167267" cy="2103247"/>
            </a:xfrm>
            <a:prstGeom prst="rect">
              <a:avLst/>
            </a:prstGeom>
            <a:noFill/>
            <a:ln>
              <a:noFill/>
            </a:ln>
          </p:spPr>
        </p:pic>
        <p:pic>
          <p:nvPicPr>
            <p:cNvPr id="434" name="Google Shape;434;p29"/>
            <p:cNvPicPr preferRelativeResize="0"/>
            <p:nvPr/>
          </p:nvPicPr>
          <p:blipFill>
            <a:blip r:embed="rId5">
              <a:alphaModFix amt="76000"/>
            </a:blip>
            <a:stretch>
              <a:fillRect/>
            </a:stretch>
          </p:blipFill>
          <p:spPr>
            <a:xfrm>
              <a:off x="-1014998" y="2578600"/>
              <a:ext cx="1555700" cy="1459701"/>
            </a:xfrm>
            <a:prstGeom prst="rect">
              <a:avLst/>
            </a:prstGeom>
            <a:noFill/>
            <a:ln>
              <a:noFill/>
            </a:ln>
          </p:spPr>
        </p:pic>
        <p:pic>
          <p:nvPicPr>
            <p:cNvPr id="435" name="Google Shape;435;p29"/>
            <p:cNvPicPr preferRelativeResize="0"/>
            <p:nvPr/>
          </p:nvPicPr>
          <p:blipFill>
            <a:blip r:embed="rId6">
              <a:alphaModFix amt="85000"/>
            </a:blip>
            <a:stretch>
              <a:fillRect/>
            </a:stretch>
          </p:blipFill>
          <p:spPr>
            <a:xfrm rot="-8404919">
              <a:off x="6825908" y="-1426076"/>
              <a:ext cx="3638626" cy="2103251"/>
            </a:xfrm>
            <a:prstGeom prst="rect">
              <a:avLst/>
            </a:prstGeom>
            <a:noFill/>
            <a:ln>
              <a:noFill/>
            </a:ln>
          </p:spPr>
        </p:pic>
      </p:grpSp>
      <p:grpSp>
        <p:nvGrpSpPr>
          <p:cNvPr id="436" name="Google Shape;436;p29"/>
          <p:cNvGrpSpPr/>
          <p:nvPr/>
        </p:nvGrpSpPr>
        <p:grpSpPr>
          <a:xfrm>
            <a:off x="-161026" y="-983266"/>
            <a:ext cx="4153315" cy="8930073"/>
            <a:chOff x="-120769" y="-737450"/>
            <a:chExt cx="3114986" cy="6697555"/>
          </a:xfrm>
        </p:grpSpPr>
        <p:pic>
          <p:nvPicPr>
            <p:cNvPr id="437" name="Google Shape;437;p29"/>
            <p:cNvPicPr preferRelativeResize="0"/>
            <p:nvPr/>
          </p:nvPicPr>
          <p:blipFill>
            <a:blip r:embed="rId7">
              <a:alphaModFix/>
            </a:blip>
            <a:stretch>
              <a:fillRect/>
            </a:stretch>
          </p:blipFill>
          <p:spPr>
            <a:xfrm flipH="1">
              <a:off x="1907418" y="-737450"/>
              <a:ext cx="1086799" cy="1203625"/>
            </a:xfrm>
            <a:prstGeom prst="rect">
              <a:avLst/>
            </a:prstGeom>
            <a:noFill/>
            <a:ln>
              <a:noFill/>
            </a:ln>
          </p:spPr>
        </p:pic>
        <p:pic>
          <p:nvPicPr>
            <p:cNvPr id="438" name="Google Shape;438;p29"/>
            <p:cNvPicPr preferRelativeResize="0"/>
            <p:nvPr/>
          </p:nvPicPr>
          <p:blipFill>
            <a:blip r:embed="rId7">
              <a:alphaModFix/>
            </a:blip>
            <a:stretch>
              <a:fillRect/>
            </a:stretch>
          </p:blipFill>
          <p:spPr>
            <a:xfrm rot="1812908" flipH="1">
              <a:off x="108267" y="4564776"/>
              <a:ext cx="1086800" cy="1203625"/>
            </a:xfrm>
            <a:prstGeom prst="rect">
              <a:avLst/>
            </a:prstGeom>
            <a:noFill/>
            <a:ln>
              <a:noFill/>
            </a:ln>
          </p:spPr>
        </p:pic>
      </p:grpSp>
    </p:spTree>
    <p:extLst>
      <p:ext uri="{BB962C8B-B14F-4D97-AF65-F5344CB8AC3E}">
        <p14:creationId xmlns:p14="http://schemas.microsoft.com/office/powerpoint/2010/main" val="32546804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6E31-2DF0-0EC2-787B-AFC01417E82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0B9E81B-0D33-F1A8-0EFB-9A8B270D4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71B8508-498F-085D-4CDB-8448309DAED2}"/>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F34E4428-A1FF-DBC5-4ABC-56D09E75F01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45DFE3E-565C-D139-498A-3DA32408BEC6}"/>
              </a:ext>
            </a:extLst>
          </p:cNvPr>
          <p:cNvSpPr>
            <a:spLocks noGrp="1"/>
          </p:cNvSpPr>
          <p:nvPr>
            <p:ph type="sldNum" sz="quarter" idx="12"/>
          </p:nvPr>
        </p:nvSpPr>
        <p:spPr/>
        <p:txBody>
          <a:bodyPr/>
          <a:lstStyle/>
          <a:p>
            <a:fld id="{AF316B62-00B0-45FF-8DB4-4765E5A17F9D}" type="slidenum">
              <a:rPr lang="en-CA" smtClean="0"/>
              <a:t>‹#›</a:t>
            </a:fld>
            <a:endParaRPr lang="en-CA"/>
          </a:p>
        </p:txBody>
      </p:sp>
    </p:spTree>
    <p:extLst>
      <p:ext uri="{BB962C8B-B14F-4D97-AF65-F5344CB8AC3E}">
        <p14:creationId xmlns:p14="http://schemas.microsoft.com/office/powerpoint/2010/main" val="15679519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42"/>
        <p:cNvGrpSpPr/>
        <p:nvPr/>
      </p:nvGrpSpPr>
      <p:grpSpPr>
        <a:xfrm>
          <a:off x="0" y="0"/>
          <a:ext cx="0" cy="0"/>
          <a:chOff x="0" y="0"/>
          <a:chExt cx="0" cy="0"/>
        </a:xfrm>
      </p:grpSpPr>
    </p:spTree>
    <p:extLst>
      <p:ext uri="{BB962C8B-B14F-4D97-AF65-F5344CB8AC3E}">
        <p14:creationId xmlns:p14="http://schemas.microsoft.com/office/powerpoint/2010/main" val="38927703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43"/>
        <p:cNvGrpSpPr/>
        <p:nvPr/>
      </p:nvGrpSpPr>
      <p:grpSpPr>
        <a:xfrm>
          <a:off x="0" y="0"/>
          <a:ext cx="0" cy="0"/>
          <a:chOff x="0" y="0"/>
          <a:chExt cx="0" cy="0"/>
        </a:xfrm>
      </p:grpSpPr>
      <p:sp>
        <p:nvSpPr>
          <p:cNvPr id="444" name="Google Shape;444;p32"/>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4731269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0" name="Google Shape;10;p2"/>
          <p:cNvGrpSpPr/>
          <p:nvPr/>
        </p:nvGrpSpPr>
        <p:grpSpPr>
          <a:xfrm>
            <a:off x="-3528892" y="-2194563"/>
            <a:ext cx="17475627" cy="11677552"/>
            <a:chOff x="-2646669" y="-1645922"/>
            <a:chExt cx="13106720" cy="8758164"/>
          </a:xfrm>
        </p:grpSpPr>
        <p:pic>
          <p:nvPicPr>
            <p:cNvPr id="11" name="Google Shape;11;p2"/>
            <p:cNvPicPr preferRelativeResize="0"/>
            <p:nvPr/>
          </p:nvPicPr>
          <p:blipFill>
            <a:blip r:embed="rId3">
              <a:alphaModFix/>
            </a:blip>
            <a:stretch>
              <a:fillRect/>
            </a:stretch>
          </p:blipFill>
          <p:spPr>
            <a:xfrm rot="3702422">
              <a:off x="-1783211" y="2152525"/>
              <a:ext cx="3991121" cy="4345452"/>
            </a:xfrm>
            <a:prstGeom prst="rect">
              <a:avLst/>
            </a:prstGeom>
            <a:noFill/>
            <a:ln>
              <a:noFill/>
            </a:ln>
          </p:spPr>
        </p:pic>
        <p:pic>
          <p:nvPicPr>
            <p:cNvPr id="12" name="Google Shape;12;p2"/>
            <p:cNvPicPr preferRelativeResize="0"/>
            <p:nvPr/>
          </p:nvPicPr>
          <p:blipFill>
            <a:blip r:embed="rId3">
              <a:alphaModFix/>
            </a:blip>
            <a:stretch>
              <a:fillRect/>
            </a:stretch>
          </p:blipFill>
          <p:spPr>
            <a:xfrm rot="-5400000">
              <a:off x="6291766" y="-1823087"/>
              <a:ext cx="3991120" cy="4345452"/>
            </a:xfrm>
            <a:prstGeom prst="rect">
              <a:avLst/>
            </a:prstGeom>
            <a:noFill/>
            <a:ln>
              <a:noFill/>
            </a:ln>
          </p:spPr>
        </p:pic>
      </p:grpSp>
      <p:grpSp>
        <p:nvGrpSpPr>
          <p:cNvPr id="13" name="Google Shape;13;p2"/>
          <p:cNvGrpSpPr/>
          <p:nvPr/>
        </p:nvGrpSpPr>
        <p:grpSpPr>
          <a:xfrm>
            <a:off x="-3528890" y="-1851563"/>
            <a:ext cx="16807159" cy="9798896"/>
            <a:chOff x="-2646668" y="-1388672"/>
            <a:chExt cx="12605369" cy="7349172"/>
          </a:xfrm>
        </p:grpSpPr>
        <p:pic>
          <p:nvPicPr>
            <p:cNvPr id="14" name="Google Shape;14;p2"/>
            <p:cNvPicPr preferRelativeResize="0"/>
            <p:nvPr/>
          </p:nvPicPr>
          <p:blipFill>
            <a:blip r:embed="rId4">
              <a:alphaModFix/>
            </a:blip>
            <a:stretch>
              <a:fillRect/>
            </a:stretch>
          </p:blipFill>
          <p:spPr>
            <a:xfrm rot="-44">
              <a:off x="6902850" y="3860896"/>
              <a:ext cx="3055850" cy="2099585"/>
            </a:xfrm>
            <a:prstGeom prst="rect">
              <a:avLst/>
            </a:prstGeom>
            <a:noFill/>
            <a:ln>
              <a:noFill/>
            </a:ln>
          </p:spPr>
        </p:pic>
        <p:pic>
          <p:nvPicPr>
            <p:cNvPr id="15" name="Google Shape;15;p2"/>
            <p:cNvPicPr preferRelativeResize="0"/>
            <p:nvPr/>
          </p:nvPicPr>
          <p:blipFill>
            <a:blip r:embed="rId5">
              <a:alphaModFix amt="46000"/>
            </a:blip>
            <a:stretch>
              <a:fillRect/>
            </a:stretch>
          </p:blipFill>
          <p:spPr>
            <a:xfrm rot="190401">
              <a:off x="-2567154" y="-1266015"/>
              <a:ext cx="4514499" cy="2997897"/>
            </a:xfrm>
            <a:prstGeom prst="rect">
              <a:avLst/>
            </a:prstGeom>
            <a:noFill/>
            <a:ln>
              <a:noFill/>
            </a:ln>
          </p:spPr>
        </p:pic>
      </p:grpSp>
      <p:grpSp>
        <p:nvGrpSpPr>
          <p:cNvPr id="16" name="Google Shape;16;p2"/>
          <p:cNvGrpSpPr/>
          <p:nvPr/>
        </p:nvGrpSpPr>
        <p:grpSpPr>
          <a:xfrm>
            <a:off x="284061" y="-854564"/>
            <a:ext cx="12089497" cy="7712595"/>
            <a:chOff x="213045" y="-640923"/>
            <a:chExt cx="9067123" cy="5784446"/>
          </a:xfrm>
        </p:grpSpPr>
        <p:pic>
          <p:nvPicPr>
            <p:cNvPr id="17" name="Google Shape;17;p2"/>
            <p:cNvPicPr preferRelativeResize="0"/>
            <p:nvPr/>
          </p:nvPicPr>
          <p:blipFill>
            <a:blip r:embed="rId6">
              <a:alphaModFix/>
            </a:blip>
            <a:stretch>
              <a:fillRect/>
            </a:stretch>
          </p:blipFill>
          <p:spPr>
            <a:xfrm rot="3154190">
              <a:off x="304301" y="3909850"/>
              <a:ext cx="1320889" cy="882225"/>
            </a:xfrm>
            <a:prstGeom prst="rect">
              <a:avLst/>
            </a:prstGeom>
            <a:noFill/>
            <a:ln>
              <a:noFill/>
            </a:ln>
          </p:spPr>
        </p:pic>
        <p:pic>
          <p:nvPicPr>
            <p:cNvPr id="18" name="Google Shape;18;p2"/>
            <p:cNvPicPr preferRelativeResize="0"/>
            <p:nvPr/>
          </p:nvPicPr>
          <p:blipFill>
            <a:blip r:embed="rId7">
              <a:alphaModFix/>
            </a:blip>
            <a:stretch>
              <a:fillRect/>
            </a:stretch>
          </p:blipFill>
          <p:spPr>
            <a:xfrm rot="1131160">
              <a:off x="6729249" y="-300900"/>
              <a:ext cx="2362877" cy="1556149"/>
            </a:xfrm>
            <a:prstGeom prst="rect">
              <a:avLst/>
            </a:prstGeom>
            <a:noFill/>
            <a:ln>
              <a:noFill/>
            </a:ln>
          </p:spPr>
        </p:pic>
        <p:pic>
          <p:nvPicPr>
            <p:cNvPr id="19" name="Google Shape;19;p2"/>
            <p:cNvPicPr preferRelativeResize="0"/>
            <p:nvPr/>
          </p:nvPicPr>
          <p:blipFill>
            <a:blip r:embed="rId8">
              <a:alphaModFix/>
            </a:blip>
            <a:stretch>
              <a:fillRect/>
            </a:stretch>
          </p:blipFill>
          <p:spPr>
            <a:xfrm>
              <a:off x="8133212" y="3400275"/>
              <a:ext cx="796600" cy="882224"/>
            </a:xfrm>
            <a:prstGeom prst="rect">
              <a:avLst/>
            </a:prstGeom>
            <a:noFill/>
            <a:ln>
              <a:noFill/>
            </a:ln>
          </p:spPr>
        </p:pic>
      </p:grpSp>
      <p:sp>
        <p:nvSpPr>
          <p:cNvPr id="20" name="Google Shape;20;p2"/>
          <p:cNvSpPr txBox="1">
            <a:spLocks noGrp="1"/>
          </p:cNvSpPr>
          <p:nvPr>
            <p:ph type="ctrTitle"/>
          </p:nvPr>
        </p:nvSpPr>
        <p:spPr>
          <a:xfrm>
            <a:off x="1927967" y="1552099"/>
            <a:ext cx="8336000" cy="29816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5200"/>
              <a:buNone/>
              <a:defRPr sz="68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21" name="Google Shape;21;p2"/>
          <p:cNvSpPr txBox="1">
            <a:spLocks noGrp="1"/>
          </p:cNvSpPr>
          <p:nvPr>
            <p:ph type="subTitle" idx="1"/>
          </p:nvPr>
        </p:nvSpPr>
        <p:spPr>
          <a:xfrm>
            <a:off x="3086351" y="4662641"/>
            <a:ext cx="60192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400"/>
              <a:buNone/>
              <a:defRPr sz="2133">
                <a:solidFill>
                  <a:schemeClr val="dk1"/>
                </a:solidFill>
              </a:defRPr>
            </a:lvl1pPr>
            <a:lvl2pPr lvl="1" algn="ctr">
              <a:lnSpc>
                <a:spcPct val="100000"/>
              </a:lnSpc>
              <a:spcBef>
                <a:spcPts val="0"/>
              </a:spcBef>
              <a:spcAft>
                <a:spcPts val="0"/>
              </a:spcAft>
              <a:buClr>
                <a:schemeClr val="dk1"/>
              </a:buClr>
              <a:buSzPts val="1800"/>
              <a:buNone/>
              <a:defRPr sz="2400">
                <a:solidFill>
                  <a:schemeClr val="dk1"/>
                </a:solidFill>
              </a:defRPr>
            </a:lvl2pPr>
            <a:lvl3pPr lvl="2" algn="ctr">
              <a:lnSpc>
                <a:spcPct val="100000"/>
              </a:lnSpc>
              <a:spcBef>
                <a:spcPts val="0"/>
              </a:spcBef>
              <a:spcAft>
                <a:spcPts val="0"/>
              </a:spcAft>
              <a:buClr>
                <a:schemeClr val="dk1"/>
              </a:buClr>
              <a:buSzPts val="1800"/>
              <a:buNone/>
              <a:defRPr sz="2400">
                <a:solidFill>
                  <a:schemeClr val="dk1"/>
                </a:solidFill>
              </a:defRPr>
            </a:lvl3pPr>
            <a:lvl4pPr lvl="3" algn="ctr">
              <a:lnSpc>
                <a:spcPct val="100000"/>
              </a:lnSpc>
              <a:spcBef>
                <a:spcPts val="0"/>
              </a:spcBef>
              <a:spcAft>
                <a:spcPts val="0"/>
              </a:spcAft>
              <a:buClr>
                <a:schemeClr val="dk1"/>
              </a:buClr>
              <a:buSzPts val="1800"/>
              <a:buNone/>
              <a:defRPr sz="2400">
                <a:solidFill>
                  <a:schemeClr val="dk1"/>
                </a:solidFill>
              </a:defRPr>
            </a:lvl4pPr>
            <a:lvl5pPr lvl="4" algn="ctr">
              <a:lnSpc>
                <a:spcPct val="100000"/>
              </a:lnSpc>
              <a:spcBef>
                <a:spcPts val="0"/>
              </a:spcBef>
              <a:spcAft>
                <a:spcPts val="0"/>
              </a:spcAft>
              <a:buClr>
                <a:schemeClr val="dk1"/>
              </a:buClr>
              <a:buSzPts val="1800"/>
              <a:buNone/>
              <a:defRPr sz="2400">
                <a:solidFill>
                  <a:schemeClr val="dk1"/>
                </a:solidFill>
              </a:defRPr>
            </a:lvl5pPr>
            <a:lvl6pPr lvl="5" algn="ctr">
              <a:lnSpc>
                <a:spcPct val="100000"/>
              </a:lnSpc>
              <a:spcBef>
                <a:spcPts val="0"/>
              </a:spcBef>
              <a:spcAft>
                <a:spcPts val="0"/>
              </a:spcAft>
              <a:buClr>
                <a:schemeClr val="dk1"/>
              </a:buClr>
              <a:buSzPts val="1800"/>
              <a:buNone/>
              <a:defRPr sz="2400">
                <a:solidFill>
                  <a:schemeClr val="dk1"/>
                </a:solidFill>
              </a:defRPr>
            </a:lvl6pPr>
            <a:lvl7pPr lvl="6" algn="ctr">
              <a:lnSpc>
                <a:spcPct val="100000"/>
              </a:lnSpc>
              <a:spcBef>
                <a:spcPts val="0"/>
              </a:spcBef>
              <a:spcAft>
                <a:spcPts val="0"/>
              </a:spcAft>
              <a:buClr>
                <a:schemeClr val="dk1"/>
              </a:buClr>
              <a:buSzPts val="1800"/>
              <a:buNone/>
              <a:defRPr sz="2400">
                <a:solidFill>
                  <a:schemeClr val="dk1"/>
                </a:solidFill>
              </a:defRPr>
            </a:lvl7pPr>
            <a:lvl8pPr lvl="7" algn="ctr">
              <a:lnSpc>
                <a:spcPct val="100000"/>
              </a:lnSpc>
              <a:spcBef>
                <a:spcPts val="0"/>
              </a:spcBef>
              <a:spcAft>
                <a:spcPts val="0"/>
              </a:spcAft>
              <a:buClr>
                <a:schemeClr val="dk1"/>
              </a:buClr>
              <a:buSzPts val="1800"/>
              <a:buNone/>
              <a:defRPr sz="2400">
                <a:solidFill>
                  <a:schemeClr val="dk1"/>
                </a:solidFill>
              </a:defRPr>
            </a:lvl8pPr>
            <a:lvl9pPr lvl="8" algn="ctr">
              <a:lnSpc>
                <a:spcPct val="100000"/>
              </a:lnSpc>
              <a:spcBef>
                <a:spcPts val="0"/>
              </a:spcBef>
              <a:spcAft>
                <a:spcPts val="0"/>
              </a:spcAft>
              <a:buClr>
                <a:schemeClr val="dk1"/>
              </a:buClr>
              <a:buSzPts val="1800"/>
              <a:buNone/>
              <a:defRPr sz="24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16358573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24" name="Google Shape;24;p3"/>
          <p:cNvGrpSpPr/>
          <p:nvPr/>
        </p:nvGrpSpPr>
        <p:grpSpPr>
          <a:xfrm>
            <a:off x="-1293369" y="-4179984"/>
            <a:ext cx="15954724" cy="12763715"/>
            <a:chOff x="-970027" y="-3134988"/>
            <a:chExt cx="11966043" cy="9572786"/>
          </a:xfrm>
        </p:grpSpPr>
        <p:pic>
          <p:nvPicPr>
            <p:cNvPr id="25" name="Google Shape;25;p3"/>
            <p:cNvPicPr preferRelativeResize="0"/>
            <p:nvPr/>
          </p:nvPicPr>
          <p:blipFill>
            <a:blip r:embed="rId3">
              <a:alphaModFix/>
            </a:blip>
            <a:stretch>
              <a:fillRect/>
            </a:stretch>
          </p:blipFill>
          <p:spPr>
            <a:xfrm rot="3069595">
              <a:off x="7600098" y="-1204751"/>
              <a:ext cx="3167267" cy="2103248"/>
            </a:xfrm>
            <a:prstGeom prst="rect">
              <a:avLst/>
            </a:prstGeom>
            <a:noFill/>
            <a:ln>
              <a:noFill/>
            </a:ln>
          </p:spPr>
        </p:pic>
        <p:pic>
          <p:nvPicPr>
            <p:cNvPr id="26" name="Google Shape;26;p3"/>
            <p:cNvPicPr preferRelativeResize="0"/>
            <p:nvPr/>
          </p:nvPicPr>
          <p:blipFill>
            <a:blip r:embed="rId4">
              <a:alphaModFix/>
            </a:blip>
            <a:stretch>
              <a:fillRect/>
            </a:stretch>
          </p:blipFill>
          <p:spPr>
            <a:xfrm rot="-5400000">
              <a:off x="7429532" y="1619675"/>
              <a:ext cx="3638627" cy="2103250"/>
            </a:xfrm>
            <a:prstGeom prst="rect">
              <a:avLst/>
            </a:prstGeom>
            <a:noFill/>
            <a:ln>
              <a:noFill/>
            </a:ln>
          </p:spPr>
        </p:pic>
        <p:pic>
          <p:nvPicPr>
            <p:cNvPr id="27" name="Google Shape;27;p3"/>
            <p:cNvPicPr preferRelativeResize="0"/>
            <p:nvPr/>
          </p:nvPicPr>
          <p:blipFill>
            <a:blip r:embed="rId5">
              <a:alphaModFix/>
            </a:blip>
            <a:stretch>
              <a:fillRect/>
            </a:stretch>
          </p:blipFill>
          <p:spPr>
            <a:xfrm rot="-9852316">
              <a:off x="-582739" y="-2765951"/>
              <a:ext cx="3167275" cy="3284995"/>
            </a:xfrm>
            <a:prstGeom prst="rect">
              <a:avLst/>
            </a:prstGeom>
            <a:noFill/>
            <a:ln>
              <a:noFill/>
            </a:ln>
          </p:spPr>
        </p:pic>
        <p:pic>
          <p:nvPicPr>
            <p:cNvPr id="28" name="Google Shape;28;p3"/>
            <p:cNvPicPr preferRelativeResize="0"/>
            <p:nvPr/>
          </p:nvPicPr>
          <p:blipFill>
            <a:blip r:embed="rId3">
              <a:alphaModFix/>
            </a:blip>
            <a:stretch>
              <a:fillRect/>
            </a:stretch>
          </p:blipFill>
          <p:spPr>
            <a:xfrm>
              <a:off x="-970027" y="4334550"/>
              <a:ext cx="3167267" cy="2103247"/>
            </a:xfrm>
            <a:prstGeom prst="rect">
              <a:avLst/>
            </a:prstGeom>
            <a:noFill/>
            <a:ln>
              <a:noFill/>
            </a:ln>
          </p:spPr>
        </p:pic>
      </p:grpSp>
      <p:pic>
        <p:nvPicPr>
          <p:cNvPr id="29" name="Google Shape;29;p3"/>
          <p:cNvPicPr preferRelativeResize="0"/>
          <p:nvPr/>
        </p:nvPicPr>
        <p:blipFill>
          <a:blip r:embed="rId6">
            <a:alphaModFix/>
          </a:blip>
          <a:stretch>
            <a:fillRect/>
          </a:stretch>
        </p:blipFill>
        <p:spPr>
          <a:xfrm>
            <a:off x="8476655" y="202400"/>
            <a:ext cx="6418336" cy="6988131"/>
          </a:xfrm>
          <a:prstGeom prst="rect">
            <a:avLst/>
          </a:prstGeom>
          <a:noFill/>
          <a:ln>
            <a:noFill/>
          </a:ln>
        </p:spPr>
      </p:pic>
      <p:grpSp>
        <p:nvGrpSpPr>
          <p:cNvPr id="30" name="Google Shape;30;p3"/>
          <p:cNvGrpSpPr/>
          <p:nvPr/>
        </p:nvGrpSpPr>
        <p:grpSpPr>
          <a:xfrm>
            <a:off x="2638532" y="-1222167"/>
            <a:ext cx="8468261" cy="7940165"/>
            <a:chOff x="1978899" y="-916625"/>
            <a:chExt cx="6351196" cy="5955124"/>
          </a:xfrm>
        </p:grpSpPr>
        <p:pic>
          <p:nvPicPr>
            <p:cNvPr id="31" name="Google Shape;31;p3"/>
            <p:cNvPicPr preferRelativeResize="0"/>
            <p:nvPr/>
          </p:nvPicPr>
          <p:blipFill>
            <a:blip r:embed="rId7">
              <a:alphaModFix/>
            </a:blip>
            <a:stretch>
              <a:fillRect/>
            </a:stretch>
          </p:blipFill>
          <p:spPr>
            <a:xfrm rot="7293761">
              <a:off x="7278652" y="3956300"/>
              <a:ext cx="852375" cy="943999"/>
            </a:xfrm>
            <a:prstGeom prst="rect">
              <a:avLst/>
            </a:prstGeom>
            <a:noFill/>
            <a:ln>
              <a:noFill/>
            </a:ln>
          </p:spPr>
        </p:pic>
        <p:pic>
          <p:nvPicPr>
            <p:cNvPr id="32" name="Google Shape;32;p3"/>
            <p:cNvPicPr preferRelativeResize="0"/>
            <p:nvPr/>
          </p:nvPicPr>
          <p:blipFill>
            <a:blip r:embed="rId8">
              <a:alphaModFix/>
            </a:blip>
            <a:stretch>
              <a:fillRect/>
            </a:stretch>
          </p:blipFill>
          <p:spPr>
            <a:xfrm>
              <a:off x="1978899" y="-916625"/>
              <a:ext cx="2408776" cy="1586375"/>
            </a:xfrm>
            <a:prstGeom prst="rect">
              <a:avLst/>
            </a:prstGeom>
            <a:noFill/>
            <a:ln>
              <a:noFill/>
            </a:ln>
          </p:spPr>
        </p:pic>
      </p:grpSp>
      <p:grpSp>
        <p:nvGrpSpPr>
          <p:cNvPr id="33" name="Google Shape;33;p3"/>
          <p:cNvGrpSpPr/>
          <p:nvPr/>
        </p:nvGrpSpPr>
        <p:grpSpPr>
          <a:xfrm>
            <a:off x="2033737" y="-669369"/>
            <a:ext cx="6562035" cy="8629700"/>
            <a:chOff x="1525303" y="-502027"/>
            <a:chExt cx="4921526" cy="6472275"/>
          </a:xfrm>
        </p:grpSpPr>
        <p:pic>
          <p:nvPicPr>
            <p:cNvPr id="34" name="Google Shape;34;p3"/>
            <p:cNvPicPr preferRelativeResize="0"/>
            <p:nvPr/>
          </p:nvPicPr>
          <p:blipFill>
            <a:blip r:embed="rId9">
              <a:alphaModFix/>
            </a:blip>
            <a:stretch>
              <a:fillRect/>
            </a:stretch>
          </p:blipFill>
          <p:spPr>
            <a:xfrm>
              <a:off x="5402953" y="-502027"/>
              <a:ext cx="1043875" cy="961900"/>
            </a:xfrm>
            <a:prstGeom prst="rect">
              <a:avLst/>
            </a:prstGeom>
            <a:noFill/>
            <a:ln>
              <a:noFill/>
            </a:ln>
          </p:spPr>
        </p:pic>
        <p:pic>
          <p:nvPicPr>
            <p:cNvPr id="35" name="Google Shape;35;p3"/>
            <p:cNvPicPr preferRelativeResize="0"/>
            <p:nvPr/>
          </p:nvPicPr>
          <p:blipFill>
            <a:blip r:embed="rId10">
              <a:alphaModFix amt="54000"/>
            </a:blip>
            <a:stretch>
              <a:fillRect/>
            </a:stretch>
          </p:blipFill>
          <p:spPr>
            <a:xfrm>
              <a:off x="1525303" y="4558150"/>
              <a:ext cx="1504950" cy="1412099"/>
            </a:xfrm>
            <a:prstGeom prst="rect">
              <a:avLst/>
            </a:prstGeom>
            <a:noFill/>
            <a:ln>
              <a:noFill/>
            </a:ln>
          </p:spPr>
        </p:pic>
      </p:grpSp>
      <p:sp>
        <p:nvSpPr>
          <p:cNvPr id="36" name="Google Shape;36;p3"/>
          <p:cNvSpPr txBox="1">
            <a:spLocks noGrp="1"/>
          </p:cNvSpPr>
          <p:nvPr>
            <p:ph type="title"/>
          </p:nvPr>
        </p:nvSpPr>
        <p:spPr>
          <a:xfrm>
            <a:off x="1423733" y="2717751"/>
            <a:ext cx="6756800" cy="11224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37" name="Google Shape;37;p3"/>
          <p:cNvSpPr txBox="1">
            <a:spLocks noGrp="1"/>
          </p:cNvSpPr>
          <p:nvPr>
            <p:ph type="title" idx="2" hasCustomPrompt="1"/>
          </p:nvPr>
        </p:nvSpPr>
        <p:spPr>
          <a:xfrm>
            <a:off x="1423733" y="1547967"/>
            <a:ext cx="1765600" cy="13956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38" name="Google Shape;38;p3"/>
          <p:cNvSpPr txBox="1">
            <a:spLocks noGrp="1"/>
          </p:cNvSpPr>
          <p:nvPr>
            <p:ph type="subTitle" idx="1"/>
          </p:nvPr>
        </p:nvSpPr>
        <p:spPr>
          <a:xfrm>
            <a:off x="1423733" y="4151333"/>
            <a:ext cx="6756800" cy="485200"/>
          </a:xfrm>
          <a:prstGeom prst="rect">
            <a:avLst/>
          </a:prstGeom>
          <a:solidFill>
            <a:srgbClr val="EBB59E">
              <a:alpha val="28130"/>
            </a:srgbClr>
          </a:solidFill>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2133">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26891466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9"/>
        <p:cNvGrpSpPr/>
        <p:nvPr/>
      </p:nvGrpSpPr>
      <p:grpSpPr>
        <a:xfrm>
          <a:off x="0" y="0"/>
          <a:ext cx="0" cy="0"/>
          <a:chOff x="0" y="0"/>
          <a:chExt cx="0" cy="0"/>
        </a:xfrm>
      </p:grpSpPr>
      <p:pic>
        <p:nvPicPr>
          <p:cNvPr id="40" name="Google Shape;40;p4"/>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1" name="Google Shape;41;p4"/>
          <p:cNvGrpSpPr/>
          <p:nvPr/>
        </p:nvGrpSpPr>
        <p:grpSpPr>
          <a:xfrm>
            <a:off x="9813711" y="-2026534"/>
            <a:ext cx="5069263" cy="11053671"/>
            <a:chOff x="7360283" y="-1519901"/>
            <a:chExt cx="3801947" cy="8290253"/>
          </a:xfrm>
        </p:grpSpPr>
        <p:pic>
          <p:nvPicPr>
            <p:cNvPr id="42" name="Google Shape;42;p4"/>
            <p:cNvPicPr preferRelativeResize="0"/>
            <p:nvPr/>
          </p:nvPicPr>
          <p:blipFill>
            <a:blip r:embed="rId3">
              <a:alphaModFix/>
            </a:blip>
            <a:stretch>
              <a:fillRect/>
            </a:stretch>
          </p:blipFill>
          <p:spPr>
            <a:xfrm rot="1996705">
              <a:off x="7677623" y="-823400"/>
              <a:ext cx="3167267" cy="2103246"/>
            </a:xfrm>
            <a:prstGeom prst="rect">
              <a:avLst/>
            </a:prstGeom>
            <a:noFill/>
            <a:ln>
              <a:noFill/>
            </a:ln>
          </p:spPr>
        </p:pic>
        <p:pic>
          <p:nvPicPr>
            <p:cNvPr id="43" name="Google Shape;43;p4"/>
            <p:cNvPicPr preferRelativeResize="0"/>
            <p:nvPr/>
          </p:nvPicPr>
          <p:blipFill>
            <a:blip r:embed="rId4">
              <a:alphaModFix/>
            </a:blip>
            <a:stretch>
              <a:fillRect/>
            </a:stretch>
          </p:blipFill>
          <p:spPr>
            <a:xfrm rot="-3751214">
              <a:off x="7570445" y="3619424"/>
              <a:ext cx="3638626" cy="2103251"/>
            </a:xfrm>
            <a:prstGeom prst="rect">
              <a:avLst/>
            </a:prstGeom>
            <a:noFill/>
            <a:ln>
              <a:noFill/>
            </a:ln>
          </p:spPr>
        </p:pic>
      </p:grpSp>
      <p:grpSp>
        <p:nvGrpSpPr>
          <p:cNvPr id="44" name="Google Shape;44;p4"/>
          <p:cNvGrpSpPr/>
          <p:nvPr/>
        </p:nvGrpSpPr>
        <p:grpSpPr>
          <a:xfrm>
            <a:off x="-4167656" y="-2740879"/>
            <a:ext cx="7859840" cy="13326483"/>
            <a:chOff x="-3125742" y="-2055659"/>
            <a:chExt cx="5894880" cy="9994862"/>
          </a:xfrm>
        </p:grpSpPr>
        <p:pic>
          <p:nvPicPr>
            <p:cNvPr id="45" name="Google Shape;45;p4"/>
            <p:cNvPicPr preferRelativeResize="0"/>
            <p:nvPr/>
          </p:nvPicPr>
          <p:blipFill>
            <a:blip r:embed="rId5">
              <a:alphaModFix/>
            </a:blip>
            <a:stretch>
              <a:fillRect/>
            </a:stretch>
          </p:blipFill>
          <p:spPr>
            <a:xfrm rot="2700000">
              <a:off x="-2173872" y="2819024"/>
              <a:ext cx="3991141" cy="4345478"/>
            </a:xfrm>
            <a:prstGeom prst="rect">
              <a:avLst/>
            </a:prstGeom>
            <a:noFill/>
            <a:ln>
              <a:noFill/>
            </a:ln>
          </p:spPr>
        </p:pic>
        <p:pic>
          <p:nvPicPr>
            <p:cNvPr id="46" name="Google Shape;46;p4"/>
            <p:cNvPicPr preferRelativeResize="0"/>
            <p:nvPr/>
          </p:nvPicPr>
          <p:blipFill>
            <a:blip r:embed="rId5">
              <a:alphaModFix/>
            </a:blip>
            <a:stretch>
              <a:fillRect/>
            </a:stretch>
          </p:blipFill>
          <p:spPr>
            <a:xfrm rot="-1245730">
              <a:off x="-2485122" y="-1489348"/>
              <a:ext cx="3991141" cy="4345478"/>
            </a:xfrm>
            <a:prstGeom prst="rect">
              <a:avLst/>
            </a:prstGeom>
            <a:noFill/>
            <a:ln>
              <a:noFill/>
            </a:ln>
          </p:spPr>
        </p:pic>
      </p:grpSp>
      <p:grpSp>
        <p:nvGrpSpPr>
          <p:cNvPr id="47" name="Google Shape;47;p4"/>
          <p:cNvGrpSpPr/>
          <p:nvPr/>
        </p:nvGrpSpPr>
        <p:grpSpPr>
          <a:xfrm>
            <a:off x="419899" y="-572667"/>
            <a:ext cx="12887000" cy="7692832"/>
            <a:chOff x="314924" y="-429500"/>
            <a:chExt cx="9665250" cy="5769624"/>
          </a:xfrm>
        </p:grpSpPr>
        <p:pic>
          <p:nvPicPr>
            <p:cNvPr id="48" name="Google Shape;48;p4"/>
            <p:cNvPicPr preferRelativeResize="0"/>
            <p:nvPr/>
          </p:nvPicPr>
          <p:blipFill>
            <a:blip r:embed="rId6">
              <a:alphaModFix/>
            </a:blip>
            <a:stretch>
              <a:fillRect/>
            </a:stretch>
          </p:blipFill>
          <p:spPr>
            <a:xfrm>
              <a:off x="7617299" y="3783975"/>
              <a:ext cx="2362876" cy="1556149"/>
            </a:xfrm>
            <a:prstGeom prst="rect">
              <a:avLst/>
            </a:prstGeom>
            <a:noFill/>
            <a:ln>
              <a:noFill/>
            </a:ln>
          </p:spPr>
        </p:pic>
        <p:pic>
          <p:nvPicPr>
            <p:cNvPr id="49" name="Google Shape;49;p4"/>
            <p:cNvPicPr preferRelativeResize="0"/>
            <p:nvPr/>
          </p:nvPicPr>
          <p:blipFill>
            <a:blip r:embed="rId7">
              <a:alphaModFix/>
            </a:blip>
            <a:stretch>
              <a:fillRect/>
            </a:stretch>
          </p:blipFill>
          <p:spPr>
            <a:xfrm>
              <a:off x="314924" y="-429500"/>
              <a:ext cx="796600" cy="882224"/>
            </a:xfrm>
            <a:prstGeom prst="rect">
              <a:avLst/>
            </a:prstGeom>
            <a:noFill/>
            <a:ln>
              <a:noFill/>
            </a:ln>
          </p:spPr>
        </p:pic>
      </p:grpSp>
      <p:grpSp>
        <p:nvGrpSpPr>
          <p:cNvPr id="50" name="Google Shape;50;p4"/>
          <p:cNvGrpSpPr/>
          <p:nvPr/>
        </p:nvGrpSpPr>
        <p:grpSpPr>
          <a:xfrm>
            <a:off x="2980855" y="-1008394"/>
            <a:ext cx="7696848" cy="8666091"/>
            <a:chOff x="2235641" y="-756295"/>
            <a:chExt cx="5772636" cy="6499568"/>
          </a:xfrm>
        </p:grpSpPr>
        <p:pic>
          <p:nvPicPr>
            <p:cNvPr id="51" name="Google Shape;51;p4"/>
            <p:cNvPicPr preferRelativeResize="0"/>
            <p:nvPr/>
          </p:nvPicPr>
          <p:blipFill>
            <a:blip r:embed="rId8">
              <a:alphaModFix/>
            </a:blip>
            <a:stretch>
              <a:fillRect/>
            </a:stretch>
          </p:blipFill>
          <p:spPr>
            <a:xfrm rot="9899998">
              <a:off x="6552553" y="-606788"/>
              <a:ext cx="1318127" cy="1236801"/>
            </a:xfrm>
            <a:prstGeom prst="rect">
              <a:avLst/>
            </a:prstGeom>
            <a:noFill/>
            <a:ln>
              <a:noFill/>
            </a:ln>
          </p:spPr>
        </p:pic>
        <p:pic>
          <p:nvPicPr>
            <p:cNvPr id="52" name="Google Shape;52;p4"/>
            <p:cNvPicPr preferRelativeResize="0"/>
            <p:nvPr/>
          </p:nvPicPr>
          <p:blipFill>
            <a:blip r:embed="rId9">
              <a:alphaModFix/>
            </a:blip>
            <a:stretch>
              <a:fillRect/>
            </a:stretch>
          </p:blipFill>
          <p:spPr>
            <a:xfrm>
              <a:off x="2235641" y="4781373"/>
              <a:ext cx="1043875" cy="961900"/>
            </a:xfrm>
            <a:prstGeom prst="rect">
              <a:avLst/>
            </a:prstGeom>
            <a:noFill/>
            <a:ln>
              <a:noFill/>
            </a:ln>
          </p:spPr>
        </p:pic>
      </p:grpSp>
      <p:sp>
        <p:nvSpPr>
          <p:cNvPr id="53" name="Google Shape;53;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54" name="Google Shape;54;p4"/>
          <p:cNvSpPr txBox="1">
            <a:spLocks noGrp="1"/>
          </p:cNvSpPr>
          <p:nvPr>
            <p:ph type="body" idx="1"/>
          </p:nvPr>
        </p:nvSpPr>
        <p:spPr>
          <a:xfrm>
            <a:off x="960000" y="1514433"/>
            <a:ext cx="10272000" cy="4812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SzPts val="800"/>
              <a:buFont typeface="Nunito Light"/>
              <a:buChar char="●"/>
              <a:defRPr sz="1600"/>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SzPts val="1200"/>
              <a:buFont typeface="Nunito Light"/>
              <a:buChar char="■"/>
              <a:defRPr/>
            </a:lvl3pPr>
            <a:lvl4pPr marL="2438339" lvl="3" indent="-406390" rtl="0">
              <a:lnSpc>
                <a:spcPct val="115000"/>
              </a:lnSpc>
              <a:spcBef>
                <a:spcPts val="0"/>
              </a:spcBef>
              <a:spcAft>
                <a:spcPts val="0"/>
              </a:spcAft>
              <a:buSzPts val="1200"/>
              <a:buFont typeface="Nunito Light"/>
              <a:buChar char="●"/>
              <a:defRPr/>
            </a:lvl4pPr>
            <a:lvl5pPr marL="3047924" lvl="4" indent="-406390" rtl="0">
              <a:lnSpc>
                <a:spcPct val="115000"/>
              </a:lnSpc>
              <a:spcBef>
                <a:spcPts val="0"/>
              </a:spcBef>
              <a:spcAft>
                <a:spcPts val="0"/>
              </a:spcAft>
              <a:buSzPts val="1200"/>
              <a:buFont typeface="Nunito Light"/>
              <a:buChar char="○"/>
              <a:defRPr/>
            </a:lvl5pPr>
            <a:lvl6pPr marL="3657509" lvl="5" indent="-406390" rtl="0">
              <a:lnSpc>
                <a:spcPct val="115000"/>
              </a:lnSpc>
              <a:spcBef>
                <a:spcPts val="0"/>
              </a:spcBef>
              <a:spcAft>
                <a:spcPts val="0"/>
              </a:spcAft>
              <a:buSzPts val="1200"/>
              <a:buFont typeface="Nunito Light"/>
              <a:buChar char="■"/>
              <a:defRPr/>
            </a:lvl6pPr>
            <a:lvl7pPr marL="4267093" lvl="6" indent="-406390" rtl="0">
              <a:lnSpc>
                <a:spcPct val="115000"/>
              </a:lnSpc>
              <a:spcBef>
                <a:spcPts val="0"/>
              </a:spcBef>
              <a:spcAft>
                <a:spcPts val="0"/>
              </a:spcAft>
              <a:buSzPts val="1200"/>
              <a:buFont typeface="Nunito Light"/>
              <a:buChar char="●"/>
              <a:defRPr/>
            </a:lvl7pPr>
            <a:lvl8pPr marL="4876678" lvl="7" indent="-406390" rtl="0">
              <a:lnSpc>
                <a:spcPct val="115000"/>
              </a:lnSpc>
              <a:spcBef>
                <a:spcPts val="0"/>
              </a:spcBef>
              <a:spcAft>
                <a:spcPts val="0"/>
              </a:spcAft>
              <a:buSzPts val="1200"/>
              <a:buFont typeface="Nunito Light"/>
              <a:buChar char="○"/>
              <a:defRPr/>
            </a:lvl8pPr>
            <a:lvl9pPr marL="5486263" lvl="8" indent="-406390" rtl="0">
              <a:lnSpc>
                <a:spcPct val="115000"/>
              </a:lnSpc>
              <a:spcBef>
                <a:spcPts val="0"/>
              </a:spcBef>
              <a:spcAft>
                <a:spcPts val="0"/>
              </a:spcAft>
              <a:buSzPts val="12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14791740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55"/>
        <p:cNvGrpSpPr/>
        <p:nvPr/>
      </p:nvGrpSpPr>
      <p:grpSpPr>
        <a:xfrm>
          <a:off x="0" y="0"/>
          <a:ext cx="0" cy="0"/>
          <a:chOff x="0" y="0"/>
          <a:chExt cx="0" cy="0"/>
        </a:xfrm>
      </p:grpSpPr>
      <p:pic>
        <p:nvPicPr>
          <p:cNvPr id="56" name="Google Shape;56;p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57" name="Google Shape;57;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58" name="Google Shape;58;p5"/>
          <p:cNvSpPr txBox="1">
            <a:spLocks noGrp="1"/>
          </p:cNvSpPr>
          <p:nvPr>
            <p:ph type="subTitle" idx="1"/>
          </p:nvPr>
        </p:nvSpPr>
        <p:spPr>
          <a:xfrm>
            <a:off x="6301200" y="2496471"/>
            <a:ext cx="4930800" cy="3648400"/>
          </a:xfrm>
          <a:prstGeom prst="rect">
            <a:avLst/>
          </a:prstGeom>
        </p:spPr>
        <p:txBody>
          <a:bodyPr spcFirstLastPara="1" wrap="square" lIns="91425" tIns="91425" rIns="91425" bIns="91425" anchor="t" anchorCtr="0">
            <a:noAutofit/>
          </a:bodyPr>
          <a:lstStyle>
            <a:lvl1pPr marR="121917" lvl="0" rtl="0">
              <a:lnSpc>
                <a:spcPct val="115000"/>
              </a:lnSpc>
              <a:spcBef>
                <a:spcPts val="0"/>
              </a:spcBef>
              <a:spcAft>
                <a:spcPts val="0"/>
              </a:spcAft>
              <a:buClr>
                <a:schemeClr val="dk2"/>
              </a:buClr>
              <a:buSzPts val="1400"/>
              <a:buChar char="●"/>
              <a:defRPr sz="1867" b="0"/>
            </a:lvl1pPr>
            <a:lvl2pPr lvl="1" algn="ctr" rtl="0">
              <a:lnSpc>
                <a:spcPct val="115000"/>
              </a:lnSpc>
              <a:spcBef>
                <a:spcPts val="0"/>
              </a:spcBef>
              <a:spcAft>
                <a:spcPts val="0"/>
              </a:spcAft>
              <a:buSzPts val="2800"/>
              <a:buChar char="○"/>
              <a:defRPr sz="3733"/>
            </a:lvl2pPr>
            <a:lvl3pPr lvl="2" algn="ctr" rtl="0">
              <a:lnSpc>
                <a:spcPct val="115000"/>
              </a:lnSpc>
              <a:spcBef>
                <a:spcPts val="0"/>
              </a:spcBef>
              <a:spcAft>
                <a:spcPts val="0"/>
              </a:spcAft>
              <a:buSzPts val="2800"/>
              <a:buChar char="■"/>
              <a:defRPr sz="3733"/>
            </a:lvl3pPr>
            <a:lvl4pPr lvl="3" algn="ctr" rtl="0">
              <a:lnSpc>
                <a:spcPct val="115000"/>
              </a:lnSpc>
              <a:spcBef>
                <a:spcPts val="0"/>
              </a:spcBef>
              <a:spcAft>
                <a:spcPts val="0"/>
              </a:spcAft>
              <a:buSzPts val="2800"/>
              <a:buChar char="●"/>
              <a:defRPr sz="3733"/>
            </a:lvl4pPr>
            <a:lvl5pPr lvl="4" algn="ctr" rtl="0">
              <a:lnSpc>
                <a:spcPct val="115000"/>
              </a:lnSpc>
              <a:spcBef>
                <a:spcPts val="0"/>
              </a:spcBef>
              <a:spcAft>
                <a:spcPts val="0"/>
              </a:spcAft>
              <a:buSzPts val="2800"/>
              <a:buChar char="○"/>
              <a:defRPr sz="3733"/>
            </a:lvl5pPr>
            <a:lvl6pPr lvl="5" algn="ctr" rtl="0">
              <a:lnSpc>
                <a:spcPct val="115000"/>
              </a:lnSpc>
              <a:spcBef>
                <a:spcPts val="0"/>
              </a:spcBef>
              <a:spcAft>
                <a:spcPts val="0"/>
              </a:spcAft>
              <a:buSzPts val="2800"/>
              <a:buChar char="■"/>
              <a:defRPr sz="3733"/>
            </a:lvl6pPr>
            <a:lvl7pPr lvl="6" algn="ctr" rtl="0">
              <a:lnSpc>
                <a:spcPct val="115000"/>
              </a:lnSpc>
              <a:spcBef>
                <a:spcPts val="0"/>
              </a:spcBef>
              <a:spcAft>
                <a:spcPts val="0"/>
              </a:spcAft>
              <a:buSzPts val="2800"/>
              <a:buChar char="●"/>
              <a:defRPr sz="3733"/>
            </a:lvl7pPr>
            <a:lvl8pPr lvl="7" algn="ctr" rtl="0">
              <a:lnSpc>
                <a:spcPct val="115000"/>
              </a:lnSpc>
              <a:spcBef>
                <a:spcPts val="0"/>
              </a:spcBef>
              <a:spcAft>
                <a:spcPts val="0"/>
              </a:spcAft>
              <a:buSzPts val="2800"/>
              <a:buChar char="○"/>
              <a:defRPr sz="3733"/>
            </a:lvl8pPr>
            <a:lvl9pPr lvl="8" algn="ctr" rtl="0">
              <a:lnSpc>
                <a:spcPct val="115000"/>
              </a:lnSpc>
              <a:spcBef>
                <a:spcPts val="0"/>
              </a:spcBef>
              <a:spcAft>
                <a:spcPts val="0"/>
              </a:spcAft>
              <a:buSzPts val="2800"/>
              <a:buChar char="■"/>
              <a:defRPr sz="3733"/>
            </a:lvl9pPr>
          </a:lstStyle>
          <a:p>
            <a:r>
              <a:rPr lang="en-US"/>
              <a:t>Click to edit Master subtitle style</a:t>
            </a:r>
            <a:endParaRPr/>
          </a:p>
        </p:txBody>
      </p:sp>
      <p:sp>
        <p:nvSpPr>
          <p:cNvPr id="59" name="Google Shape;59;p5"/>
          <p:cNvSpPr txBox="1">
            <a:spLocks noGrp="1"/>
          </p:cNvSpPr>
          <p:nvPr>
            <p:ph type="subTitle" idx="2"/>
          </p:nvPr>
        </p:nvSpPr>
        <p:spPr>
          <a:xfrm>
            <a:off x="960000" y="2496471"/>
            <a:ext cx="4930800" cy="3648400"/>
          </a:xfrm>
          <a:prstGeom prst="rect">
            <a:avLst/>
          </a:prstGeom>
        </p:spPr>
        <p:txBody>
          <a:bodyPr spcFirstLastPara="1" wrap="square" lIns="91425" tIns="91425" rIns="91425" bIns="91425" anchor="t" anchorCtr="0">
            <a:noAutofit/>
          </a:bodyPr>
          <a:lstStyle>
            <a:lvl1pPr marR="121917" lvl="0" rtl="0">
              <a:lnSpc>
                <a:spcPct val="115000"/>
              </a:lnSpc>
              <a:spcBef>
                <a:spcPts val="0"/>
              </a:spcBef>
              <a:spcAft>
                <a:spcPts val="0"/>
              </a:spcAft>
              <a:buClr>
                <a:schemeClr val="dk2"/>
              </a:buClr>
              <a:buSzPts val="1400"/>
              <a:buChar char="●"/>
              <a:defRPr sz="1867" b="0"/>
            </a:lvl1pPr>
            <a:lvl2pPr lvl="1" algn="ctr" rtl="0">
              <a:lnSpc>
                <a:spcPct val="115000"/>
              </a:lnSpc>
              <a:spcBef>
                <a:spcPts val="0"/>
              </a:spcBef>
              <a:spcAft>
                <a:spcPts val="0"/>
              </a:spcAft>
              <a:buSzPts val="1400"/>
              <a:buChar char="○"/>
              <a:defRPr sz="3733"/>
            </a:lvl2pPr>
            <a:lvl3pPr lvl="2" algn="ctr" rtl="0">
              <a:lnSpc>
                <a:spcPct val="115000"/>
              </a:lnSpc>
              <a:spcBef>
                <a:spcPts val="0"/>
              </a:spcBef>
              <a:spcAft>
                <a:spcPts val="0"/>
              </a:spcAft>
              <a:buSzPts val="1400"/>
              <a:buChar char="■"/>
              <a:defRPr sz="3733"/>
            </a:lvl3pPr>
            <a:lvl4pPr lvl="3" algn="ctr" rtl="0">
              <a:lnSpc>
                <a:spcPct val="115000"/>
              </a:lnSpc>
              <a:spcBef>
                <a:spcPts val="0"/>
              </a:spcBef>
              <a:spcAft>
                <a:spcPts val="0"/>
              </a:spcAft>
              <a:buSzPts val="1400"/>
              <a:buChar char="●"/>
              <a:defRPr sz="3733"/>
            </a:lvl4pPr>
            <a:lvl5pPr lvl="4" algn="ctr" rtl="0">
              <a:lnSpc>
                <a:spcPct val="115000"/>
              </a:lnSpc>
              <a:spcBef>
                <a:spcPts val="0"/>
              </a:spcBef>
              <a:spcAft>
                <a:spcPts val="0"/>
              </a:spcAft>
              <a:buSzPts val="1400"/>
              <a:buChar char="○"/>
              <a:defRPr sz="3733"/>
            </a:lvl5pPr>
            <a:lvl6pPr lvl="5" algn="ctr" rtl="0">
              <a:lnSpc>
                <a:spcPct val="115000"/>
              </a:lnSpc>
              <a:spcBef>
                <a:spcPts val="0"/>
              </a:spcBef>
              <a:spcAft>
                <a:spcPts val="0"/>
              </a:spcAft>
              <a:buSzPts val="1400"/>
              <a:buChar char="■"/>
              <a:defRPr sz="3733"/>
            </a:lvl6pPr>
            <a:lvl7pPr lvl="6" algn="ctr" rtl="0">
              <a:lnSpc>
                <a:spcPct val="115000"/>
              </a:lnSpc>
              <a:spcBef>
                <a:spcPts val="0"/>
              </a:spcBef>
              <a:spcAft>
                <a:spcPts val="0"/>
              </a:spcAft>
              <a:buSzPts val="1400"/>
              <a:buChar char="●"/>
              <a:defRPr sz="3733"/>
            </a:lvl7pPr>
            <a:lvl8pPr lvl="7" algn="ctr" rtl="0">
              <a:lnSpc>
                <a:spcPct val="115000"/>
              </a:lnSpc>
              <a:spcBef>
                <a:spcPts val="0"/>
              </a:spcBef>
              <a:spcAft>
                <a:spcPts val="0"/>
              </a:spcAft>
              <a:buSzPts val="1400"/>
              <a:buChar char="○"/>
              <a:defRPr sz="3733"/>
            </a:lvl8pPr>
            <a:lvl9pPr lvl="8" algn="ctr" rtl="0">
              <a:lnSpc>
                <a:spcPct val="115000"/>
              </a:lnSpc>
              <a:spcBef>
                <a:spcPts val="0"/>
              </a:spcBef>
              <a:spcAft>
                <a:spcPts val="0"/>
              </a:spcAft>
              <a:buSzPts val="1400"/>
              <a:buChar char="■"/>
              <a:defRPr sz="3733"/>
            </a:lvl9pPr>
          </a:lstStyle>
          <a:p>
            <a:r>
              <a:rPr lang="en-US"/>
              <a:t>Click to edit Master subtitle style</a:t>
            </a:r>
            <a:endParaRPr/>
          </a:p>
        </p:txBody>
      </p:sp>
      <p:sp>
        <p:nvSpPr>
          <p:cNvPr id="60" name="Google Shape;60;p5"/>
          <p:cNvSpPr txBox="1">
            <a:spLocks noGrp="1"/>
          </p:cNvSpPr>
          <p:nvPr>
            <p:ph type="subTitle" idx="3"/>
          </p:nvPr>
        </p:nvSpPr>
        <p:spPr>
          <a:xfrm>
            <a:off x="960000" y="1843667"/>
            <a:ext cx="4930800" cy="6528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200"/>
              <a:buFont typeface="EB Garamond"/>
              <a:buNone/>
              <a:defRPr sz="2933" b="1">
                <a:latin typeface="EB Garamond"/>
                <a:ea typeface="EB Garamond"/>
                <a:cs typeface="EB Garamond"/>
                <a:sym typeface="EB Garamond"/>
              </a:defRPr>
            </a:lvl1pPr>
            <a:lvl2pPr lvl="1">
              <a:lnSpc>
                <a:spcPct val="115000"/>
              </a:lnSpc>
              <a:spcBef>
                <a:spcPts val="0"/>
              </a:spcBef>
              <a:spcAft>
                <a:spcPts val="0"/>
              </a:spcAft>
              <a:buSzPts val="2200"/>
              <a:buFont typeface="EB Garamond"/>
              <a:buNone/>
              <a:defRPr sz="2933" b="1">
                <a:latin typeface="EB Garamond"/>
                <a:ea typeface="EB Garamond"/>
                <a:cs typeface="EB Garamond"/>
                <a:sym typeface="EB Garamond"/>
              </a:defRPr>
            </a:lvl2pPr>
            <a:lvl3pPr lvl="2">
              <a:lnSpc>
                <a:spcPct val="115000"/>
              </a:lnSpc>
              <a:spcBef>
                <a:spcPts val="0"/>
              </a:spcBef>
              <a:spcAft>
                <a:spcPts val="0"/>
              </a:spcAft>
              <a:buSzPts val="2200"/>
              <a:buFont typeface="EB Garamond"/>
              <a:buNone/>
              <a:defRPr sz="2933" b="1">
                <a:latin typeface="EB Garamond"/>
                <a:ea typeface="EB Garamond"/>
                <a:cs typeface="EB Garamond"/>
                <a:sym typeface="EB Garamond"/>
              </a:defRPr>
            </a:lvl3pPr>
            <a:lvl4pPr lvl="3">
              <a:lnSpc>
                <a:spcPct val="115000"/>
              </a:lnSpc>
              <a:spcBef>
                <a:spcPts val="0"/>
              </a:spcBef>
              <a:spcAft>
                <a:spcPts val="0"/>
              </a:spcAft>
              <a:buSzPts val="2200"/>
              <a:buFont typeface="EB Garamond"/>
              <a:buNone/>
              <a:defRPr sz="2933" b="1">
                <a:latin typeface="EB Garamond"/>
                <a:ea typeface="EB Garamond"/>
                <a:cs typeface="EB Garamond"/>
                <a:sym typeface="EB Garamond"/>
              </a:defRPr>
            </a:lvl4pPr>
            <a:lvl5pPr lvl="4">
              <a:lnSpc>
                <a:spcPct val="115000"/>
              </a:lnSpc>
              <a:spcBef>
                <a:spcPts val="0"/>
              </a:spcBef>
              <a:spcAft>
                <a:spcPts val="0"/>
              </a:spcAft>
              <a:buSzPts val="2200"/>
              <a:buFont typeface="EB Garamond"/>
              <a:buNone/>
              <a:defRPr sz="2933" b="1">
                <a:latin typeface="EB Garamond"/>
                <a:ea typeface="EB Garamond"/>
                <a:cs typeface="EB Garamond"/>
                <a:sym typeface="EB Garamond"/>
              </a:defRPr>
            </a:lvl5pPr>
            <a:lvl6pPr lvl="5">
              <a:lnSpc>
                <a:spcPct val="115000"/>
              </a:lnSpc>
              <a:spcBef>
                <a:spcPts val="0"/>
              </a:spcBef>
              <a:spcAft>
                <a:spcPts val="0"/>
              </a:spcAft>
              <a:buSzPts val="2200"/>
              <a:buFont typeface="EB Garamond"/>
              <a:buNone/>
              <a:defRPr sz="2933" b="1">
                <a:latin typeface="EB Garamond"/>
                <a:ea typeface="EB Garamond"/>
                <a:cs typeface="EB Garamond"/>
                <a:sym typeface="EB Garamond"/>
              </a:defRPr>
            </a:lvl6pPr>
            <a:lvl7pPr lvl="6">
              <a:lnSpc>
                <a:spcPct val="115000"/>
              </a:lnSpc>
              <a:spcBef>
                <a:spcPts val="0"/>
              </a:spcBef>
              <a:spcAft>
                <a:spcPts val="0"/>
              </a:spcAft>
              <a:buSzPts val="2200"/>
              <a:buFont typeface="EB Garamond"/>
              <a:buNone/>
              <a:defRPr sz="2933" b="1">
                <a:latin typeface="EB Garamond"/>
                <a:ea typeface="EB Garamond"/>
                <a:cs typeface="EB Garamond"/>
                <a:sym typeface="EB Garamond"/>
              </a:defRPr>
            </a:lvl7pPr>
            <a:lvl8pPr lvl="7">
              <a:lnSpc>
                <a:spcPct val="115000"/>
              </a:lnSpc>
              <a:spcBef>
                <a:spcPts val="0"/>
              </a:spcBef>
              <a:spcAft>
                <a:spcPts val="0"/>
              </a:spcAft>
              <a:buSzPts val="2200"/>
              <a:buFont typeface="EB Garamond"/>
              <a:buNone/>
              <a:defRPr sz="2933" b="1">
                <a:latin typeface="EB Garamond"/>
                <a:ea typeface="EB Garamond"/>
                <a:cs typeface="EB Garamond"/>
                <a:sym typeface="EB Garamond"/>
              </a:defRPr>
            </a:lvl8pPr>
            <a:lvl9pPr lvl="8">
              <a:lnSpc>
                <a:spcPct val="115000"/>
              </a:lnSpc>
              <a:spcBef>
                <a:spcPts val="0"/>
              </a:spcBef>
              <a:spcAft>
                <a:spcPts val="0"/>
              </a:spcAft>
              <a:buSzPts val="2200"/>
              <a:buFont typeface="EB Garamond"/>
              <a:buNone/>
              <a:defRPr sz="2933" b="1">
                <a:latin typeface="EB Garamond"/>
                <a:ea typeface="EB Garamond"/>
                <a:cs typeface="EB Garamond"/>
                <a:sym typeface="EB Garamond"/>
              </a:defRPr>
            </a:lvl9pPr>
          </a:lstStyle>
          <a:p>
            <a:r>
              <a:rPr lang="en-US"/>
              <a:t>Click to edit Master subtitle style</a:t>
            </a:r>
            <a:endParaRPr/>
          </a:p>
        </p:txBody>
      </p:sp>
      <p:sp>
        <p:nvSpPr>
          <p:cNvPr id="61" name="Google Shape;61;p5"/>
          <p:cNvSpPr txBox="1">
            <a:spLocks noGrp="1"/>
          </p:cNvSpPr>
          <p:nvPr>
            <p:ph type="subTitle" idx="4"/>
          </p:nvPr>
        </p:nvSpPr>
        <p:spPr>
          <a:xfrm>
            <a:off x="6301200" y="1843667"/>
            <a:ext cx="4930800" cy="652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2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200"/>
              <a:buFont typeface="EB Garamond"/>
              <a:buNone/>
              <a:defRPr sz="2933" b="1">
                <a:latin typeface="EB Garamond"/>
                <a:ea typeface="EB Garamond"/>
                <a:cs typeface="EB Garamond"/>
                <a:sym typeface="EB Garamond"/>
              </a:defRPr>
            </a:lvl2pPr>
            <a:lvl3pPr lvl="2" rtl="0">
              <a:lnSpc>
                <a:spcPct val="115000"/>
              </a:lnSpc>
              <a:spcBef>
                <a:spcPts val="0"/>
              </a:spcBef>
              <a:spcAft>
                <a:spcPts val="0"/>
              </a:spcAft>
              <a:buSzPts val="2200"/>
              <a:buFont typeface="EB Garamond"/>
              <a:buNone/>
              <a:defRPr sz="2933" b="1">
                <a:latin typeface="EB Garamond"/>
                <a:ea typeface="EB Garamond"/>
                <a:cs typeface="EB Garamond"/>
                <a:sym typeface="EB Garamond"/>
              </a:defRPr>
            </a:lvl3pPr>
            <a:lvl4pPr lvl="3" rtl="0">
              <a:lnSpc>
                <a:spcPct val="115000"/>
              </a:lnSpc>
              <a:spcBef>
                <a:spcPts val="0"/>
              </a:spcBef>
              <a:spcAft>
                <a:spcPts val="0"/>
              </a:spcAft>
              <a:buSzPts val="2200"/>
              <a:buFont typeface="EB Garamond"/>
              <a:buNone/>
              <a:defRPr sz="2933" b="1">
                <a:latin typeface="EB Garamond"/>
                <a:ea typeface="EB Garamond"/>
                <a:cs typeface="EB Garamond"/>
                <a:sym typeface="EB Garamond"/>
              </a:defRPr>
            </a:lvl4pPr>
            <a:lvl5pPr lvl="4" rtl="0">
              <a:lnSpc>
                <a:spcPct val="115000"/>
              </a:lnSpc>
              <a:spcBef>
                <a:spcPts val="0"/>
              </a:spcBef>
              <a:spcAft>
                <a:spcPts val="0"/>
              </a:spcAft>
              <a:buSzPts val="2200"/>
              <a:buFont typeface="EB Garamond"/>
              <a:buNone/>
              <a:defRPr sz="2933" b="1">
                <a:latin typeface="EB Garamond"/>
                <a:ea typeface="EB Garamond"/>
                <a:cs typeface="EB Garamond"/>
                <a:sym typeface="EB Garamond"/>
              </a:defRPr>
            </a:lvl5pPr>
            <a:lvl6pPr lvl="5" rtl="0">
              <a:lnSpc>
                <a:spcPct val="115000"/>
              </a:lnSpc>
              <a:spcBef>
                <a:spcPts val="0"/>
              </a:spcBef>
              <a:spcAft>
                <a:spcPts val="0"/>
              </a:spcAft>
              <a:buSzPts val="2200"/>
              <a:buFont typeface="EB Garamond"/>
              <a:buNone/>
              <a:defRPr sz="2933" b="1">
                <a:latin typeface="EB Garamond"/>
                <a:ea typeface="EB Garamond"/>
                <a:cs typeface="EB Garamond"/>
                <a:sym typeface="EB Garamond"/>
              </a:defRPr>
            </a:lvl6pPr>
            <a:lvl7pPr lvl="6" rtl="0">
              <a:lnSpc>
                <a:spcPct val="115000"/>
              </a:lnSpc>
              <a:spcBef>
                <a:spcPts val="0"/>
              </a:spcBef>
              <a:spcAft>
                <a:spcPts val="0"/>
              </a:spcAft>
              <a:buSzPts val="2200"/>
              <a:buFont typeface="EB Garamond"/>
              <a:buNone/>
              <a:defRPr sz="2933" b="1">
                <a:latin typeface="EB Garamond"/>
                <a:ea typeface="EB Garamond"/>
                <a:cs typeface="EB Garamond"/>
                <a:sym typeface="EB Garamond"/>
              </a:defRPr>
            </a:lvl7pPr>
            <a:lvl8pPr lvl="7" rtl="0">
              <a:lnSpc>
                <a:spcPct val="115000"/>
              </a:lnSpc>
              <a:spcBef>
                <a:spcPts val="0"/>
              </a:spcBef>
              <a:spcAft>
                <a:spcPts val="0"/>
              </a:spcAft>
              <a:buSzPts val="2200"/>
              <a:buFont typeface="EB Garamond"/>
              <a:buNone/>
              <a:defRPr sz="2933" b="1">
                <a:latin typeface="EB Garamond"/>
                <a:ea typeface="EB Garamond"/>
                <a:cs typeface="EB Garamond"/>
                <a:sym typeface="EB Garamond"/>
              </a:defRPr>
            </a:lvl8pPr>
            <a:lvl9pPr lvl="8" rtl="0">
              <a:lnSpc>
                <a:spcPct val="115000"/>
              </a:lnSpc>
              <a:spcBef>
                <a:spcPts val="0"/>
              </a:spcBef>
              <a:spcAft>
                <a:spcPts val="0"/>
              </a:spcAft>
              <a:buSzPts val="2200"/>
              <a:buFont typeface="EB Garamond"/>
              <a:buNone/>
              <a:defRPr sz="2933" b="1">
                <a:latin typeface="EB Garamond"/>
                <a:ea typeface="EB Garamond"/>
                <a:cs typeface="EB Garamond"/>
                <a:sym typeface="EB Garamond"/>
              </a:defRPr>
            </a:lvl9pPr>
          </a:lstStyle>
          <a:p>
            <a:r>
              <a:rPr lang="en-US"/>
              <a:t>Click to edit Master subtitle style</a:t>
            </a:r>
            <a:endParaRPr/>
          </a:p>
        </p:txBody>
      </p:sp>
      <p:pic>
        <p:nvPicPr>
          <p:cNvPr id="62" name="Google Shape;62;p5"/>
          <p:cNvPicPr preferRelativeResize="0"/>
          <p:nvPr/>
        </p:nvPicPr>
        <p:blipFill>
          <a:blip r:embed="rId3">
            <a:alphaModFix/>
          </a:blip>
          <a:stretch>
            <a:fillRect/>
          </a:stretch>
        </p:blipFill>
        <p:spPr>
          <a:xfrm rot="-7666905">
            <a:off x="5738240" y="4957729"/>
            <a:ext cx="5321497" cy="5793939"/>
          </a:xfrm>
          <a:prstGeom prst="rect">
            <a:avLst/>
          </a:prstGeom>
          <a:noFill/>
          <a:ln>
            <a:noFill/>
          </a:ln>
        </p:spPr>
      </p:pic>
      <p:grpSp>
        <p:nvGrpSpPr>
          <p:cNvPr id="63" name="Google Shape;63;p5"/>
          <p:cNvGrpSpPr/>
          <p:nvPr/>
        </p:nvGrpSpPr>
        <p:grpSpPr>
          <a:xfrm>
            <a:off x="4828653" y="-745529"/>
            <a:ext cx="7363360" cy="8447776"/>
            <a:chOff x="3621490" y="-559147"/>
            <a:chExt cx="5522520" cy="6335832"/>
          </a:xfrm>
        </p:grpSpPr>
        <p:pic>
          <p:nvPicPr>
            <p:cNvPr id="64" name="Google Shape;64;p5"/>
            <p:cNvPicPr preferRelativeResize="0"/>
            <p:nvPr/>
          </p:nvPicPr>
          <p:blipFill>
            <a:blip r:embed="rId4">
              <a:alphaModFix/>
            </a:blip>
            <a:stretch>
              <a:fillRect/>
            </a:stretch>
          </p:blipFill>
          <p:spPr>
            <a:xfrm rot="-1613369">
              <a:off x="7695024" y="4643452"/>
              <a:ext cx="1320890" cy="882225"/>
            </a:xfrm>
            <a:prstGeom prst="rect">
              <a:avLst/>
            </a:prstGeom>
            <a:noFill/>
            <a:ln>
              <a:noFill/>
            </a:ln>
          </p:spPr>
        </p:pic>
        <p:pic>
          <p:nvPicPr>
            <p:cNvPr id="65" name="Google Shape;65;p5"/>
            <p:cNvPicPr preferRelativeResize="0"/>
            <p:nvPr/>
          </p:nvPicPr>
          <p:blipFill>
            <a:blip r:embed="rId5">
              <a:alphaModFix/>
            </a:blip>
            <a:stretch>
              <a:fillRect/>
            </a:stretch>
          </p:blipFill>
          <p:spPr>
            <a:xfrm rot="10800000">
              <a:off x="3621490" y="-559147"/>
              <a:ext cx="796600" cy="882224"/>
            </a:xfrm>
            <a:prstGeom prst="rect">
              <a:avLst/>
            </a:prstGeom>
            <a:noFill/>
            <a:ln>
              <a:noFill/>
            </a:ln>
          </p:spPr>
        </p:pic>
      </p:grpSp>
      <p:grpSp>
        <p:nvGrpSpPr>
          <p:cNvPr id="66" name="Google Shape;66;p5"/>
          <p:cNvGrpSpPr/>
          <p:nvPr/>
        </p:nvGrpSpPr>
        <p:grpSpPr>
          <a:xfrm>
            <a:off x="-2563465" y="-3170697"/>
            <a:ext cx="16013960" cy="11795593"/>
            <a:chOff x="-1922599" y="-2378023"/>
            <a:chExt cx="12010470" cy="8846695"/>
          </a:xfrm>
        </p:grpSpPr>
        <p:pic>
          <p:nvPicPr>
            <p:cNvPr id="67" name="Google Shape;67;p5"/>
            <p:cNvPicPr preferRelativeResize="0"/>
            <p:nvPr/>
          </p:nvPicPr>
          <p:blipFill>
            <a:blip r:embed="rId6">
              <a:alphaModFix/>
            </a:blip>
            <a:stretch>
              <a:fillRect/>
            </a:stretch>
          </p:blipFill>
          <p:spPr>
            <a:xfrm rot="-7427685">
              <a:off x="7632471" y="-1010673"/>
              <a:ext cx="2308577" cy="1586146"/>
            </a:xfrm>
            <a:prstGeom prst="rect">
              <a:avLst/>
            </a:prstGeom>
            <a:noFill/>
            <a:ln>
              <a:noFill/>
            </a:ln>
          </p:spPr>
        </p:pic>
        <p:grpSp>
          <p:nvGrpSpPr>
            <p:cNvPr id="68" name="Google Shape;68;p5"/>
            <p:cNvGrpSpPr/>
            <p:nvPr/>
          </p:nvGrpSpPr>
          <p:grpSpPr>
            <a:xfrm>
              <a:off x="-1922599" y="-2378023"/>
              <a:ext cx="3747552" cy="8846695"/>
              <a:chOff x="-1922599" y="-2378023"/>
              <a:chExt cx="3747552" cy="8846695"/>
            </a:xfrm>
          </p:grpSpPr>
          <p:pic>
            <p:nvPicPr>
              <p:cNvPr id="69" name="Google Shape;69;p5"/>
              <p:cNvPicPr preferRelativeResize="0"/>
              <p:nvPr/>
            </p:nvPicPr>
            <p:blipFill>
              <a:blip r:embed="rId7">
                <a:alphaModFix/>
              </a:blip>
              <a:stretch>
                <a:fillRect/>
              </a:stretch>
            </p:blipFill>
            <p:spPr>
              <a:xfrm rot="-7392115">
                <a:off x="-1779951" y="3892504"/>
                <a:ext cx="2763477" cy="1835111"/>
              </a:xfrm>
              <a:prstGeom prst="rect">
                <a:avLst/>
              </a:prstGeom>
              <a:noFill/>
              <a:ln>
                <a:noFill/>
              </a:ln>
            </p:spPr>
          </p:pic>
          <p:pic>
            <p:nvPicPr>
              <p:cNvPr id="70" name="Google Shape;70;p5"/>
              <p:cNvPicPr preferRelativeResize="0"/>
              <p:nvPr/>
            </p:nvPicPr>
            <p:blipFill>
              <a:blip r:embed="rId8">
                <a:alphaModFix amt="76000"/>
              </a:blip>
              <a:stretch>
                <a:fillRect/>
              </a:stretch>
            </p:blipFill>
            <p:spPr>
              <a:xfrm rot="-5400000">
                <a:off x="-1730709" y="-2442909"/>
                <a:ext cx="3490775" cy="3620548"/>
              </a:xfrm>
              <a:prstGeom prst="rect">
                <a:avLst/>
              </a:prstGeom>
              <a:noFill/>
              <a:ln>
                <a:noFill/>
              </a:ln>
            </p:spPr>
          </p:pic>
        </p:grpSp>
      </p:grpSp>
      <p:grpSp>
        <p:nvGrpSpPr>
          <p:cNvPr id="71" name="Google Shape;71;p5"/>
          <p:cNvGrpSpPr/>
          <p:nvPr/>
        </p:nvGrpSpPr>
        <p:grpSpPr>
          <a:xfrm>
            <a:off x="-851653" y="1213938"/>
            <a:ext cx="14263191" cy="1871527"/>
            <a:chOff x="-638740" y="910453"/>
            <a:chExt cx="10697393" cy="1403645"/>
          </a:xfrm>
        </p:grpSpPr>
        <p:pic>
          <p:nvPicPr>
            <p:cNvPr id="72" name="Google Shape;72;p5"/>
            <p:cNvPicPr preferRelativeResize="0"/>
            <p:nvPr/>
          </p:nvPicPr>
          <p:blipFill>
            <a:blip r:embed="rId9">
              <a:alphaModFix/>
            </a:blip>
            <a:stretch>
              <a:fillRect/>
            </a:stretch>
          </p:blipFill>
          <p:spPr>
            <a:xfrm rot="10800000">
              <a:off x="-638740" y="910453"/>
              <a:ext cx="1043875" cy="961900"/>
            </a:xfrm>
            <a:prstGeom prst="rect">
              <a:avLst/>
            </a:prstGeom>
            <a:noFill/>
            <a:ln>
              <a:noFill/>
            </a:ln>
          </p:spPr>
        </p:pic>
        <p:pic>
          <p:nvPicPr>
            <p:cNvPr id="73" name="Google Shape;73;p5"/>
            <p:cNvPicPr preferRelativeResize="0"/>
            <p:nvPr/>
          </p:nvPicPr>
          <p:blipFill>
            <a:blip r:embed="rId10">
              <a:alphaModFix/>
            </a:blip>
            <a:stretch>
              <a:fillRect/>
            </a:stretch>
          </p:blipFill>
          <p:spPr>
            <a:xfrm>
              <a:off x="8731803" y="1069113"/>
              <a:ext cx="1326850" cy="1244986"/>
            </a:xfrm>
            <a:prstGeom prst="rect">
              <a:avLst/>
            </a:prstGeom>
            <a:noFill/>
            <a:ln>
              <a:noFill/>
            </a:ln>
          </p:spPr>
        </p:pic>
      </p:grpSp>
    </p:spTree>
    <p:extLst>
      <p:ext uri="{BB962C8B-B14F-4D97-AF65-F5344CB8AC3E}">
        <p14:creationId xmlns:p14="http://schemas.microsoft.com/office/powerpoint/2010/main" val="19425757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4"/>
        <p:cNvGrpSpPr/>
        <p:nvPr/>
      </p:nvGrpSpPr>
      <p:grpSpPr>
        <a:xfrm>
          <a:off x="0" y="0"/>
          <a:ext cx="0" cy="0"/>
          <a:chOff x="0" y="0"/>
          <a:chExt cx="0" cy="0"/>
        </a:xfrm>
      </p:grpSpPr>
      <p:pic>
        <p:nvPicPr>
          <p:cNvPr id="75" name="Google Shape;75;p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76" name="Google Shape;76;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77" name="Google Shape;77;p6"/>
          <p:cNvPicPr preferRelativeResize="0"/>
          <p:nvPr/>
        </p:nvPicPr>
        <p:blipFill>
          <a:blip r:embed="rId3">
            <a:alphaModFix/>
          </a:blip>
          <a:stretch>
            <a:fillRect/>
          </a:stretch>
        </p:blipFill>
        <p:spPr>
          <a:xfrm>
            <a:off x="8313555" y="2893000"/>
            <a:ext cx="6418336" cy="6988131"/>
          </a:xfrm>
          <a:prstGeom prst="rect">
            <a:avLst/>
          </a:prstGeom>
          <a:noFill/>
          <a:ln>
            <a:noFill/>
          </a:ln>
        </p:spPr>
      </p:pic>
      <p:pic>
        <p:nvPicPr>
          <p:cNvPr id="78" name="Google Shape;78;p6"/>
          <p:cNvPicPr preferRelativeResize="0"/>
          <p:nvPr/>
        </p:nvPicPr>
        <p:blipFill>
          <a:blip r:embed="rId4">
            <a:alphaModFix/>
          </a:blip>
          <a:stretch>
            <a:fillRect/>
          </a:stretch>
        </p:blipFill>
        <p:spPr>
          <a:xfrm>
            <a:off x="5751101" y="6288801"/>
            <a:ext cx="2913268" cy="1683967"/>
          </a:xfrm>
          <a:prstGeom prst="rect">
            <a:avLst/>
          </a:prstGeom>
          <a:noFill/>
          <a:ln>
            <a:noFill/>
          </a:ln>
        </p:spPr>
      </p:pic>
      <p:pic>
        <p:nvPicPr>
          <p:cNvPr id="79" name="Google Shape;79;p6"/>
          <p:cNvPicPr preferRelativeResize="0"/>
          <p:nvPr/>
        </p:nvPicPr>
        <p:blipFill>
          <a:blip r:embed="rId5">
            <a:alphaModFix/>
          </a:blip>
          <a:stretch>
            <a:fillRect/>
          </a:stretch>
        </p:blipFill>
        <p:spPr>
          <a:xfrm rot="7293761">
            <a:off x="11581637" y="3680534"/>
            <a:ext cx="1136500" cy="1258665"/>
          </a:xfrm>
          <a:prstGeom prst="rect">
            <a:avLst/>
          </a:prstGeom>
          <a:noFill/>
          <a:ln>
            <a:noFill/>
          </a:ln>
        </p:spPr>
      </p:pic>
      <p:grpSp>
        <p:nvGrpSpPr>
          <p:cNvPr id="80" name="Google Shape;80;p6"/>
          <p:cNvGrpSpPr/>
          <p:nvPr/>
        </p:nvGrpSpPr>
        <p:grpSpPr>
          <a:xfrm>
            <a:off x="-3981055" y="-2728189"/>
            <a:ext cx="18642408" cy="12030144"/>
            <a:chOff x="-2985791" y="-2046142"/>
            <a:chExt cx="13981806" cy="9022608"/>
          </a:xfrm>
        </p:grpSpPr>
        <p:pic>
          <p:nvPicPr>
            <p:cNvPr id="81" name="Google Shape;81;p6"/>
            <p:cNvPicPr preferRelativeResize="0"/>
            <p:nvPr/>
          </p:nvPicPr>
          <p:blipFill>
            <a:blip r:embed="rId6">
              <a:alphaModFix/>
            </a:blip>
            <a:stretch>
              <a:fillRect/>
            </a:stretch>
          </p:blipFill>
          <p:spPr>
            <a:xfrm rot="3069595">
              <a:off x="7600098" y="-1204751"/>
              <a:ext cx="3167267" cy="2103248"/>
            </a:xfrm>
            <a:prstGeom prst="rect">
              <a:avLst/>
            </a:prstGeom>
            <a:noFill/>
            <a:ln>
              <a:noFill/>
            </a:ln>
          </p:spPr>
        </p:pic>
        <p:pic>
          <p:nvPicPr>
            <p:cNvPr id="82" name="Google Shape;82;p6"/>
            <p:cNvPicPr preferRelativeResize="0"/>
            <p:nvPr/>
          </p:nvPicPr>
          <p:blipFill>
            <a:blip r:embed="rId7">
              <a:alphaModFix/>
            </a:blip>
            <a:stretch>
              <a:fillRect/>
            </a:stretch>
          </p:blipFill>
          <p:spPr>
            <a:xfrm rot="6438708">
              <a:off x="-2530091" y="-1473399"/>
              <a:ext cx="3167276" cy="3284995"/>
            </a:xfrm>
            <a:prstGeom prst="rect">
              <a:avLst/>
            </a:prstGeom>
            <a:noFill/>
            <a:ln>
              <a:noFill/>
            </a:ln>
          </p:spPr>
        </p:pic>
        <p:pic>
          <p:nvPicPr>
            <p:cNvPr id="83" name="Google Shape;83;p6"/>
            <p:cNvPicPr preferRelativeResize="0"/>
            <p:nvPr/>
          </p:nvPicPr>
          <p:blipFill>
            <a:blip r:embed="rId6">
              <a:alphaModFix/>
            </a:blip>
            <a:stretch>
              <a:fillRect/>
            </a:stretch>
          </p:blipFill>
          <p:spPr>
            <a:xfrm rot="-6935066">
              <a:off x="-1650952" y="4042348"/>
              <a:ext cx="3167269" cy="2103249"/>
            </a:xfrm>
            <a:prstGeom prst="rect">
              <a:avLst/>
            </a:prstGeom>
            <a:noFill/>
            <a:ln>
              <a:noFill/>
            </a:ln>
          </p:spPr>
        </p:pic>
      </p:grpSp>
      <p:grpSp>
        <p:nvGrpSpPr>
          <p:cNvPr id="84" name="Google Shape;84;p6"/>
          <p:cNvGrpSpPr/>
          <p:nvPr/>
        </p:nvGrpSpPr>
        <p:grpSpPr>
          <a:xfrm>
            <a:off x="5028902" y="-979803"/>
            <a:ext cx="4949737" cy="8727965"/>
            <a:chOff x="3771676" y="-734852"/>
            <a:chExt cx="3712303" cy="6545974"/>
          </a:xfrm>
        </p:grpSpPr>
        <p:pic>
          <p:nvPicPr>
            <p:cNvPr id="85" name="Google Shape;85;p6"/>
            <p:cNvPicPr preferRelativeResize="0"/>
            <p:nvPr/>
          </p:nvPicPr>
          <p:blipFill>
            <a:blip r:embed="rId8">
              <a:alphaModFix amt="87000"/>
            </a:blip>
            <a:stretch>
              <a:fillRect/>
            </a:stretch>
          </p:blipFill>
          <p:spPr>
            <a:xfrm>
              <a:off x="6440103" y="-734852"/>
              <a:ext cx="1043875" cy="961900"/>
            </a:xfrm>
            <a:prstGeom prst="rect">
              <a:avLst/>
            </a:prstGeom>
            <a:noFill/>
            <a:ln>
              <a:noFill/>
            </a:ln>
          </p:spPr>
        </p:pic>
        <p:pic>
          <p:nvPicPr>
            <p:cNvPr id="86" name="Google Shape;86;p6"/>
            <p:cNvPicPr preferRelativeResize="0"/>
            <p:nvPr/>
          </p:nvPicPr>
          <p:blipFill>
            <a:blip r:embed="rId9">
              <a:alphaModFix amt="54000"/>
            </a:blip>
            <a:stretch>
              <a:fillRect/>
            </a:stretch>
          </p:blipFill>
          <p:spPr>
            <a:xfrm>
              <a:off x="3771676" y="4831650"/>
              <a:ext cx="1043876" cy="979472"/>
            </a:xfrm>
            <a:prstGeom prst="rect">
              <a:avLst/>
            </a:prstGeom>
            <a:noFill/>
            <a:ln>
              <a:noFill/>
            </a:ln>
          </p:spPr>
        </p:pic>
      </p:grpSp>
    </p:spTree>
    <p:extLst>
      <p:ext uri="{BB962C8B-B14F-4D97-AF65-F5344CB8AC3E}">
        <p14:creationId xmlns:p14="http://schemas.microsoft.com/office/powerpoint/2010/main" val="23843914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7"/>
        <p:cNvGrpSpPr/>
        <p:nvPr/>
      </p:nvGrpSpPr>
      <p:grpSpPr>
        <a:xfrm>
          <a:off x="0" y="0"/>
          <a:ext cx="0" cy="0"/>
          <a:chOff x="0" y="0"/>
          <a:chExt cx="0" cy="0"/>
        </a:xfrm>
      </p:grpSpPr>
      <p:pic>
        <p:nvPicPr>
          <p:cNvPr id="88" name="Google Shape;88;p7"/>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89" name="Google Shape;89;p7"/>
          <p:cNvSpPr txBox="1">
            <a:spLocks noGrp="1"/>
          </p:cNvSpPr>
          <p:nvPr>
            <p:ph type="title"/>
          </p:nvPr>
        </p:nvSpPr>
        <p:spPr>
          <a:xfrm>
            <a:off x="960000" y="589467"/>
            <a:ext cx="9766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90" name="Google Shape;90;p7"/>
          <p:cNvSpPr txBox="1">
            <a:spLocks noGrp="1"/>
          </p:cNvSpPr>
          <p:nvPr>
            <p:ph type="subTitle" idx="1"/>
          </p:nvPr>
        </p:nvSpPr>
        <p:spPr>
          <a:xfrm>
            <a:off x="960000" y="1535533"/>
            <a:ext cx="9766000" cy="395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sz="2133"/>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grpSp>
        <p:nvGrpSpPr>
          <p:cNvPr id="91" name="Google Shape;91;p7"/>
          <p:cNvGrpSpPr/>
          <p:nvPr/>
        </p:nvGrpSpPr>
        <p:grpSpPr>
          <a:xfrm>
            <a:off x="8162123" y="-2141466"/>
            <a:ext cx="7048611" cy="11256356"/>
            <a:chOff x="6121592" y="-1606100"/>
            <a:chExt cx="5286458" cy="8442267"/>
          </a:xfrm>
        </p:grpSpPr>
        <p:pic>
          <p:nvPicPr>
            <p:cNvPr id="92" name="Google Shape;92;p7"/>
            <p:cNvPicPr preferRelativeResize="0"/>
            <p:nvPr/>
          </p:nvPicPr>
          <p:blipFill>
            <a:blip r:embed="rId3">
              <a:alphaModFix/>
            </a:blip>
            <a:stretch>
              <a:fillRect/>
            </a:stretch>
          </p:blipFill>
          <p:spPr>
            <a:xfrm>
              <a:off x="6121592" y="-1606100"/>
              <a:ext cx="3167267" cy="2103247"/>
            </a:xfrm>
            <a:prstGeom prst="rect">
              <a:avLst/>
            </a:prstGeom>
            <a:noFill/>
            <a:ln>
              <a:noFill/>
            </a:ln>
          </p:spPr>
        </p:pic>
        <p:pic>
          <p:nvPicPr>
            <p:cNvPr id="93" name="Google Shape;93;p7"/>
            <p:cNvPicPr preferRelativeResize="0"/>
            <p:nvPr/>
          </p:nvPicPr>
          <p:blipFill>
            <a:blip r:embed="rId4">
              <a:alphaModFix/>
            </a:blip>
            <a:stretch>
              <a:fillRect/>
            </a:stretch>
          </p:blipFill>
          <p:spPr>
            <a:xfrm rot="-3024203">
              <a:off x="7618814" y="3712386"/>
              <a:ext cx="3638626" cy="2103250"/>
            </a:xfrm>
            <a:prstGeom prst="rect">
              <a:avLst/>
            </a:prstGeom>
            <a:noFill/>
            <a:ln>
              <a:noFill/>
            </a:ln>
          </p:spPr>
        </p:pic>
      </p:grpSp>
      <p:pic>
        <p:nvPicPr>
          <p:cNvPr id="94" name="Google Shape;94;p7"/>
          <p:cNvPicPr preferRelativeResize="0"/>
          <p:nvPr/>
        </p:nvPicPr>
        <p:blipFill>
          <a:blip r:embed="rId5">
            <a:alphaModFix/>
          </a:blip>
          <a:stretch>
            <a:fillRect/>
          </a:stretch>
        </p:blipFill>
        <p:spPr>
          <a:xfrm flipH="1">
            <a:off x="1138458" y="-513434"/>
            <a:ext cx="1062133" cy="1176299"/>
          </a:xfrm>
          <a:prstGeom prst="rect">
            <a:avLst/>
          </a:prstGeom>
          <a:noFill/>
          <a:ln>
            <a:noFill/>
          </a:ln>
        </p:spPr>
      </p:pic>
      <p:pic>
        <p:nvPicPr>
          <p:cNvPr id="95" name="Google Shape;95;p7"/>
          <p:cNvPicPr preferRelativeResize="0"/>
          <p:nvPr/>
        </p:nvPicPr>
        <p:blipFill>
          <a:blip r:embed="rId6">
            <a:alphaModFix/>
          </a:blip>
          <a:stretch>
            <a:fillRect/>
          </a:stretch>
        </p:blipFill>
        <p:spPr>
          <a:xfrm rot="2700000">
            <a:off x="-2142703" y="3783765"/>
            <a:ext cx="5321521" cy="5793971"/>
          </a:xfrm>
          <a:prstGeom prst="rect">
            <a:avLst/>
          </a:prstGeom>
          <a:noFill/>
          <a:ln>
            <a:noFill/>
          </a:ln>
        </p:spPr>
      </p:pic>
      <p:grpSp>
        <p:nvGrpSpPr>
          <p:cNvPr id="96" name="Google Shape;96;p7"/>
          <p:cNvGrpSpPr/>
          <p:nvPr/>
        </p:nvGrpSpPr>
        <p:grpSpPr>
          <a:xfrm>
            <a:off x="3401963" y="-810826"/>
            <a:ext cx="8884431" cy="8227441"/>
            <a:chOff x="2551472" y="-608120"/>
            <a:chExt cx="6663323" cy="6170581"/>
          </a:xfrm>
        </p:grpSpPr>
        <p:pic>
          <p:nvPicPr>
            <p:cNvPr id="97" name="Google Shape;97;p7"/>
            <p:cNvPicPr preferRelativeResize="0"/>
            <p:nvPr/>
          </p:nvPicPr>
          <p:blipFill>
            <a:blip r:embed="rId7">
              <a:alphaModFix/>
            </a:blip>
            <a:stretch>
              <a:fillRect/>
            </a:stretch>
          </p:blipFill>
          <p:spPr>
            <a:xfrm>
              <a:off x="2551472" y="4600561"/>
              <a:ext cx="1043875" cy="961900"/>
            </a:xfrm>
            <a:prstGeom prst="rect">
              <a:avLst/>
            </a:prstGeom>
            <a:noFill/>
            <a:ln>
              <a:noFill/>
            </a:ln>
          </p:spPr>
        </p:pic>
        <p:pic>
          <p:nvPicPr>
            <p:cNvPr id="98" name="Google Shape;98;p7"/>
            <p:cNvPicPr preferRelativeResize="0"/>
            <p:nvPr/>
          </p:nvPicPr>
          <p:blipFill>
            <a:blip r:embed="rId8">
              <a:alphaModFix amt="69000"/>
            </a:blip>
            <a:stretch>
              <a:fillRect/>
            </a:stretch>
          </p:blipFill>
          <p:spPr>
            <a:xfrm rot="9899998">
              <a:off x="7759072" y="-458613"/>
              <a:ext cx="1318127" cy="1236801"/>
            </a:xfrm>
            <a:prstGeom prst="rect">
              <a:avLst/>
            </a:prstGeom>
            <a:noFill/>
            <a:ln>
              <a:noFill/>
            </a:ln>
          </p:spPr>
        </p:pic>
      </p:grpSp>
    </p:spTree>
    <p:extLst>
      <p:ext uri="{BB962C8B-B14F-4D97-AF65-F5344CB8AC3E}">
        <p14:creationId xmlns:p14="http://schemas.microsoft.com/office/powerpoint/2010/main" val="6420346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99"/>
        <p:cNvGrpSpPr/>
        <p:nvPr/>
      </p:nvGrpSpPr>
      <p:grpSpPr>
        <a:xfrm>
          <a:off x="0" y="0"/>
          <a:ext cx="0" cy="0"/>
          <a:chOff x="0" y="0"/>
          <a:chExt cx="0" cy="0"/>
        </a:xfrm>
      </p:grpSpPr>
      <p:pic>
        <p:nvPicPr>
          <p:cNvPr id="100" name="Google Shape;100;p8"/>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01" name="Google Shape;101;p8"/>
          <p:cNvSpPr txBox="1">
            <a:spLocks noGrp="1"/>
          </p:cNvSpPr>
          <p:nvPr>
            <p:ph type="title"/>
          </p:nvPr>
        </p:nvSpPr>
        <p:spPr>
          <a:xfrm>
            <a:off x="2192600" y="2374467"/>
            <a:ext cx="7806800" cy="16012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4800"/>
              <a:buNone/>
              <a:defRPr sz="8000"/>
            </a:lvl1pPr>
            <a:lvl2pPr lvl="1">
              <a:spcBef>
                <a:spcPts val="0"/>
              </a:spcBef>
              <a:spcAft>
                <a:spcPts val="0"/>
              </a:spcAft>
              <a:buSzPts val="4800"/>
              <a:buFont typeface="EB Garamond"/>
              <a:buNone/>
              <a:defRPr sz="6400">
                <a:latin typeface="EB Garamond"/>
                <a:ea typeface="EB Garamond"/>
                <a:cs typeface="EB Garamond"/>
                <a:sym typeface="EB Garamond"/>
              </a:defRPr>
            </a:lvl2pPr>
            <a:lvl3pPr lvl="2">
              <a:spcBef>
                <a:spcPts val="0"/>
              </a:spcBef>
              <a:spcAft>
                <a:spcPts val="0"/>
              </a:spcAft>
              <a:buSzPts val="4800"/>
              <a:buFont typeface="EB Garamond"/>
              <a:buNone/>
              <a:defRPr sz="6400">
                <a:latin typeface="EB Garamond"/>
                <a:ea typeface="EB Garamond"/>
                <a:cs typeface="EB Garamond"/>
                <a:sym typeface="EB Garamond"/>
              </a:defRPr>
            </a:lvl3pPr>
            <a:lvl4pPr lvl="3">
              <a:spcBef>
                <a:spcPts val="0"/>
              </a:spcBef>
              <a:spcAft>
                <a:spcPts val="0"/>
              </a:spcAft>
              <a:buSzPts val="4800"/>
              <a:buFont typeface="EB Garamond"/>
              <a:buNone/>
              <a:defRPr sz="6400">
                <a:latin typeface="EB Garamond"/>
                <a:ea typeface="EB Garamond"/>
                <a:cs typeface="EB Garamond"/>
                <a:sym typeface="EB Garamond"/>
              </a:defRPr>
            </a:lvl4pPr>
            <a:lvl5pPr lvl="4">
              <a:spcBef>
                <a:spcPts val="0"/>
              </a:spcBef>
              <a:spcAft>
                <a:spcPts val="0"/>
              </a:spcAft>
              <a:buSzPts val="4800"/>
              <a:buFont typeface="EB Garamond"/>
              <a:buNone/>
              <a:defRPr sz="6400">
                <a:latin typeface="EB Garamond"/>
                <a:ea typeface="EB Garamond"/>
                <a:cs typeface="EB Garamond"/>
                <a:sym typeface="EB Garamond"/>
              </a:defRPr>
            </a:lvl5pPr>
            <a:lvl6pPr lvl="5">
              <a:spcBef>
                <a:spcPts val="0"/>
              </a:spcBef>
              <a:spcAft>
                <a:spcPts val="0"/>
              </a:spcAft>
              <a:buSzPts val="4800"/>
              <a:buFont typeface="EB Garamond"/>
              <a:buNone/>
              <a:defRPr sz="6400">
                <a:latin typeface="EB Garamond"/>
                <a:ea typeface="EB Garamond"/>
                <a:cs typeface="EB Garamond"/>
                <a:sym typeface="EB Garamond"/>
              </a:defRPr>
            </a:lvl6pPr>
            <a:lvl7pPr lvl="6">
              <a:spcBef>
                <a:spcPts val="0"/>
              </a:spcBef>
              <a:spcAft>
                <a:spcPts val="0"/>
              </a:spcAft>
              <a:buSzPts val="4800"/>
              <a:buFont typeface="EB Garamond"/>
              <a:buNone/>
              <a:defRPr sz="6400">
                <a:latin typeface="EB Garamond"/>
                <a:ea typeface="EB Garamond"/>
                <a:cs typeface="EB Garamond"/>
                <a:sym typeface="EB Garamond"/>
              </a:defRPr>
            </a:lvl7pPr>
            <a:lvl8pPr lvl="7">
              <a:spcBef>
                <a:spcPts val="0"/>
              </a:spcBef>
              <a:spcAft>
                <a:spcPts val="0"/>
              </a:spcAft>
              <a:buSzPts val="4800"/>
              <a:buFont typeface="EB Garamond"/>
              <a:buNone/>
              <a:defRPr sz="6400">
                <a:latin typeface="EB Garamond"/>
                <a:ea typeface="EB Garamond"/>
                <a:cs typeface="EB Garamond"/>
                <a:sym typeface="EB Garamond"/>
              </a:defRPr>
            </a:lvl8pPr>
            <a:lvl9pPr lvl="8">
              <a:spcBef>
                <a:spcPts val="0"/>
              </a:spcBef>
              <a:spcAft>
                <a:spcPts val="0"/>
              </a:spcAft>
              <a:buSzPts val="4800"/>
              <a:buFont typeface="EB Garamond"/>
              <a:buNone/>
              <a:defRPr sz="6400">
                <a:latin typeface="EB Garamond"/>
                <a:ea typeface="EB Garamond"/>
                <a:cs typeface="EB Garamond"/>
                <a:sym typeface="EB Garamond"/>
              </a:defRPr>
            </a:lvl9pPr>
          </a:lstStyle>
          <a:p>
            <a:r>
              <a:rPr lang="en-US"/>
              <a:t>Click to edit Master title style</a:t>
            </a:r>
            <a:endParaRPr/>
          </a:p>
        </p:txBody>
      </p:sp>
      <p:grpSp>
        <p:nvGrpSpPr>
          <p:cNvPr id="102" name="Google Shape;102;p8"/>
          <p:cNvGrpSpPr/>
          <p:nvPr/>
        </p:nvGrpSpPr>
        <p:grpSpPr>
          <a:xfrm>
            <a:off x="-2610199" y="-2518379"/>
            <a:ext cx="8961673" cy="13714645"/>
            <a:chOff x="-1957650" y="-1888784"/>
            <a:chExt cx="6721255" cy="10285984"/>
          </a:xfrm>
        </p:grpSpPr>
        <p:pic>
          <p:nvPicPr>
            <p:cNvPr id="103" name="Google Shape;103;p8"/>
            <p:cNvPicPr preferRelativeResize="0"/>
            <p:nvPr/>
          </p:nvPicPr>
          <p:blipFill>
            <a:blip r:embed="rId3">
              <a:alphaModFix/>
            </a:blip>
            <a:stretch>
              <a:fillRect/>
            </a:stretch>
          </p:blipFill>
          <p:spPr>
            <a:xfrm rot="7666905" flipH="1">
              <a:off x="-171763" y="3316147"/>
              <a:ext cx="3991123" cy="4345454"/>
            </a:xfrm>
            <a:prstGeom prst="rect">
              <a:avLst/>
            </a:prstGeom>
            <a:noFill/>
            <a:ln>
              <a:noFill/>
            </a:ln>
          </p:spPr>
        </p:pic>
        <p:pic>
          <p:nvPicPr>
            <p:cNvPr id="104" name="Google Shape;104;p8"/>
            <p:cNvPicPr preferRelativeResize="0"/>
            <p:nvPr/>
          </p:nvPicPr>
          <p:blipFill>
            <a:blip r:embed="rId3">
              <a:alphaModFix/>
            </a:blip>
            <a:stretch>
              <a:fillRect/>
            </a:stretch>
          </p:blipFill>
          <p:spPr>
            <a:xfrm rot="-5400000" flipH="1">
              <a:off x="-1780484" y="-2065950"/>
              <a:ext cx="3991120" cy="4345452"/>
            </a:xfrm>
            <a:prstGeom prst="rect">
              <a:avLst/>
            </a:prstGeom>
            <a:noFill/>
            <a:ln>
              <a:noFill/>
            </a:ln>
          </p:spPr>
        </p:pic>
      </p:grpSp>
      <p:pic>
        <p:nvPicPr>
          <p:cNvPr id="105" name="Google Shape;105;p8"/>
          <p:cNvPicPr preferRelativeResize="0"/>
          <p:nvPr/>
        </p:nvPicPr>
        <p:blipFill>
          <a:blip r:embed="rId4">
            <a:alphaModFix/>
          </a:blip>
          <a:stretch>
            <a:fillRect/>
          </a:stretch>
        </p:blipFill>
        <p:spPr>
          <a:xfrm rot="10800000" flipH="1">
            <a:off x="6618455" y="-671596"/>
            <a:ext cx="1391833" cy="1282533"/>
          </a:xfrm>
          <a:prstGeom prst="rect">
            <a:avLst/>
          </a:prstGeom>
          <a:noFill/>
          <a:ln>
            <a:noFill/>
          </a:ln>
        </p:spPr>
      </p:pic>
      <p:grpSp>
        <p:nvGrpSpPr>
          <p:cNvPr id="106" name="Google Shape;106;p8"/>
          <p:cNvGrpSpPr/>
          <p:nvPr/>
        </p:nvGrpSpPr>
        <p:grpSpPr>
          <a:xfrm>
            <a:off x="-379321" y="-846111"/>
            <a:ext cx="7317020" cy="7339523"/>
            <a:chOff x="-284491" y="-634583"/>
            <a:chExt cx="5487765" cy="5504642"/>
          </a:xfrm>
        </p:grpSpPr>
        <p:pic>
          <p:nvPicPr>
            <p:cNvPr id="107" name="Google Shape;107;p8"/>
            <p:cNvPicPr preferRelativeResize="0"/>
            <p:nvPr/>
          </p:nvPicPr>
          <p:blipFill>
            <a:blip r:embed="rId5">
              <a:alphaModFix/>
            </a:blip>
            <a:stretch>
              <a:fillRect/>
            </a:stretch>
          </p:blipFill>
          <p:spPr>
            <a:xfrm rot="1613369" flipH="1">
              <a:off x="249100" y="3736827"/>
              <a:ext cx="1320890" cy="882225"/>
            </a:xfrm>
            <a:prstGeom prst="rect">
              <a:avLst/>
            </a:prstGeom>
            <a:noFill/>
            <a:ln>
              <a:noFill/>
            </a:ln>
          </p:spPr>
        </p:pic>
        <p:pic>
          <p:nvPicPr>
            <p:cNvPr id="108" name="Google Shape;108;p8"/>
            <p:cNvPicPr preferRelativeResize="0"/>
            <p:nvPr/>
          </p:nvPicPr>
          <p:blipFill>
            <a:blip r:embed="rId6">
              <a:alphaModFix/>
            </a:blip>
            <a:stretch>
              <a:fillRect/>
            </a:stretch>
          </p:blipFill>
          <p:spPr>
            <a:xfrm rot="7840044" flipH="1">
              <a:off x="-105851" y="-9485"/>
              <a:ext cx="2362876" cy="1556150"/>
            </a:xfrm>
            <a:prstGeom prst="rect">
              <a:avLst/>
            </a:prstGeom>
            <a:noFill/>
            <a:ln>
              <a:noFill/>
            </a:ln>
          </p:spPr>
        </p:pic>
        <p:pic>
          <p:nvPicPr>
            <p:cNvPr id="109" name="Google Shape;109;p8"/>
            <p:cNvPicPr preferRelativeResize="0"/>
            <p:nvPr/>
          </p:nvPicPr>
          <p:blipFill>
            <a:blip r:embed="rId7">
              <a:alphaModFix/>
            </a:blip>
            <a:stretch>
              <a:fillRect/>
            </a:stretch>
          </p:blipFill>
          <p:spPr>
            <a:xfrm rot="10800000" flipH="1">
              <a:off x="4406674" y="-334335"/>
              <a:ext cx="796600" cy="882224"/>
            </a:xfrm>
            <a:prstGeom prst="rect">
              <a:avLst/>
            </a:prstGeom>
            <a:noFill/>
            <a:ln>
              <a:noFill/>
            </a:ln>
          </p:spPr>
        </p:pic>
      </p:grpSp>
      <p:grpSp>
        <p:nvGrpSpPr>
          <p:cNvPr id="110" name="Google Shape;110;p8"/>
          <p:cNvGrpSpPr/>
          <p:nvPr/>
        </p:nvGrpSpPr>
        <p:grpSpPr>
          <a:xfrm>
            <a:off x="-2610200" y="-2789697"/>
            <a:ext cx="17822819" cy="13720929"/>
            <a:chOff x="-1957650" y="-2092273"/>
            <a:chExt cx="13367114" cy="10290697"/>
          </a:xfrm>
        </p:grpSpPr>
        <p:pic>
          <p:nvPicPr>
            <p:cNvPr id="111" name="Google Shape;111;p8"/>
            <p:cNvPicPr preferRelativeResize="0"/>
            <p:nvPr/>
          </p:nvPicPr>
          <p:blipFill>
            <a:blip r:embed="rId8">
              <a:alphaModFix amt="75000"/>
            </a:blip>
            <a:stretch>
              <a:fillRect/>
            </a:stretch>
          </p:blipFill>
          <p:spPr>
            <a:xfrm rot="-10799956" flipH="1">
              <a:off x="-1957650" y="857009"/>
              <a:ext cx="3055850" cy="2099585"/>
            </a:xfrm>
            <a:prstGeom prst="rect">
              <a:avLst/>
            </a:prstGeom>
            <a:noFill/>
            <a:ln>
              <a:noFill/>
            </a:ln>
          </p:spPr>
        </p:pic>
        <p:pic>
          <p:nvPicPr>
            <p:cNvPr id="112" name="Google Shape;112;p8"/>
            <p:cNvPicPr preferRelativeResize="0"/>
            <p:nvPr/>
          </p:nvPicPr>
          <p:blipFill>
            <a:blip r:embed="rId9">
              <a:alphaModFix/>
            </a:blip>
            <a:stretch>
              <a:fillRect/>
            </a:stretch>
          </p:blipFill>
          <p:spPr>
            <a:xfrm rot="7392123" flipH="1">
              <a:off x="6661918" y="3989918"/>
              <a:ext cx="4514503" cy="2997899"/>
            </a:xfrm>
            <a:prstGeom prst="rect">
              <a:avLst/>
            </a:prstGeom>
            <a:noFill/>
            <a:ln>
              <a:noFill/>
            </a:ln>
          </p:spPr>
        </p:pic>
        <p:pic>
          <p:nvPicPr>
            <p:cNvPr id="113" name="Google Shape;113;p8"/>
            <p:cNvPicPr preferRelativeResize="0"/>
            <p:nvPr/>
          </p:nvPicPr>
          <p:blipFill>
            <a:blip r:embed="rId10">
              <a:alphaModFix amt="76000"/>
            </a:blip>
            <a:stretch>
              <a:fillRect/>
            </a:stretch>
          </p:blipFill>
          <p:spPr>
            <a:xfrm rot="5400000" flipH="1">
              <a:off x="6728673" y="-2157159"/>
              <a:ext cx="3490775" cy="3620548"/>
            </a:xfrm>
            <a:prstGeom prst="rect">
              <a:avLst/>
            </a:prstGeom>
            <a:noFill/>
            <a:ln>
              <a:noFill/>
            </a:ln>
          </p:spPr>
        </p:pic>
      </p:grpSp>
    </p:spTree>
    <p:extLst>
      <p:ext uri="{BB962C8B-B14F-4D97-AF65-F5344CB8AC3E}">
        <p14:creationId xmlns:p14="http://schemas.microsoft.com/office/powerpoint/2010/main" val="24189892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14"/>
        <p:cNvGrpSpPr/>
        <p:nvPr/>
      </p:nvGrpSpPr>
      <p:grpSpPr>
        <a:xfrm>
          <a:off x="0" y="0"/>
          <a:ext cx="0" cy="0"/>
          <a:chOff x="0" y="0"/>
          <a:chExt cx="0" cy="0"/>
        </a:xfrm>
      </p:grpSpPr>
      <p:pic>
        <p:nvPicPr>
          <p:cNvPr id="115" name="Google Shape;115;p9"/>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16" name="Google Shape;116;p9"/>
          <p:cNvSpPr txBox="1">
            <a:spLocks noGrp="1"/>
          </p:cNvSpPr>
          <p:nvPr>
            <p:ph type="title"/>
          </p:nvPr>
        </p:nvSpPr>
        <p:spPr>
          <a:xfrm>
            <a:off x="960000" y="1884700"/>
            <a:ext cx="5726400" cy="279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5333"/>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117" name="Google Shape;117;p9"/>
          <p:cNvSpPr txBox="1">
            <a:spLocks noGrp="1"/>
          </p:cNvSpPr>
          <p:nvPr>
            <p:ph type="subTitle" idx="1"/>
          </p:nvPr>
        </p:nvSpPr>
        <p:spPr>
          <a:xfrm>
            <a:off x="960000" y="4678400"/>
            <a:ext cx="5726400" cy="133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118" name="Google Shape;118;p9"/>
          <p:cNvGrpSpPr/>
          <p:nvPr/>
        </p:nvGrpSpPr>
        <p:grpSpPr>
          <a:xfrm rot="10800000">
            <a:off x="7380273" y="-2169685"/>
            <a:ext cx="7189711" cy="11118789"/>
            <a:chOff x="-1261435" y="-1947425"/>
            <a:chExt cx="5392283" cy="8339092"/>
          </a:xfrm>
        </p:grpSpPr>
        <p:pic>
          <p:nvPicPr>
            <p:cNvPr id="119" name="Google Shape;119;p9"/>
            <p:cNvPicPr preferRelativeResize="0"/>
            <p:nvPr/>
          </p:nvPicPr>
          <p:blipFill>
            <a:blip r:embed="rId3">
              <a:alphaModFix/>
            </a:blip>
            <a:stretch>
              <a:fillRect/>
            </a:stretch>
          </p:blipFill>
          <p:spPr>
            <a:xfrm flipH="1">
              <a:off x="963581" y="-1947425"/>
              <a:ext cx="3167267" cy="2103247"/>
            </a:xfrm>
            <a:prstGeom prst="rect">
              <a:avLst/>
            </a:prstGeom>
            <a:noFill/>
            <a:ln>
              <a:noFill/>
            </a:ln>
          </p:spPr>
        </p:pic>
        <p:pic>
          <p:nvPicPr>
            <p:cNvPr id="120" name="Google Shape;120;p9"/>
            <p:cNvPicPr preferRelativeResize="0"/>
            <p:nvPr/>
          </p:nvPicPr>
          <p:blipFill>
            <a:blip r:embed="rId4">
              <a:alphaModFix/>
            </a:blip>
            <a:stretch>
              <a:fillRect/>
            </a:stretch>
          </p:blipFill>
          <p:spPr>
            <a:xfrm rot="3024203" flipH="1">
              <a:off x="-1110825" y="3267886"/>
              <a:ext cx="3638626" cy="2103250"/>
            </a:xfrm>
            <a:prstGeom prst="rect">
              <a:avLst/>
            </a:prstGeom>
            <a:noFill/>
            <a:ln>
              <a:noFill/>
            </a:ln>
          </p:spPr>
        </p:pic>
      </p:grpSp>
      <p:grpSp>
        <p:nvGrpSpPr>
          <p:cNvPr id="121" name="Google Shape;121;p9"/>
          <p:cNvGrpSpPr/>
          <p:nvPr/>
        </p:nvGrpSpPr>
        <p:grpSpPr>
          <a:xfrm rot="10800000">
            <a:off x="328375" y="-745361"/>
            <a:ext cx="12188184" cy="8066432"/>
            <a:chOff x="278633" y="-726400"/>
            <a:chExt cx="9141138" cy="6049824"/>
          </a:xfrm>
        </p:grpSpPr>
        <p:pic>
          <p:nvPicPr>
            <p:cNvPr id="122" name="Google Shape;122;p9"/>
            <p:cNvPicPr preferRelativeResize="0"/>
            <p:nvPr/>
          </p:nvPicPr>
          <p:blipFill>
            <a:blip r:embed="rId5">
              <a:alphaModFix/>
            </a:blip>
            <a:stretch>
              <a:fillRect/>
            </a:stretch>
          </p:blipFill>
          <p:spPr>
            <a:xfrm flipH="1">
              <a:off x="278633" y="3767275"/>
              <a:ext cx="2362876" cy="1556149"/>
            </a:xfrm>
            <a:prstGeom prst="rect">
              <a:avLst/>
            </a:prstGeom>
            <a:noFill/>
            <a:ln>
              <a:noFill/>
            </a:ln>
          </p:spPr>
        </p:pic>
        <p:pic>
          <p:nvPicPr>
            <p:cNvPr id="123" name="Google Shape;123;p9"/>
            <p:cNvPicPr preferRelativeResize="0"/>
            <p:nvPr/>
          </p:nvPicPr>
          <p:blipFill>
            <a:blip r:embed="rId6">
              <a:alphaModFix/>
            </a:blip>
            <a:stretch>
              <a:fillRect/>
            </a:stretch>
          </p:blipFill>
          <p:spPr>
            <a:xfrm flipH="1">
              <a:off x="8623171" y="-726400"/>
              <a:ext cx="796600" cy="882224"/>
            </a:xfrm>
            <a:prstGeom prst="rect">
              <a:avLst/>
            </a:prstGeom>
            <a:noFill/>
            <a:ln>
              <a:noFill/>
            </a:ln>
          </p:spPr>
        </p:pic>
      </p:grpSp>
      <p:grpSp>
        <p:nvGrpSpPr>
          <p:cNvPr id="124" name="Google Shape;124;p9"/>
          <p:cNvGrpSpPr/>
          <p:nvPr/>
        </p:nvGrpSpPr>
        <p:grpSpPr>
          <a:xfrm rot="10800000">
            <a:off x="1448880" y="-810077"/>
            <a:ext cx="11565531" cy="7352541"/>
            <a:chOff x="-94756" y="-142445"/>
            <a:chExt cx="8674148" cy="5514406"/>
          </a:xfrm>
        </p:grpSpPr>
        <p:pic>
          <p:nvPicPr>
            <p:cNvPr id="125" name="Google Shape;125;p9"/>
            <p:cNvPicPr preferRelativeResize="0"/>
            <p:nvPr/>
          </p:nvPicPr>
          <p:blipFill>
            <a:blip r:embed="rId7">
              <a:alphaModFix amt="69000"/>
            </a:blip>
            <a:stretch>
              <a:fillRect/>
            </a:stretch>
          </p:blipFill>
          <p:spPr>
            <a:xfrm rot="-9899998" flipH="1">
              <a:off x="42840" y="7062"/>
              <a:ext cx="1318127" cy="1236801"/>
            </a:xfrm>
            <a:prstGeom prst="rect">
              <a:avLst/>
            </a:prstGeom>
            <a:noFill/>
            <a:ln>
              <a:noFill/>
            </a:ln>
          </p:spPr>
        </p:pic>
        <p:pic>
          <p:nvPicPr>
            <p:cNvPr id="126" name="Google Shape;126;p9"/>
            <p:cNvPicPr preferRelativeResize="0"/>
            <p:nvPr/>
          </p:nvPicPr>
          <p:blipFill>
            <a:blip r:embed="rId8">
              <a:alphaModFix/>
            </a:blip>
            <a:stretch>
              <a:fillRect/>
            </a:stretch>
          </p:blipFill>
          <p:spPr>
            <a:xfrm flipH="1">
              <a:off x="7535517" y="4410061"/>
              <a:ext cx="1043875" cy="961900"/>
            </a:xfrm>
            <a:prstGeom prst="rect">
              <a:avLst/>
            </a:prstGeom>
            <a:noFill/>
            <a:ln>
              <a:noFill/>
            </a:ln>
          </p:spPr>
        </p:pic>
      </p:grpSp>
      <p:pic>
        <p:nvPicPr>
          <p:cNvPr id="127" name="Google Shape;127;p9"/>
          <p:cNvPicPr preferRelativeResize="0"/>
          <p:nvPr/>
        </p:nvPicPr>
        <p:blipFill>
          <a:blip r:embed="rId9">
            <a:alphaModFix/>
          </a:blip>
          <a:stretch>
            <a:fillRect/>
          </a:stretch>
        </p:blipFill>
        <p:spPr>
          <a:xfrm rot="8100000" flipH="1">
            <a:off x="-1457019" y="-3225199"/>
            <a:ext cx="5321521" cy="5793971"/>
          </a:xfrm>
          <a:prstGeom prst="rect">
            <a:avLst/>
          </a:prstGeom>
          <a:noFill/>
          <a:ln>
            <a:noFill/>
          </a:ln>
        </p:spPr>
      </p:pic>
    </p:spTree>
    <p:extLst>
      <p:ext uri="{BB962C8B-B14F-4D97-AF65-F5344CB8AC3E}">
        <p14:creationId xmlns:p14="http://schemas.microsoft.com/office/powerpoint/2010/main" val="8761219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28"/>
        <p:cNvGrpSpPr/>
        <p:nvPr/>
      </p:nvGrpSpPr>
      <p:grpSpPr>
        <a:xfrm>
          <a:off x="0" y="0"/>
          <a:ext cx="0" cy="0"/>
          <a:chOff x="0" y="0"/>
          <a:chExt cx="0" cy="0"/>
        </a:xfrm>
      </p:grpSpPr>
      <p:sp>
        <p:nvSpPr>
          <p:cNvPr id="129" name="Google Shape;129;p10"/>
          <p:cNvSpPr>
            <a:spLocks noGrp="1"/>
          </p:cNvSpPr>
          <p:nvPr>
            <p:ph type="pic" idx="2"/>
          </p:nvPr>
        </p:nvSpPr>
        <p:spPr>
          <a:xfrm>
            <a:off x="0" y="0"/>
            <a:ext cx="12192000" cy="6858000"/>
          </a:xfrm>
          <a:prstGeom prst="rect">
            <a:avLst/>
          </a:prstGeom>
          <a:noFill/>
          <a:ln>
            <a:noFill/>
          </a:ln>
        </p:spPr>
      </p:sp>
      <p:sp>
        <p:nvSpPr>
          <p:cNvPr id="130" name="Google Shape;130;p10"/>
          <p:cNvSpPr txBox="1">
            <a:spLocks noGrp="1"/>
          </p:cNvSpPr>
          <p:nvPr>
            <p:ph type="title"/>
          </p:nvPr>
        </p:nvSpPr>
        <p:spPr>
          <a:xfrm>
            <a:off x="960000" y="4619567"/>
            <a:ext cx="4847200" cy="1525200"/>
          </a:xfrm>
          <a:prstGeom prst="rect">
            <a:avLst/>
          </a:prstGeom>
          <a:solidFill>
            <a:schemeClr val="lt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lvl1pPr>
            <a:lvl2pPr lvl="1" algn="ctr" rtl="0">
              <a:spcBef>
                <a:spcPts val="0"/>
              </a:spcBef>
              <a:spcAft>
                <a:spcPts val="0"/>
              </a:spcAft>
              <a:buSzPts val="3000"/>
              <a:buFont typeface="EB Garamond"/>
              <a:buNone/>
              <a:defRPr>
                <a:latin typeface="EB Garamond"/>
                <a:ea typeface="EB Garamond"/>
                <a:cs typeface="EB Garamond"/>
                <a:sym typeface="EB Garamond"/>
              </a:defRPr>
            </a:lvl2pPr>
            <a:lvl3pPr lvl="2" algn="ctr" rtl="0">
              <a:spcBef>
                <a:spcPts val="0"/>
              </a:spcBef>
              <a:spcAft>
                <a:spcPts val="0"/>
              </a:spcAft>
              <a:buSzPts val="3000"/>
              <a:buFont typeface="EB Garamond"/>
              <a:buNone/>
              <a:defRPr>
                <a:latin typeface="EB Garamond"/>
                <a:ea typeface="EB Garamond"/>
                <a:cs typeface="EB Garamond"/>
                <a:sym typeface="EB Garamond"/>
              </a:defRPr>
            </a:lvl3pPr>
            <a:lvl4pPr lvl="3" algn="ctr" rtl="0">
              <a:spcBef>
                <a:spcPts val="0"/>
              </a:spcBef>
              <a:spcAft>
                <a:spcPts val="0"/>
              </a:spcAft>
              <a:buSzPts val="3000"/>
              <a:buFont typeface="EB Garamond"/>
              <a:buNone/>
              <a:defRPr>
                <a:latin typeface="EB Garamond"/>
                <a:ea typeface="EB Garamond"/>
                <a:cs typeface="EB Garamond"/>
                <a:sym typeface="EB Garamond"/>
              </a:defRPr>
            </a:lvl4pPr>
            <a:lvl5pPr lvl="4" algn="ctr" rtl="0">
              <a:spcBef>
                <a:spcPts val="0"/>
              </a:spcBef>
              <a:spcAft>
                <a:spcPts val="0"/>
              </a:spcAft>
              <a:buSzPts val="3000"/>
              <a:buFont typeface="EB Garamond"/>
              <a:buNone/>
              <a:defRPr>
                <a:latin typeface="EB Garamond"/>
                <a:ea typeface="EB Garamond"/>
                <a:cs typeface="EB Garamond"/>
                <a:sym typeface="EB Garamond"/>
              </a:defRPr>
            </a:lvl5pPr>
            <a:lvl6pPr lvl="5" algn="ctr" rtl="0">
              <a:spcBef>
                <a:spcPts val="0"/>
              </a:spcBef>
              <a:spcAft>
                <a:spcPts val="0"/>
              </a:spcAft>
              <a:buSzPts val="3000"/>
              <a:buFont typeface="EB Garamond"/>
              <a:buNone/>
              <a:defRPr>
                <a:latin typeface="EB Garamond"/>
                <a:ea typeface="EB Garamond"/>
                <a:cs typeface="EB Garamond"/>
                <a:sym typeface="EB Garamond"/>
              </a:defRPr>
            </a:lvl6pPr>
            <a:lvl7pPr lvl="6" algn="ctr" rtl="0">
              <a:spcBef>
                <a:spcPts val="0"/>
              </a:spcBef>
              <a:spcAft>
                <a:spcPts val="0"/>
              </a:spcAft>
              <a:buSzPts val="3000"/>
              <a:buFont typeface="EB Garamond"/>
              <a:buNone/>
              <a:defRPr>
                <a:latin typeface="EB Garamond"/>
                <a:ea typeface="EB Garamond"/>
                <a:cs typeface="EB Garamond"/>
                <a:sym typeface="EB Garamond"/>
              </a:defRPr>
            </a:lvl7pPr>
            <a:lvl8pPr lvl="7" algn="ctr" rtl="0">
              <a:spcBef>
                <a:spcPts val="0"/>
              </a:spcBef>
              <a:spcAft>
                <a:spcPts val="0"/>
              </a:spcAft>
              <a:buSzPts val="3000"/>
              <a:buFont typeface="EB Garamond"/>
              <a:buNone/>
              <a:defRPr>
                <a:latin typeface="EB Garamond"/>
                <a:ea typeface="EB Garamond"/>
                <a:cs typeface="EB Garamond"/>
                <a:sym typeface="EB Garamond"/>
              </a:defRPr>
            </a:lvl8pPr>
            <a:lvl9pPr lvl="8" algn="ctr"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Tree>
    <p:extLst>
      <p:ext uri="{BB962C8B-B14F-4D97-AF65-F5344CB8AC3E}">
        <p14:creationId xmlns:p14="http://schemas.microsoft.com/office/powerpoint/2010/main" val="29872858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31"/>
        <p:cNvGrpSpPr/>
        <p:nvPr/>
      </p:nvGrpSpPr>
      <p:grpSpPr>
        <a:xfrm>
          <a:off x="0" y="0"/>
          <a:ext cx="0" cy="0"/>
          <a:chOff x="0" y="0"/>
          <a:chExt cx="0" cy="0"/>
        </a:xfrm>
      </p:grpSpPr>
      <p:pic>
        <p:nvPicPr>
          <p:cNvPr id="132" name="Google Shape;132;p11"/>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33" name="Google Shape;133;p11"/>
          <p:cNvGrpSpPr/>
          <p:nvPr/>
        </p:nvGrpSpPr>
        <p:grpSpPr>
          <a:xfrm>
            <a:off x="-2610200" y="-4609997"/>
            <a:ext cx="10147007" cy="13714628"/>
            <a:chOff x="-1957650" y="-3457498"/>
            <a:chExt cx="7610255" cy="10285971"/>
          </a:xfrm>
        </p:grpSpPr>
        <p:pic>
          <p:nvPicPr>
            <p:cNvPr id="134" name="Google Shape;134;p11"/>
            <p:cNvPicPr preferRelativeResize="0"/>
            <p:nvPr/>
          </p:nvPicPr>
          <p:blipFill>
            <a:blip r:embed="rId3">
              <a:alphaModFix/>
            </a:blip>
            <a:stretch>
              <a:fillRect/>
            </a:stretch>
          </p:blipFill>
          <p:spPr>
            <a:xfrm rot="3133095">
              <a:off x="717237" y="-2721899"/>
              <a:ext cx="3991123" cy="4345454"/>
            </a:xfrm>
            <a:prstGeom prst="rect">
              <a:avLst/>
            </a:prstGeom>
            <a:noFill/>
            <a:ln>
              <a:noFill/>
            </a:ln>
          </p:spPr>
        </p:pic>
        <p:pic>
          <p:nvPicPr>
            <p:cNvPr id="135" name="Google Shape;135;p11"/>
            <p:cNvPicPr preferRelativeResize="0"/>
            <p:nvPr/>
          </p:nvPicPr>
          <p:blipFill>
            <a:blip r:embed="rId3">
              <a:alphaModFix/>
            </a:blip>
            <a:stretch>
              <a:fillRect/>
            </a:stretch>
          </p:blipFill>
          <p:spPr>
            <a:xfrm rot="-5400000">
              <a:off x="-1780484" y="2660188"/>
              <a:ext cx="3991120" cy="4345452"/>
            </a:xfrm>
            <a:prstGeom prst="rect">
              <a:avLst/>
            </a:prstGeom>
            <a:noFill/>
            <a:ln>
              <a:noFill/>
            </a:ln>
          </p:spPr>
        </p:pic>
      </p:grpSp>
      <p:pic>
        <p:nvPicPr>
          <p:cNvPr id="136" name="Google Shape;136;p11"/>
          <p:cNvPicPr preferRelativeResize="0"/>
          <p:nvPr/>
        </p:nvPicPr>
        <p:blipFill>
          <a:blip r:embed="rId4">
            <a:alphaModFix/>
          </a:blip>
          <a:stretch>
            <a:fillRect/>
          </a:stretch>
        </p:blipFill>
        <p:spPr>
          <a:xfrm>
            <a:off x="6618455" y="5975315"/>
            <a:ext cx="1391833" cy="1282533"/>
          </a:xfrm>
          <a:prstGeom prst="rect">
            <a:avLst/>
          </a:prstGeom>
          <a:noFill/>
          <a:ln>
            <a:noFill/>
          </a:ln>
        </p:spPr>
      </p:pic>
      <p:grpSp>
        <p:nvGrpSpPr>
          <p:cNvPr id="137" name="Google Shape;137;p11"/>
          <p:cNvGrpSpPr/>
          <p:nvPr/>
        </p:nvGrpSpPr>
        <p:grpSpPr>
          <a:xfrm>
            <a:off x="-379321" y="-707188"/>
            <a:ext cx="12571325" cy="8139551"/>
            <a:chOff x="-284491" y="-530391"/>
            <a:chExt cx="9428494" cy="6104663"/>
          </a:xfrm>
        </p:grpSpPr>
        <p:pic>
          <p:nvPicPr>
            <p:cNvPr id="138" name="Google Shape;138;p11"/>
            <p:cNvPicPr preferRelativeResize="0"/>
            <p:nvPr/>
          </p:nvPicPr>
          <p:blipFill>
            <a:blip r:embed="rId5">
              <a:alphaModFix/>
            </a:blip>
            <a:stretch>
              <a:fillRect/>
            </a:stretch>
          </p:blipFill>
          <p:spPr>
            <a:xfrm>
              <a:off x="280850" y="98388"/>
              <a:ext cx="1320889" cy="882225"/>
            </a:xfrm>
            <a:prstGeom prst="rect">
              <a:avLst/>
            </a:prstGeom>
            <a:noFill/>
            <a:ln>
              <a:noFill/>
            </a:ln>
          </p:spPr>
        </p:pic>
        <p:pic>
          <p:nvPicPr>
            <p:cNvPr id="139" name="Google Shape;139;p11"/>
            <p:cNvPicPr preferRelativeResize="0"/>
            <p:nvPr/>
          </p:nvPicPr>
          <p:blipFill>
            <a:blip r:embed="rId6">
              <a:alphaModFix/>
            </a:blip>
            <a:stretch>
              <a:fillRect/>
            </a:stretch>
          </p:blipFill>
          <p:spPr>
            <a:xfrm rot="2959956">
              <a:off x="-105851" y="3393025"/>
              <a:ext cx="2362876" cy="1556150"/>
            </a:xfrm>
            <a:prstGeom prst="rect">
              <a:avLst/>
            </a:prstGeom>
            <a:noFill/>
            <a:ln>
              <a:noFill/>
            </a:ln>
          </p:spPr>
        </p:pic>
        <p:pic>
          <p:nvPicPr>
            <p:cNvPr id="140" name="Google Shape;140;p11"/>
            <p:cNvPicPr preferRelativeResize="0"/>
            <p:nvPr/>
          </p:nvPicPr>
          <p:blipFill>
            <a:blip r:embed="rId7">
              <a:alphaModFix/>
            </a:blip>
            <a:stretch>
              <a:fillRect/>
            </a:stretch>
          </p:blipFill>
          <p:spPr>
            <a:xfrm rot="2257247">
              <a:off x="5882612" y="313408"/>
              <a:ext cx="3202202" cy="1284687"/>
            </a:xfrm>
            <a:prstGeom prst="rect">
              <a:avLst/>
            </a:prstGeom>
            <a:noFill/>
            <a:ln>
              <a:noFill/>
            </a:ln>
          </p:spPr>
        </p:pic>
        <p:pic>
          <p:nvPicPr>
            <p:cNvPr id="141" name="Google Shape;141;p11"/>
            <p:cNvPicPr preferRelativeResize="0"/>
            <p:nvPr/>
          </p:nvPicPr>
          <p:blipFill>
            <a:blip r:embed="rId8">
              <a:alphaModFix/>
            </a:blip>
            <a:stretch>
              <a:fillRect/>
            </a:stretch>
          </p:blipFill>
          <p:spPr>
            <a:xfrm>
              <a:off x="4406674" y="4391800"/>
              <a:ext cx="796600" cy="882224"/>
            </a:xfrm>
            <a:prstGeom prst="rect">
              <a:avLst/>
            </a:prstGeom>
            <a:noFill/>
            <a:ln>
              <a:noFill/>
            </a:ln>
          </p:spPr>
        </p:pic>
      </p:grpSp>
      <p:grpSp>
        <p:nvGrpSpPr>
          <p:cNvPr id="142" name="Google Shape;142;p11"/>
          <p:cNvGrpSpPr/>
          <p:nvPr/>
        </p:nvGrpSpPr>
        <p:grpSpPr>
          <a:xfrm>
            <a:off x="8571834" y="-4344978"/>
            <a:ext cx="6640785" cy="13720929"/>
            <a:chOff x="6428875" y="-3258734"/>
            <a:chExt cx="4980589" cy="10290697"/>
          </a:xfrm>
        </p:grpSpPr>
        <p:pic>
          <p:nvPicPr>
            <p:cNvPr id="143" name="Google Shape;143;p11"/>
            <p:cNvPicPr preferRelativeResize="0"/>
            <p:nvPr/>
          </p:nvPicPr>
          <p:blipFill>
            <a:blip r:embed="rId9">
              <a:alphaModFix/>
            </a:blip>
            <a:stretch>
              <a:fillRect/>
            </a:stretch>
          </p:blipFill>
          <p:spPr>
            <a:xfrm rot="3407877">
              <a:off x="6661918" y="-2048128"/>
              <a:ext cx="4514503" cy="2997899"/>
            </a:xfrm>
            <a:prstGeom prst="rect">
              <a:avLst/>
            </a:prstGeom>
            <a:noFill/>
            <a:ln>
              <a:noFill/>
            </a:ln>
          </p:spPr>
        </p:pic>
        <p:pic>
          <p:nvPicPr>
            <p:cNvPr id="144" name="Google Shape;144;p11"/>
            <p:cNvPicPr preferRelativeResize="0"/>
            <p:nvPr/>
          </p:nvPicPr>
          <p:blipFill>
            <a:blip r:embed="rId10">
              <a:alphaModFix amt="75000"/>
            </a:blip>
            <a:stretch>
              <a:fillRect/>
            </a:stretch>
          </p:blipFill>
          <p:spPr>
            <a:xfrm rot="-44">
              <a:off x="7816150" y="2218421"/>
              <a:ext cx="3055850" cy="2099585"/>
            </a:xfrm>
            <a:prstGeom prst="rect">
              <a:avLst/>
            </a:prstGeom>
            <a:noFill/>
            <a:ln>
              <a:noFill/>
            </a:ln>
          </p:spPr>
        </p:pic>
        <p:pic>
          <p:nvPicPr>
            <p:cNvPr id="145" name="Google Shape;145;p11"/>
            <p:cNvPicPr preferRelativeResize="0"/>
            <p:nvPr/>
          </p:nvPicPr>
          <p:blipFill>
            <a:blip r:embed="rId11">
              <a:alphaModFix amt="76000"/>
            </a:blip>
            <a:stretch>
              <a:fillRect/>
            </a:stretch>
          </p:blipFill>
          <p:spPr>
            <a:xfrm rot="5400000">
              <a:off x="6728673" y="3476301"/>
              <a:ext cx="3490775" cy="3620548"/>
            </a:xfrm>
            <a:prstGeom prst="rect">
              <a:avLst/>
            </a:prstGeom>
            <a:noFill/>
            <a:ln>
              <a:noFill/>
            </a:ln>
          </p:spPr>
        </p:pic>
      </p:grpSp>
      <p:sp>
        <p:nvSpPr>
          <p:cNvPr id="146" name="Google Shape;146;p11"/>
          <p:cNvSpPr txBox="1">
            <a:spLocks noGrp="1"/>
          </p:cNvSpPr>
          <p:nvPr>
            <p:ph type="title" hasCustomPrompt="1"/>
          </p:nvPr>
        </p:nvSpPr>
        <p:spPr>
          <a:xfrm>
            <a:off x="2752600" y="2243272"/>
            <a:ext cx="6686800" cy="1604400"/>
          </a:xfrm>
          <a:prstGeom prst="rect">
            <a:avLst/>
          </a:prstGeom>
        </p:spPr>
        <p:txBody>
          <a:bodyPr spcFirstLastPara="1" wrap="square" lIns="91425" tIns="91425" rIns="91425" bIns="91425" anchor="b" anchorCtr="0">
            <a:noAutofit/>
          </a:bodyPr>
          <a:lstStyle>
            <a:lvl1pPr marL="0" marR="0" lvl="0" indent="0" algn="ctr" rtl="0">
              <a:lnSpc>
                <a:spcPct val="115000"/>
              </a:lnSpc>
              <a:spcBef>
                <a:spcPts val="0"/>
              </a:spcBef>
              <a:spcAft>
                <a:spcPts val="0"/>
              </a:spcAft>
              <a:buSzPts val="9600"/>
              <a:buNone/>
              <a:defRPr sz="8000">
                <a:solidFill>
                  <a:schemeClr val="dk2"/>
                </a:solidFill>
              </a:defRPr>
            </a:lvl1pPr>
            <a:lvl2pPr lvl="1" algn="ctr">
              <a:spcBef>
                <a:spcPts val="0"/>
              </a:spcBef>
              <a:spcAft>
                <a:spcPts val="0"/>
              </a:spcAft>
              <a:buSzPts val="9600"/>
              <a:buFont typeface="EB Garamond"/>
              <a:buNone/>
              <a:defRPr sz="12800">
                <a:latin typeface="EB Garamond"/>
                <a:ea typeface="EB Garamond"/>
                <a:cs typeface="EB Garamond"/>
                <a:sym typeface="EB Garamond"/>
              </a:defRPr>
            </a:lvl2pPr>
            <a:lvl3pPr lvl="2" algn="ctr">
              <a:spcBef>
                <a:spcPts val="0"/>
              </a:spcBef>
              <a:spcAft>
                <a:spcPts val="0"/>
              </a:spcAft>
              <a:buSzPts val="9600"/>
              <a:buFont typeface="EB Garamond"/>
              <a:buNone/>
              <a:defRPr sz="12800">
                <a:latin typeface="EB Garamond"/>
                <a:ea typeface="EB Garamond"/>
                <a:cs typeface="EB Garamond"/>
                <a:sym typeface="EB Garamond"/>
              </a:defRPr>
            </a:lvl3pPr>
            <a:lvl4pPr lvl="3" algn="ctr">
              <a:spcBef>
                <a:spcPts val="0"/>
              </a:spcBef>
              <a:spcAft>
                <a:spcPts val="0"/>
              </a:spcAft>
              <a:buSzPts val="9600"/>
              <a:buFont typeface="EB Garamond"/>
              <a:buNone/>
              <a:defRPr sz="12800">
                <a:latin typeface="EB Garamond"/>
                <a:ea typeface="EB Garamond"/>
                <a:cs typeface="EB Garamond"/>
                <a:sym typeface="EB Garamond"/>
              </a:defRPr>
            </a:lvl4pPr>
            <a:lvl5pPr lvl="4" algn="ctr">
              <a:spcBef>
                <a:spcPts val="0"/>
              </a:spcBef>
              <a:spcAft>
                <a:spcPts val="0"/>
              </a:spcAft>
              <a:buSzPts val="9600"/>
              <a:buFont typeface="EB Garamond"/>
              <a:buNone/>
              <a:defRPr sz="12800">
                <a:latin typeface="EB Garamond"/>
                <a:ea typeface="EB Garamond"/>
                <a:cs typeface="EB Garamond"/>
                <a:sym typeface="EB Garamond"/>
              </a:defRPr>
            </a:lvl5pPr>
            <a:lvl6pPr lvl="5" algn="ctr">
              <a:spcBef>
                <a:spcPts val="0"/>
              </a:spcBef>
              <a:spcAft>
                <a:spcPts val="0"/>
              </a:spcAft>
              <a:buSzPts val="9600"/>
              <a:buFont typeface="EB Garamond"/>
              <a:buNone/>
              <a:defRPr sz="12800">
                <a:latin typeface="EB Garamond"/>
                <a:ea typeface="EB Garamond"/>
                <a:cs typeface="EB Garamond"/>
                <a:sym typeface="EB Garamond"/>
              </a:defRPr>
            </a:lvl6pPr>
            <a:lvl7pPr lvl="6" algn="ctr">
              <a:spcBef>
                <a:spcPts val="0"/>
              </a:spcBef>
              <a:spcAft>
                <a:spcPts val="0"/>
              </a:spcAft>
              <a:buSzPts val="9600"/>
              <a:buFont typeface="EB Garamond"/>
              <a:buNone/>
              <a:defRPr sz="12800">
                <a:latin typeface="EB Garamond"/>
                <a:ea typeface="EB Garamond"/>
                <a:cs typeface="EB Garamond"/>
                <a:sym typeface="EB Garamond"/>
              </a:defRPr>
            </a:lvl7pPr>
            <a:lvl8pPr lvl="7" algn="ctr">
              <a:spcBef>
                <a:spcPts val="0"/>
              </a:spcBef>
              <a:spcAft>
                <a:spcPts val="0"/>
              </a:spcAft>
              <a:buSzPts val="9600"/>
              <a:buFont typeface="EB Garamond"/>
              <a:buNone/>
              <a:defRPr sz="12800">
                <a:latin typeface="EB Garamond"/>
                <a:ea typeface="EB Garamond"/>
                <a:cs typeface="EB Garamond"/>
                <a:sym typeface="EB Garamond"/>
              </a:defRPr>
            </a:lvl8pPr>
            <a:lvl9pPr lvl="8" algn="ctr">
              <a:spcBef>
                <a:spcPts val="0"/>
              </a:spcBef>
              <a:spcAft>
                <a:spcPts val="0"/>
              </a:spcAft>
              <a:buSzPts val="9600"/>
              <a:buFont typeface="EB Garamond"/>
              <a:buNone/>
              <a:defRPr sz="12800">
                <a:latin typeface="EB Garamond"/>
                <a:ea typeface="EB Garamond"/>
                <a:cs typeface="EB Garamond"/>
                <a:sym typeface="EB Garamond"/>
              </a:defRPr>
            </a:lvl9pPr>
          </a:lstStyle>
          <a:p>
            <a:r>
              <a:t>xx%</a:t>
            </a:r>
          </a:p>
        </p:txBody>
      </p:sp>
      <p:sp>
        <p:nvSpPr>
          <p:cNvPr id="147" name="Google Shape;147;p11"/>
          <p:cNvSpPr txBox="1">
            <a:spLocks noGrp="1"/>
          </p:cNvSpPr>
          <p:nvPr>
            <p:ph type="subTitle" idx="1"/>
          </p:nvPr>
        </p:nvSpPr>
        <p:spPr>
          <a:xfrm>
            <a:off x="2752600" y="3838667"/>
            <a:ext cx="66868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17923034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48"/>
        <p:cNvGrpSpPr/>
        <p:nvPr/>
      </p:nvGrpSpPr>
      <p:grpSpPr>
        <a:xfrm>
          <a:off x="0" y="0"/>
          <a:ext cx="0" cy="0"/>
          <a:chOff x="0" y="0"/>
          <a:chExt cx="0" cy="0"/>
        </a:xfrm>
      </p:grpSpPr>
    </p:spTree>
    <p:extLst>
      <p:ext uri="{BB962C8B-B14F-4D97-AF65-F5344CB8AC3E}">
        <p14:creationId xmlns:p14="http://schemas.microsoft.com/office/powerpoint/2010/main" val="17344216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49"/>
        <p:cNvGrpSpPr/>
        <p:nvPr/>
      </p:nvGrpSpPr>
      <p:grpSpPr>
        <a:xfrm>
          <a:off x="0" y="0"/>
          <a:ext cx="0" cy="0"/>
          <a:chOff x="0" y="0"/>
          <a:chExt cx="0" cy="0"/>
        </a:xfrm>
      </p:grpSpPr>
      <p:pic>
        <p:nvPicPr>
          <p:cNvPr id="150" name="Google Shape;150;p13"/>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51" name="Google Shape;151;p13"/>
          <p:cNvGrpSpPr/>
          <p:nvPr/>
        </p:nvGrpSpPr>
        <p:grpSpPr>
          <a:xfrm>
            <a:off x="1531181" y="6269334"/>
            <a:ext cx="5049792" cy="4287909"/>
            <a:chOff x="1148386" y="4702000"/>
            <a:chExt cx="3787344" cy="3215932"/>
          </a:xfrm>
        </p:grpSpPr>
        <p:pic>
          <p:nvPicPr>
            <p:cNvPr id="152" name="Google Shape;152;p13"/>
            <p:cNvPicPr preferRelativeResize="0"/>
            <p:nvPr/>
          </p:nvPicPr>
          <p:blipFill>
            <a:blip r:embed="rId3">
              <a:alphaModFix/>
            </a:blip>
            <a:stretch>
              <a:fillRect/>
            </a:stretch>
          </p:blipFill>
          <p:spPr>
            <a:xfrm>
              <a:off x="1148386" y="4702000"/>
              <a:ext cx="2027866" cy="2103247"/>
            </a:xfrm>
            <a:prstGeom prst="rect">
              <a:avLst/>
            </a:prstGeom>
            <a:noFill/>
            <a:ln>
              <a:noFill/>
            </a:ln>
          </p:spPr>
        </p:pic>
        <p:pic>
          <p:nvPicPr>
            <p:cNvPr id="153" name="Google Shape;153;p13"/>
            <p:cNvPicPr preferRelativeResize="0"/>
            <p:nvPr/>
          </p:nvPicPr>
          <p:blipFill>
            <a:blip r:embed="rId4">
              <a:alphaModFix/>
            </a:blip>
            <a:stretch>
              <a:fillRect/>
            </a:stretch>
          </p:blipFill>
          <p:spPr>
            <a:xfrm rot="5400000">
              <a:off x="2300473" y="5282675"/>
              <a:ext cx="3167267" cy="2103247"/>
            </a:xfrm>
            <a:prstGeom prst="rect">
              <a:avLst/>
            </a:prstGeom>
            <a:noFill/>
            <a:ln>
              <a:noFill/>
            </a:ln>
          </p:spPr>
        </p:pic>
      </p:grpSp>
      <p:grpSp>
        <p:nvGrpSpPr>
          <p:cNvPr id="154" name="Google Shape;154;p13"/>
          <p:cNvGrpSpPr/>
          <p:nvPr/>
        </p:nvGrpSpPr>
        <p:grpSpPr>
          <a:xfrm>
            <a:off x="9420622" y="-923099"/>
            <a:ext cx="3244261" cy="2467464"/>
            <a:chOff x="7065466" y="-692324"/>
            <a:chExt cx="2433196" cy="1850598"/>
          </a:xfrm>
        </p:grpSpPr>
        <p:pic>
          <p:nvPicPr>
            <p:cNvPr id="155" name="Google Shape;155;p13"/>
            <p:cNvPicPr preferRelativeResize="0"/>
            <p:nvPr/>
          </p:nvPicPr>
          <p:blipFill>
            <a:blip r:embed="rId5">
              <a:alphaModFix/>
            </a:blip>
            <a:stretch>
              <a:fillRect/>
            </a:stretch>
          </p:blipFill>
          <p:spPr>
            <a:xfrm rot="-5400000">
              <a:off x="8156325" y="-184062"/>
              <a:ext cx="1850598" cy="834075"/>
            </a:xfrm>
            <a:prstGeom prst="rect">
              <a:avLst/>
            </a:prstGeom>
            <a:noFill/>
            <a:ln>
              <a:noFill/>
            </a:ln>
          </p:spPr>
        </p:pic>
        <p:pic>
          <p:nvPicPr>
            <p:cNvPr id="156" name="Google Shape;156;p13"/>
            <p:cNvPicPr preferRelativeResize="0"/>
            <p:nvPr/>
          </p:nvPicPr>
          <p:blipFill>
            <a:blip r:embed="rId6">
              <a:alphaModFix amt="63000"/>
            </a:blip>
            <a:stretch>
              <a:fillRect/>
            </a:stretch>
          </p:blipFill>
          <p:spPr>
            <a:xfrm>
              <a:off x="7065466" y="-604789"/>
              <a:ext cx="1043875" cy="961900"/>
            </a:xfrm>
            <a:prstGeom prst="rect">
              <a:avLst/>
            </a:prstGeom>
            <a:noFill/>
            <a:ln>
              <a:noFill/>
            </a:ln>
          </p:spPr>
        </p:pic>
      </p:grpSp>
      <p:grpSp>
        <p:nvGrpSpPr>
          <p:cNvPr id="157" name="Google Shape;157;p13"/>
          <p:cNvGrpSpPr/>
          <p:nvPr/>
        </p:nvGrpSpPr>
        <p:grpSpPr>
          <a:xfrm>
            <a:off x="-4982591" y="-4516671"/>
            <a:ext cx="22688489" cy="14171612"/>
            <a:chOff x="-3736944" y="-3387504"/>
            <a:chExt cx="17016367" cy="10628709"/>
          </a:xfrm>
        </p:grpSpPr>
        <p:pic>
          <p:nvPicPr>
            <p:cNvPr id="158" name="Google Shape;158;p13"/>
            <p:cNvPicPr preferRelativeResize="0"/>
            <p:nvPr/>
          </p:nvPicPr>
          <p:blipFill>
            <a:blip r:embed="rId7">
              <a:alphaModFix/>
            </a:blip>
            <a:stretch>
              <a:fillRect/>
            </a:stretch>
          </p:blipFill>
          <p:spPr>
            <a:xfrm rot="2007324">
              <a:off x="8095575" y="1814813"/>
              <a:ext cx="4258574" cy="4636654"/>
            </a:xfrm>
            <a:prstGeom prst="rect">
              <a:avLst/>
            </a:prstGeom>
            <a:noFill/>
            <a:ln>
              <a:noFill/>
            </a:ln>
          </p:spPr>
        </p:pic>
        <p:pic>
          <p:nvPicPr>
            <p:cNvPr id="159" name="Google Shape;159;p13"/>
            <p:cNvPicPr preferRelativeResize="0"/>
            <p:nvPr/>
          </p:nvPicPr>
          <p:blipFill>
            <a:blip r:embed="rId7">
              <a:alphaModFix/>
            </a:blip>
            <a:stretch>
              <a:fillRect/>
            </a:stretch>
          </p:blipFill>
          <p:spPr>
            <a:xfrm rot="-4555981">
              <a:off x="-3099888" y="-3076913"/>
              <a:ext cx="4258574" cy="4636656"/>
            </a:xfrm>
            <a:prstGeom prst="rect">
              <a:avLst/>
            </a:prstGeom>
            <a:noFill/>
            <a:ln>
              <a:noFill/>
            </a:ln>
          </p:spPr>
        </p:pic>
      </p:grpSp>
      <p:grpSp>
        <p:nvGrpSpPr>
          <p:cNvPr id="160" name="Google Shape;160;p13"/>
          <p:cNvGrpSpPr/>
          <p:nvPr/>
        </p:nvGrpSpPr>
        <p:grpSpPr>
          <a:xfrm>
            <a:off x="838523" y="-2579038"/>
            <a:ext cx="11235373" cy="10328639"/>
            <a:chOff x="628892" y="-1934279"/>
            <a:chExt cx="8426530" cy="7746479"/>
          </a:xfrm>
        </p:grpSpPr>
        <p:pic>
          <p:nvPicPr>
            <p:cNvPr id="161" name="Google Shape;161;p13"/>
            <p:cNvPicPr preferRelativeResize="0"/>
            <p:nvPr/>
          </p:nvPicPr>
          <p:blipFill>
            <a:blip r:embed="rId8">
              <a:alphaModFix/>
            </a:blip>
            <a:stretch>
              <a:fillRect/>
            </a:stretch>
          </p:blipFill>
          <p:spPr>
            <a:xfrm rot="9275489">
              <a:off x="769875" y="-1204660"/>
              <a:ext cx="3739115" cy="1500093"/>
            </a:xfrm>
            <a:prstGeom prst="rect">
              <a:avLst/>
            </a:prstGeom>
            <a:noFill/>
            <a:ln>
              <a:noFill/>
            </a:ln>
          </p:spPr>
        </p:pic>
        <p:pic>
          <p:nvPicPr>
            <p:cNvPr id="162" name="Google Shape;162;p13"/>
            <p:cNvPicPr preferRelativeResize="0"/>
            <p:nvPr/>
          </p:nvPicPr>
          <p:blipFill>
            <a:blip r:embed="rId9">
              <a:alphaModFix/>
            </a:blip>
            <a:stretch>
              <a:fillRect/>
            </a:stretch>
          </p:blipFill>
          <p:spPr>
            <a:xfrm>
              <a:off x="6874648" y="4608575"/>
              <a:ext cx="1086799" cy="1203625"/>
            </a:xfrm>
            <a:prstGeom prst="rect">
              <a:avLst/>
            </a:prstGeom>
            <a:noFill/>
            <a:ln>
              <a:noFill/>
            </a:ln>
          </p:spPr>
        </p:pic>
        <p:pic>
          <p:nvPicPr>
            <p:cNvPr id="163" name="Google Shape;163;p13"/>
            <p:cNvPicPr preferRelativeResize="0"/>
            <p:nvPr/>
          </p:nvPicPr>
          <p:blipFill>
            <a:blip r:embed="rId10">
              <a:alphaModFix/>
            </a:blip>
            <a:stretch>
              <a:fillRect/>
            </a:stretch>
          </p:blipFill>
          <p:spPr>
            <a:xfrm rot="3449620">
              <a:off x="7863247" y="-389063"/>
              <a:ext cx="1135050" cy="758101"/>
            </a:xfrm>
            <a:prstGeom prst="rect">
              <a:avLst/>
            </a:prstGeom>
            <a:noFill/>
            <a:ln>
              <a:noFill/>
            </a:ln>
          </p:spPr>
        </p:pic>
      </p:grpSp>
      <p:sp>
        <p:nvSpPr>
          <p:cNvPr id="164" name="Google Shape;164;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165" name="Google Shape;165;p13"/>
          <p:cNvSpPr txBox="1">
            <a:spLocks noGrp="1"/>
          </p:cNvSpPr>
          <p:nvPr>
            <p:ph type="subTitle" idx="1"/>
          </p:nvPr>
        </p:nvSpPr>
        <p:spPr>
          <a:xfrm>
            <a:off x="950967"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6" name="Google Shape;166;p13"/>
          <p:cNvSpPr txBox="1">
            <a:spLocks noGrp="1"/>
          </p:cNvSpPr>
          <p:nvPr>
            <p:ph type="subTitle" idx="2"/>
          </p:nvPr>
        </p:nvSpPr>
        <p:spPr>
          <a:xfrm>
            <a:off x="950967"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7" name="Google Shape;167;p13"/>
          <p:cNvSpPr txBox="1">
            <a:spLocks noGrp="1"/>
          </p:cNvSpPr>
          <p:nvPr>
            <p:ph type="subTitle" idx="3"/>
          </p:nvPr>
        </p:nvSpPr>
        <p:spPr>
          <a:xfrm>
            <a:off x="4559000"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8" name="Google Shape;168;p13"/>
          <p:cNvSpPr txBox="1">
            <a:spLocks noGrp="1"/>
          </p:cNvSpPr>
          <p:nvPr>
            <p:ph type="subTitle" idx="4"/>
          </p:nvPr>
        </p:nvSpPr>
        <p:spPr>
          <a:xfrm>
            <a:off x="4559000"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9" name="Google Shape;169;p13"/>
          <p:cNvSpPr txBox="1">
            <a:spLocks noGrp="1"/>
          </p:cNvSpPr>
          <p:nvPr>
            <p:ph type="title" idx="5" hasCustomPrompt="1"/>
          </p:nvPr>
        </p:nvSpPr>
        <p:spPr>
          <a:xfrm>
            <a:off x="1887167"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0" name="Google Shape;170;p13"/>
          <p:cNvSpPr txBox="1">
            <a:spLocks noGrp="1"/>
          </p:cNvSpPr>
          <p:nvPr>
            <p:ph type="title" idx="6" hasCustomPrompt="1"/>
          </p:nvPr>
        </p:nvSpPr>
        <p:spPr>
          <a:xfrm>
            <a:off x="5495200"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1" name="Google Shape;171;p13"/>
          <p:cNvSpPr txBox="1">
            <a:spLocks noGrp="1"/>
          </p:cNvSpPr>
          <p:nvPr>
            <p:ph type="title" idx="7" hasCustomPrompt="1"/>
          </p:nvPr>
        </p:nvSpPr>
        <p:spPr>
          <a:xfrm>
            <a:off x="1887167"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2" name="Google Shape;172;p13"/>
          <p:cNvSpPr txBox="1">
            <a:spLocks noGrp="1"/>
          </p:cNvSpPr>
          <p:nvPr>
            <p:ph type="title" idx="8" hasCustomPrompt="1"/>
          </p:nvPr>
        </p:nvSpPr>
        <p:spPr>
          <a:xfrm>
            <a:off x="5495200"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3" name="Google Shape;173;p13"/>
          <p:cNvSpPr txBox="1">
            <a:spLocks noGrp="1"/>
          </p:cNvSpPr>
          <p:nvPr>
            <p:ph type="subTitle" idx="9"/>
          </p:nvPr>
        </p:nvSpPr>
        <p:spPr>
          <a:xfrm>
            <a:off x="8167033"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4" name="Google Shape;174;p13"/>
          <p:cNvSpPr txBox="1">
            <a:spLocks noGrp="1"/>
          </p:cNvSpPr>
          <p:nvPr>
            <p:ph type="subTitle" idx="13"/>
          </p:nvPr>
        </p:nvSpPr>
        <p:spPr>
          <a:xfrm>
            <a:off x="8167033"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5" name="Google Shape;175;p13"/>
          <p:cNvSpPr txBox="1">
            <a:spLocks noGrp="1"/>
          </p:cNvSpPr>
          <p:nvPr>
            <p:ph type="title" idx="14" hasCustomPrompt="1"/>
          </p:nvPr>
        </p:nvSpPr>
        <p:spPr>
          <a:xfrm>
            <a:off x="9103233"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6" name="Google Shape;176;p13"/>
          <p:cNvSpPr txBox="1">
            <a:spLocks noGrp="1"/>
          </p:cNvSpPr>
          <p:nvPr>
            <p:ph type="title" idx="15" hasCustomPrompt="1"/>
          </p:nvPr>
        </p:nvSpPr>
        <p:spPr>
          <a:xfrm>
            <a:off x="9103233"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7" name="Google Shape;177;p13"/>
          <p:cNvSpPr txBox="1">
            <a:spLocks noGrp="1"/>
          </p:cNvSpPr>
          <p:nvPr>
            <p:ph type="subTitle" idx="16"/>
          </p:nvPr>
        </p:nvSpPr>
        <p:spPr>
          <a:xfrm>
            <a:off x="950967"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78" name="Google Shape;178;p13"/>
          <p:cNvSpPr txBox="1">
            <a:spLocks noGrp="1"/>
          </p:cNvSpPr>
          <p:nvPr>
            <p:ph type="subTitle" idx="17"/>
          </p:nvPr>
        </p:nvSpPr>
        <p:spPr>
          <a:xfrm>
            <a:off x="950967"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79" name="Google Shape;179;p13"/>
          <p:cNvSpPr txBox="1">
            <a:spLocks noGrp="1"/>
          </p:cNvSpPr>
          <p:nvPr>
            <p:ph type="subTitle" idx="18"/>
          </p:nvPr>
        </p:nvSpPr>
        <p:spPr>
          <a:xfrm>
            <a:off x="4559000"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0" name="Google Shape;180;p13"/>
          <p:cNvSpPr txBox="1">
            <a:spLocks noGrp="1"/>
          </p:cNvSpPr>
          <p:nvPr>
            <p:ph type="subTitle" idx="19"/>
          </p:nvPr>
        </p:nvSpPr>
        <p:spPr>
          <a:xfrm>
            <a:off x="4559000"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1" name="Google Shape;181;p13"/>
          <p:cNvSpPr txBox="1">
            <a:spLocks noGrp="1"/>
          </p:cNvSpPr>
          <p:nvPr>
            <p:ph type="subTitle" idx="20"/>
          </p:nvPr>
        </p:nvSpPr>
        <p:spPr>
          <a:xfrm>
            <a:off x="8167033"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2" name="Google Shape;182;p13"/>
          <p:cNvSpPr txBox="1">
            <a:spLocks noGrp="1"/>
          </p:cNvSpPr>
          <p:nvPr>
            <p:ph type="subTitle" idx="21"/>
          </p:nvPr>
        </p:nvSpPr>
        <p:spPr>
          <a:xfrm>
            <a:off x="8167033"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24602112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83"/>
        <p:cNvGrpSpPr/>
        <p:nvPr/>
      </p:nvGrpSpPr>
      <p:grpSpPr>
        <a:xfrm>
          <a:off x="0" y="0"/>
          <a:ext cx="0" cy="0"/>
          <a:chOff x="0" y="0"/>
          <a:chExt cx="0" cy="0"/>
        </a:xfrm>
      </p:grpSpPr>
      <p:pic>
        <p:nvPicPr>
          <p:cNvPr id="184" name="Google Shape;184;p14"/>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85" name="Google Shape;185;p14"/>
          <p:cNvGrpSpPr/>
          <p:nvPr/>
        </p:nvGrpSpPr>
        <p:grpSpPr>
          <a:xfrm>
            <a:off x="-2415713" y="-2141466"/>
            <a:ext cx="7034511" cy="11679689"/>
            <a:chOff x="-1811785" y="-1606100"/>
            <a:chExt cx="5275883" cy="8759767"/>
          </a:xfrm>
        </p:grpSpPr>
        <p:pic>
          <p:nvPicPr>
            <p:cNvPr id="186" name="Google Shape;186;p14"/>
            <p:cNvPicPr preferRelativeResize="0"/>
            <p:nvPr/>
          </p:nvPicPr>
          <p:blipFill>
            <a:blip r:embed="rId3">
              <a:alphaModFix/>
            </a:blip>
            <a:stretch>
              <a:fillRect/>
            </a:stretch>
          </p:blipFill>
          <p:spPr>
            <a:xfrm flipH="1">
              <a:off x="296831" y="-1606100"/>
              <a:ext cx="3167267" cy="2103247"/>
            </a:xfrm>
            <a:prstGeom prst="rect">
              <a:avLst/>
            </a:prstGeom>
            <a:noFill/>
            <a:ln>
              <a:noFill/>
            </a:ln>
          </p:spPr>
        </p:pic>
        <p:pic>
          <p:nvPicPr>
            <p:cNvPr id="187" name="Google Shape;187;p14"/>
            <p:cNvPicPr preferRelativeResize="0"/>
            <p:nvPr/>
          </p:nvPicPr>
          <p:blipFill>
            <a:blip r:embed="rId4">
              <a:alphaModFix/>
            </a:blip>
            <a:stretch>
              <a:fillRect/>
            </a:stretch>
          </p:blipFill>
          <p:spPr>
            <a:xfrm rot="3024203" flipH="1">
              <a:off x="-1661175" y="4029886"/>
              <a:ext cx="3638626" cy="2103250"/>
            </a:xfrm>
            <a:prstGeom prst="rect">
              <a:avLst/>
            </a:prstGeom>
            <a:noFill/>
            <a:ln>
              <a:noFill/>
            </a:ln>
          </p:spPr>
        </p:pic>
      </p:grpSp>
      <p:grpSp>
        <p:nvGrpSpPr>
          <p:cNvPr id="188" name="Google Shape;188;p14"/>
          <p:cNvGrpSpPr/>
          <p:nvPr/>
        </p:nvGrpSpPr>
        <p:grpSpPr>
          <a:xfrm>
            <a:off x="1547578" y="-513433"/>
            <a:ext cx="9586884" cy="7371432"/>
            <a:chOff x="1160683" y="-385075"/>
            <a:chExt cx="7190163" cy="5528574"/>
          </a:xfrm>
        </p:grpSpPr>
        <p:pic>
          <p:nvPicPr>
            <p:cNvPr id="189" name="Google Shape;189;p14"/>
            <p:cNvPicPr preferRelativeResize="0"/>
            <p:nvPr/>
          </p:nvPicPr>
          <p:blipFill>
            <a:blip r:embed="rId5">
              <a:alphaModFix/>
            </a:blip>
            <a:stretch>
              <a:fillRect/>
            </a:stretch>
          </p:blipFill>
          <p:spPr>
            <a:xfrm flipH="1">
              <a:off x="1160683" y="3587350"/>
              <a:ext cx="2362876" cy="1556149"/>
            </a:xfrm>
            <a:prstGeom prst="rect">
              <a:avLst/>
            </a:prstGeom>
            <a:noFill/>
            <a:ln>
              <a:noFill/>
            </a:ln>
          </p:spPr>
        </p:pic>
        <p:pic>
          <p:nvPicPr>
            <p:cNvPr id="190" name="Google Shape;190;p14"/>
            <p:cNvPicPr preferRelativeResize="0"/>
            <p:nvPr/>
          </p:nvPicPr>
          <p:blipFill>
            <a:blip r:embed="rId6">
              <a:alphaModFix/>
            </a:blip>
            <a:stretch>
              <a:fillRect/>
            </a:stretch>
          </p:blipFill>
          <p:spPr>
            <a:xfrm flipH="1">
              <a:off x="7554246" y="-385075"/>
              <a:ext cx="796600" cy="882224"/>
            </a:xfrm>
            <a:prstGeom prst="rect">
              <a:avLst/>
            </a:prstGeom>
            <a:noFill/>
            <a:ln>
              <a:noFill/>
            </a:ln>
          </p:spPr>
        </p:pic>
      </p:grpSp>
      <p:grpSp>
        <p:nvGrpSpPr>
          <p:cNvPr id="191" name="Google Shape;191;p14"/>
          <p:cNvGrpSpPr/>
          <p:nvPr/>
        </p:nvGrpSpPr>
        <p:grpSpPr>
          <a:xfrm>
            <a:off x="522759" y="-867260"/>
            <a:ext cx="8856197" cy="8283875"/>
            <a:chOff x="392069" y="-650445"/>
            <a:chExt cx="6642148" cy="6212906"/>
          </a:xfrm>
        </p:grpSpPr>
        <p:pic>
          <p:nvPicPr>
            <p:cNvPr id="192" name="Google Shape;192;p14"/>
            <p:cNvPicPr preferRelativeResize="0"/>
            <p:nvPr/>
          </p:nvPicPr>
          <p:blipFill>
            <a:blip r:embed="rId7">
              <a:alphaModFix amt="69000"/>
            </a:blip>
            <a:stretch>
              <a:fillRect/>
            </a:stretch>
          </p:blipFill>
          <p:spPr>
            <a:xfrm rot="-9899998" flipH="1">
              <a:off x="529665" y="-500938"/>
              <a:ext cx="1318127" cy="1236801"/>
            </a:xfrm>
            <a:prstGeom prst="rect">
              <a:avLst/>
            </a:prstGeom>
            <a:noFill/>
            <a:ln>
              <a:noFill/>
            </a:ln>
          </p:spPr>
        </p:pic>
        <p:pic>
          <p:nvPicPr>
            <p:cNvPr id="193" name="Google Shape;193;p14"/>
            <p:cNvPicPr preferRelativeResize="0"/>
            <p:nvPr/>
          </p:nvPicPr>
          <p:blipFill>
            <a:blip r:embed="rId8">
              <a:alphaModFix/>
            </a:blip>
            <a:stretch>
              <a:fillRect/>
            </a:stretch>
          </p:blipFill>
          <p:spPr>
            <a:xfrm flipH="1">
              <a:off x="5990342" y="4600561"/>
              <a:ext cx="1043875" cy="961900"/>
            </a:xfrm>
            <a:prstGeom prst="rect">
              <a:avLst/>
            </a:prstGeom>
            <a:noFill/>
            <a:ln>
              <a:noFill/>
            </a:ln>
          </p:spPr>
        </p:pic>
      </p:grpSp>
      <p:pic>
        <p:nvPicPr>
          <p:cNvPr id="194" name="Google Shape;194;p14"/>
          <p:cNvPicPr preferRelativeResize="0"/>
          <p:nvPr/>
        </p:nvPicPr>
        <p:blipFill>
          <a:blip r:embed="rId9">
            <a:alphaModFix/>
          </a:blip>
          <a:stretch>
            <a:fillRect/>
          </a:stretch>
        </p:blipFill>
        <p:spPr>
          <a:xfrm rot="-2700000" flipH="1">
            <a:off x="9870202" y="3586232"/>
            <a:ext cx="5321521" cy="5793971"/>
          </a:xfrm>
          <a:prstGeom prst="rect">
            <a:avLst/>
          </a:prstGeom>
          <a:noFill/>
          <a:ln>
            <a:noFill/>
          </a:ln>
        </p:spPr>
      </p:pic>
      <p:sp>
        <p:nvSpPr>
          <p:cNvPr id="195" name="Google Shape;195;p14"/>
          <p:cNvSpPr txBox="1">
            <a:spLocks noGrp="1"/>
          </p:cNvSpPr>
          <p:nvPr>
            <p:ph type="title"/>
          </p:nvPr>
        </p:nvSpPr>
        <p:spPr>
          <a:xfrm>
            <a:off x="1232000" y="4327916"/>
            <a:ext cx="9728400" cy="70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96" name="Google Shape;196;p14"/>
          <p:cNvSpPr txBox="1">
            <a:spLocks noGrp="1"/>
          </p:cNvSpPr>
          <p:nvPr>
            <p:ph type="subTitle" idx="1"/>
          </p:nvPr>
        </p:nvSpPr>
        <p:spPr>
          <a:xfrm>
            <a:off x="1232000" y="1696000"/>
            <a:ext cx="9728400" cy="2410800"/>
          </a:xfrm>
          <a:prstGeom prst="rect">
            <a:avLst/>
          </a:prstGeom>
          <a:noFill/>
        </p:spPr>
        <p:txBody>
          <a:bodyPr spcFirstLastPara="1" wrap="square" lIns="91425" tIns="91425" rIns="91425" bIns="91425" anchor="b" anchorCtr="0">
            <a:noAutofit/>
          </a:bodyPr>
          <a:lstStyle>
            <a:lvl1pPr lvl="0" algn="r" rtl="0">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Tree>
    <p:extLst>
      <p:ext uri="{BB962C8B-B14F-4D97-AF65-F5344CB8AC3E}">
        <p14:creationId xmlns:p14="http://schemas.microsoft.com/office/powerpoint/2010/main" val="16739406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97"/>
        <p:cNvGrpSpPr/>
        <p:nvPr/>
      </p:nvGrpSpPr>
      <p:grpSpPr>
        <a:xfrm>
          <a:off x="0" y="0"/>
          <a:ext cx="0" cy="0"/>
          <a:chOff x="0" y="0"/>
          <a:chExt cx="0" cy="0"/>
        </a:xfrm>
      </p:grpSpPr>
      <p:pic>
        <p:nvPicPr>
          <p:cNvPr id="198" name="Google Shape;198;p1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99" name="Google Shape;199;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200" name="Google Shape;200;p15"/>
          <p:cNvPicPr preferRelativeResize="0"/>
          <p:nvPr/>
        </p:nvPicPr>
        <p:blipFill>
          <a:blip r:embed="rId3">
            <a:alphaModFix/>
          </a:blip>
          <a:stretch>
            <a:fillRect/>
          </a:stretch>
        </p:blipFill>
        <p:spPr>
          <a:xfrm rot="3019615">
            <a:off x="6425503" y="-4369802"/>
            <a:ext cx="5678096" cy="6182203"/>
          </a:xfrm>
          <a:prstGeom prst="rect">
            <a:avLst/>
          </a:prstGeom>
          <a:noFill/>
          <a:ln>
            <a:noFill/>
          </a:ln>
        </p:spPr>
      </p:pic>
      <p:grpSp>
        <p:nvGrpSpPr>
          <p:cNvPr id="201" name="Google Shape;201;p15"/>
          <p:cNvGrpSpPr/>
          <p:nvPr/>
        </p:nvGrpSpPr>
        <p:grpSpPr>
          <a:xfrm>
            <a:off x="5239166" y="5180289"/>
            <a:ext cx="9006815" cy="4179959"/>
            <a:chOff x="3929374" y="3885216"/>
            <a:chExt cx="6755111" cy="3134969"/>
          </a:xfrm>
        </p:grpSpPr>
        <p:pic>
          <p:nvPicPr>
            <p:cNvPr id="202" name="Google Shape;202;p15"/>
            <p:cNvPicPr preferRelativeResize="0"/>
            <p:nvPr/>
          </p:nvPicPr>
          <p:blipFill>
            <a:blip r:embed="rId4">
              <a:alphaModFix amt="75000"/>
            </a:blip>
            <a:stretch>
              <a:fillRect/>
            </a:stretch>
          </p:blipFill>
          <p:spPr>
            <a:xfrm rot="9482569">
              <a:off x="7238874" y="4401077"/>
              <a:ext cx="3167267" cy="2103246"/>
            </a:xfrm>
            <a:prstGeom prst="rect">
              <a:avLst/>
            </a:prstGeom>
            <a:noFill/>
            <a:ln>
              <a:noFill/>
            </a:ln>
          </p:spPr>
        </p:pic>
        <p:pic>
          <p:nvPicPr>
            <p:cNvPr id="203" name="Google Shape;203;p15"/>
            <p:cNvPicPr preferRelativeResize="0"/>
            <p:nvPr/>
          </p:nvPicPr>
          <p:blipFill>
            <a:blip r:embed="rId5">
              <a:alphaModFix/>
            </a:blip>
            <a:stretch>
              <a:fillRect/>
            </a:stretch>
          </p:blipFill>
          <p:spPr>
            <a:xfrm>
              <a:off x="3929374" y="4710175"/>
              <a:ext cx="2027866" cy="2103247"/>
            </a:xfrm>
            <a:prstGeom prst="rect">
              <a:avLst/>
            </a:prstGeom>
            <a:noFill/>
            <a:ln>
              <a:noFill/>
            </a:ln>
          </p:spPr>
        </p:pic>
      </p:grpSp>
      <p:grpSp>
        <p:nvGrpSpPr>
          <p:cNvPr id="204" name="Google Shape;204;p15"/>
          <p:cNvGrpSpPr/>
          <p:nvPr/>
        </p:nvGrpSpPr>
        <p:grpSpPr>
          <a:xfrm>
            <a:off x="-861261" y="805802"/>
            <a:ext cx="14247959" cy="6404564"/>
            <a:chOff x="-645946" y="604351"/>
            <a:chExt cx="10685969" cy="4803423"/>
          </a:xfrm>
        </p:grpSpPr>
        <p:pic>
          <p:nvPicPr>
            <p:cNvPr id="205" name="Google Shape;205;p15"/>
            <p:cNvPicPr preferRelativeResize="0"/>
            <p:nvPr/>
          </p:nvPicPr>
          <p:blipFill>
            <a:blip r:embed="rId6">
              <a:alphaModFix amt="79000"/>
            </a:blip>
            <a:stretch>
              <a:fillRect/>
            </a:stretch>
          </p:blipFill>
          <p:spPr>
            <a:xfrm rot="-2700000">
              <a:off x="8648331" y="858130"/>
              <a:ext cx="1174132" cy="1101691"/>
            </a:xfrm>
            <a:prstGeom prst="rect">
              <a:avLst/>
            </a:prstGeom>
            <a:noFill/>
            <a:ln>
              <a:noFill/>
            </a:ln>
          </p:spPr>
        </p:pic>
        <p:pic>
          <p:nvPicPr>
            <p:cNvPr id="206" name="Google Shape;206;p15"/>
            <p:cNvPicPr preferRelativeResize="0"/>
            <p:nvPr/>
          </p:nvPicPr>
          <p:blipFill>
            <a:blip r:embed="rId7">
              <a:alphaModFix amt="63000"/>
            </a:blip>
            <a:stretch>
              <a:fillRect/>
            </a:stretch>
          </p:blipFill>
          <p:spPr>
            <a:xfrm>
              <a:off x="-645946" y="4445873"/>
              <a:ext cx="1043875" cy="961900"/>
            </a:xfrm>
            <a:prstGeom prst="rect">
              <a:avLst/>
            </a:prstGeom>
            <a:noFill/>
            <a:ln>
              <a:noFill/>
            </a:ln>
          </p:spPr>
        </p:pic>
      </p:grpSp>
      <p:grpSp>
        <p:nvGrpSpPr>
          <p:cNvPr id="207" name="Google Shape;207;p15"/>
          <p:cNvGrpSpPr/>
          <p:nvPr/>
        </p:nvGrpSpPr>
        <p:grpSpPr>
          <a:xfrm>
            <a:off x="-606940" y="-1150861"/>
            <a:ext cx="9568069" cy="8491492"/>
            <a:chOff x="-455205" y="-863146"/>
            <a:chExt cx="7176052" cy="6368619"/>
          </a:xfrm>
        </p:grpSpPr>
        <p:pic>
          <p:nvPicPr>
            <p:cNvPr id="208" name="Google Shape;208;p15"/>
            <p:cNvPicPr preferRelativeResize="0"/>
            <p:nvPr/>
          </p:nvPicPr>
          <p:blipFill>
            <a:blip r:embed="rId8">
              <a:alphaModFix/>
            </a:blip>
            <a:stretch>
              <a:fillRect/>
            </a:stretch>
          </p:blipFill>
          <p:spPr>
            <a:xfrm>
              <a:off x="5585798" y="4747374"/>
              <a:ext cx="1135050" cy="758100"/>
            </a:xfrm>
            <a:prstGeom prst="rect">
              <a:avLst/>
            </a:prstGeom>
            <a:noFill/>
            <a:ln>
              <a:noFill/>
            </a:ln>
          </p:spPr>
        </p:pic>
        <p:pic>
          <p:nvPicPr>
            <p:cNvPr id="209" name="Google Shape;209;p15"/>
            <p:cNvPicPr preferRelativeResize="0"/>
            <p:nvPr/>
          </p:nvPicPr>
          <p:blipFill>
            <a:blip r:embed="rId9">
              <a:alphaModFix/>
            </a:blip>
            <a:stretch>
              <a:fillRect/>
            </a:stretch>
          </p:blipFill>
          <p:spPr>
            <a:xfrm rot="5399987" flipH="1">
              <a:off x="-842533" y="-475814"/>
              <a:ext cx="2268940" cy="1494276"/>
            </a:xfrm>
            <a:prstGeom prst="rect">
              <a:avLst/>
            </a:prstGeom>
            <a:noFill/>
            <a:ln>
              <a:noFill/>
            </a:ln>
          </p:spPr>
        </p:pic>
      </p:grpSp>
    </p:spTree>
    <p:extLst>
      <p:ext uri="{BB962C8B-B14F-4D97-AF65-F5344CB8AC3E}">
        <p14:creationId xmlns:p14="http://schemas.microsoft.com/office/powerpoint/2010/main" val="20570743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10"/>
        <p:cNvGrpSpPr/>
        <p:nvPr/>
      </p:nvGrpSpPr>
      <p:grpSpPr>
        <a:xfrm>
          <a:off x="0" y="0"/>
          <a:ext cx="0" cy="0"/>
          <a:chOff x="0" y="0"/>
          <a:chExt cx="0" cy="0"/>
        </a:xfrm>
      </p:grpSpPr>
      <p:pic>
        <p:nvPicPr>
          <p:cNvPr id="211" name="Google Shape;211;p1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12" name="Google Shape;212;p1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213" name="Google Shape;213;p16"/>
          <p:cNvPicPr preferRelativeResize="0"/>
          <p:nvPr/>
        </p:nvPicPr>
        <p:blipFill>
          <a:blip r:embed="rId3">
            <a:alphaModFix/>
          </a:blip>
          <a:stretch>
            <a:fillRect/>
          </a:stretch>
        </p:blipFill>
        <p:spPr>
          <a:xfrm rot="-5400000" flipH="1">
            <a:off x="-4445312" y="3807100"/>
            <a:ext cx="5321493" cy="5793936"/>
          </a:xfrm>
          <a:prstGeom prst="rect">
            <a:avLst/>
          </a:prstGeom>
          <a:noFill/>
          <a:ln>
            <a:noFill/>
          </a:ln>
        </p:spPr>
      </p:pic>
      <p:pic>
        <p:nvPicPr>
          <p:cNvPr id="214" name="Google Shape;214;p16"/>
          <p:cNvPicPr preferRelativeResize="0"/>
          <p:nvPr/>
        </p:nvPicPr>
        <p:blipFill>
          <a:blip r:embed="rId4">
            <a:alphaModFix/>
          </a:blip>
          <a:stretch>
            <a:fillRect/>
          </a:stretch>
        </p:blipFill>
        <p:spPr>
          <a:xfrm rot="10800000" flipH="1">
            <a:off x="7752989" y="6288004"/>
            <a:ext cx="1391833" cy="1282533"/>
          </a:xfrm>
          <a:prstGeom prst="rect">
            <a:avLst/>
          </a:prstGeom>
          <a:noFill/>
          <a:ln>
            <a:noFill/>
          </a:ln>
        </p:spPr>
      </p:pic>
      <p:grpSp>
        <p:nvGrpSpPr>
          <p:cNvPr id="215" name="Google Shape;215;p16"/>
          <p:cNvGrpSpPr/>
          <p:nvPr/>
        </p:nvGrpSpPr>
        <p:grpSpPr>
          <a:xfrm>
            <a:off x="-1463055" y="3705094"/>
            <a:ext cx="15154875" cy="4991057"/>
            <a:chOff x="-1097291" y="2778820"/>
            <a:chExt cx="11366156" cy="3743293"/>
          </a:xfrm>
        </p:grpSpPr>
        <p:pic>
          <p:nvPicPr>
            <p:cNvPr id="216" name="Google Shape;216;p16"/>
            <p:cNvPicPr preferRelativeResize="0"/>
            <p:nvPr/>
          </p:nvPicPr>
          <p:blipFill>
            <a:blip r:embed="rId5">
              <a:alphaModFix/>
            </a:blip>
            <a:stretch>
              <a:fillRect/>
            </a:stretch>
          </p:blipFill>
          <p:spPr>
            <a:xfrm rot="7840044" flipH="1">
              <a:off x="-918651" y="4340865"/>
              <a:ext cx="2362876" cy="1556150"/>
            </a:xfrm>
            <a:prstGeom prst="rect">
              <a:avLst/>
            </a:prstGeom>
            <a:noFill/>
            <a:ln>
              <a:noFill/>
            </a:ln>
          </p:spPr>
        </p:pic>
        <p:pic>
          <p:nvPicPr>
            <p:cNvPr id="217" name="Google Shape;217;p16"/>
            <p:cNvPicPr preferRelativeResize="0"/>
            <p:nvPr/>
          </p:nvPicPr>
          <p:blipFill>
            <a:blip r:embed="rId6">
              <a:alphaModFix/>
            </a:blip>
            <a:stretch>
              <a:fillRect/>
            </a:stretch>
          </p:blipFill>
          <p:spPr>
            <a:xfrm rot="8542753" flipH="1">
              <a:off x="7007474" y="3622619"/>
              <a:ext cx="3202202" cy="1284687"/>
            </a:xfrm>
            <a:prstGeom prst="rect">
              <a:avLst/>
            </a:prstGeom>
            <a:noFill/>
            <a:ln>
              <a:noFill/>
            </a:ln>
          </p:spPr>
        </p:pic>
        <p:pic>
          <p:nvPicPr>
            <p:cNvPr id="218" name="Google Shape;218;p16"/>
            <p:cNvPicPr preferRelativeResize="0"/>
            <p:nvPr/>
          </p:nvPicPr>
          <p:blipFill>
            <a:blip r:embed="rId7">
              <a:alphaModFix/>
            </a:blip>
            <a:stretch>
              <a:fillRect/>
            </a:stretch>
          </p:blipFill>
          <p:spPr>
            <a:xfrm rot="10800000" flipH="1">
              <a:off x="5346474" y="4755828"/>
              <a:ext cx="796600" cy="882224"/>
            </a:xfrm>
            <a:prstGeom prst="rect">
              <a:avLst/>
            </a:prstGeom>
            <a:noFill/>
            <a:ln>
              <a:noFill/>
            </a:ln>
          </p:spPr>
        </p:pic>
      </p:grpSp>
      <p:grpSp>
        <p:nvGrpSpPr>
          <p:cNvPr id="219" name="Google Shape;219;p16"/>
          <p:cNvGrpSpPr/>
          <p:nvPr/>
        </p:nvGrpSpPr>
        <p:grpSpPr>
          <a:xfrm>
            <a:off x="-1543467" y="-4549056"/>
            <a:ext cx="16094632" cy="8057723"/>
            <a:chOff x="-1157600" y="-3411792"/>
            <a:chExt cx="12070974" cy="6043292"/>
          </a:xfrm>
        </p:grpSpPr>
        <p:pic>
          <p:nvPicPr>
            <p:cNvPr id="220" name="Google Shape;220;p16"/>
            <p:cNvPicPr preferRelativeResize="0"/>
            <p:nvPr/>
          </p:nvPicPr>
          <p:blipFill>
            <a:blip r:embed="rId8">
              <a:alphaModFix/>
            </a:blip>
            <a:stretch>
              <a:fillRect/>
            </a:stretch>
          </p:blipFill>
          <p:spPr>
            <a:xfrm rot="-10799956" flipH="1">
              <a:off x="-1157600" y="-1654591"/>
              <a:ext cx="3055850" cy="2099585"/>
            </a:xfrm>
            <a:prstGeom prst="rect">
              <a:avLst/>
            </a:prstGeom>
            <a:noFill/>
            <a:ln>
              <a:noFill/>
            </a:ln>
          </p:spPr>
        </p:pic>
        <p:pic>
          <p:nvPicPr>
            <p:cNvPr id="221" name="Google Shape;221;p16"/>
            <p:cNvPicPr preferRelativeResize="0"/>
            <p:nvPr/>
          </p:nvPicPr>
          <p:blipFill>
            <a:blip r:embed="rId9">
              <a:alphaModFix/>
            </a:blip>
            <a:stretch>
              <a:fillRect/>
            </a:stretch>
          </p:blipFill>
          <p:spPr>
            <a:xfrm rot="3029897" flipH="1">
              <a:off x="8487966" y="153131"/>
              <a:ext cx="1975439" cy="2097962"/>
            </a:xfrm>
            <a:prstGeom prst="rect">
              <a:avLst/>
            </a:prstGeom>
            <a:noFill/>
            <a:ln>
              <a:noFill/>
            </a:ln>
          </p:spPr>
        </p:pic>
        <p:pic>
          <p:nvPicPr>
            <p:cNvPr id="222" name="Google Shape;222;p16"/>
            <p:cNvPicPr preferRelativeResize="0"/>
            <p:nvPr/>
          </p:nvPicPr>
          <p:blipFill>
            <a:blip r:embed="rId10">
              <a:alphaModFix amt="76000"/>
            </a:blip>
            <a:stretch>
              <a:fillRect/>
            </a:stretch>
          </p:blipFill>
          <p:spPr>
            <a:xfrm rot="-10455859" flipH="1">
              <a:off x="45324" y="-3246422"/>
              <a:ext cx="3490776" cy="3620549"/>
            </a:xfrm>
            <a:prstGeom prst="rect">
              <a:avLst/>
            </a:prstGeom>
            <a:noFill/>
            <a:ln>
              <a:noFill/>
            </a:ln>
          </p:spPr>
        </p:pic>
      </p:grpSp>
    </p:spTree>
    <p:extLst>
      <p:ext uri="{BB962C8B-B14F-4D97-AF65-F5344CB8AC3E}">
        <p14:creationId xmlns:p14="http://schemas.microsoft.com/office/powerpoint/2010/main" val="13734973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23"/>
        <p:cNvGrpSpPr/>
        <p:nvPr/>
      </p:nvGrpSpPr>
      <p:grpSpPr>
        <a:xfrm>
          <a:off x="0" y="0"/>
          <a:ext cx="0" cy="0"/>
          <a:chOff x="0" y="0"/>
          <a:chExt cx="0" cy="0"/>
        </a:xfrm>
      </p:grpSpPr>
      <p:pic>
        <p:nvPicPr>
          <p:cNvPr id="224" name="Google Shape;224;p17"/>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225" name="Google Shape;225;p17"/>
          <p:cNvGrpSpPr/>
          <p:nvPr/>
        </p:nvGrpSpPr>
        <p:grpSpPr>
          <a:xfrm>
            <a:off x="-1906701" y="-1701613"/>
            <a:ext cx="15436775" cy="8953976"/>
            <a:chOff x="-1430026" y="-1276210"/>
            <a:chExt cx="11577581" cy="6715482"/>
          </a:xfrm>
        </p:grpSpPr>
        <p:pic>
          <p:nvPicPr>
            <p:cNvPr id="226" name="Google Shape;226;p17"/>
            <p:cNvPicPr preferRelativeResize="0"/>
            <p:nvPr/>
          </p:nvPicPr>
          <p:blipFill>
            <a:blip r:embed="rId3">
              <a:alphaModFix amt="75000"/>
            </a:blip>
            <a:stretch>
              <a:fillRect/>
            </a:stretch>
          </p:blipFill>
          <p:spPr>
            <a:xfrm rot="5400000">
              <a:off x="7512298" y="-744200"/>
              <a:ext cx="3167267" cy="2103247"/>
            </a:xfrm>
            <a:prstGeom prst="rect">
              <a:avLst/>
            </a:prstGeom>
            <a:noFill/>
            <a:ln>
              <a:noFill/>
            </a:ln>
          </p:spPr>
        </p:pic>
        <p:pic>
          <p:nvPicPr>
            <p:cNvPr id="227" name="Google Shape;227;p17"/>
            <p:cNvPicPr preferRelativeResize="0"/>
            <p:nvPr/>
          </p:nvPicPr>
          <p:blipFill>
            <a:blip r:embed="rId4">
              <a:alphaModFix/>
            </a:blip>
            <a:stretch>
              <a:fillRect/>
            </a:stretch>
          </p:blipFill>
          <p:spPr>
            <a:xfrm>
              <a:off x="-1430026" y="3336025"/>
              <a:ext cx="2027866" cy="2103247"/>
            </a:xfrm>
            <a:prstGeom prst="rect">
              <a:avLst/>
            </a:prstGeom>
            <a:noFill/>
            <a:ln>
              <a:noFill/>
            </a:ln>
          </p:spPr>
        </p:pic>
      </p:grpSp>
      <p:pic>
        <p:nvPicPr>
          <p:cNvPr id="228" name="Google Shape;228;p17"/>
          <p:cNvPicPr preferRelativeResize="0"/>
          <p:nvPr/>
        </p:nvPicPr>
        <p:blipFill>
          <a:blip r:embed="rId5">
            <a:alphaModFix/>
          </a:blip>
          <a:stretch>
            <a:fillRect/>
          </a:stretch>
        </p:blipFill>
        <p:spPr>
          <a:xfrm rot="370385">
            <a:off x="8250266" y="3583567"/>
            <a:ext cx="5678100" cy="6182203"/>
          </a:xfrm>
          <a:prstGeom prst="rect">
            <a:avLst/>
          </a:prstGeom>
          <a:noFill/>
          <a:ln>
            <a:noFill/>
          </a:ln>
        </p:spPr>
      </p:pic>
      <p:grpSp>
        <p:nvGrpSpPr>
          <p:cNvPr id="229" name="Google Shape;229;p17"/>
          <p:cNvGrpSpPr/>
          <p:nvPr/>
        </p:nvGrpSpPr>
        <p:grpSpPr>
          <a:xfrm>
            <a:off x="-883828" y="-1368499"/>
            <a:ext cx="12517725" cy="6292531"/>
            <a:chOff x="-662871" y="-1026374"/>
            <a:chExt cx="9388294" cy="4719398"/>
          </a:xfrm>
        </p:grpSpPr>
        <p:pic>
          <p:nvPicPr>
            <p:cNvPr id="230" name="Google Shape;230;p17"/>
            <p:cNvPicPr preferRelativeResize="0"/>
            <p:nvPr/>
          </p:nvPicPr>
          <p:blipFill>
            <a:blip r:embed="rId6">
              <a:alphaModFix amt="79000"/>
            </a:blip>
            <a:stretch>
              <a:fillRect/>
            </a:stretch>
          </p:blipFill>
          <p:spPr>
            <a:xfrm rot="-2700000">
              <a:off x="7333731" y="-772595"/>
              <a:ext cx="1174132" cy="1101691"/>
            </a:xfrm>
            <a:prstGeom prst="rect">
              <a:avLst/>
            </a:prstGeom>
            <a:noFill/>
            <a:ln>
              <a:noFill/>
            </a:ln>
          </p:spPr>
        </p:pic>
        <p:pic>
          <p:nvPicPr>
            <p:cNvPr id="231" name="Google Shape;231;p17"/>
            <p:cNvPicPr preferRelativeResize="0"/>
            <p:nvPr/>
          </p:nvPicPr>
          <p:blipFill>
            <a:blip r:embed="rId7">
              <a:alphaModFix amt="63000"/>
            </a:blip>
            <a:stretch>
              <a:fillRect/>
            </a:stretch>
          </p:blipFill>
          <p:spPr>
            <a:xfrm>
              <a:off x="-662871" y="2731123"/>
              <a:ext cx="1043875" cy="961900"/>
            </a:xfrm>
            <a:prstGeom prst="rect">
              <a:avLst/>
            </a:prstGeom>
            <a:noFill/>
            <a:ln>
              <a:noFill/>
            </a:ln>
          </p:spPr>
        </p:pic>
      </p:grpSp>
      <p:grpSp>
        <p:nvGrpSpPr>
          <p:cNvPr id="232" name="Google Shape;232;p17"/>
          <p:cNvGrpSpPr/>
          <p:nvPr/>
        </p:nvGrpSpPr>
        <p:grpSpPr>
          <a:xfrm>
            <a:off x="-1771997" y="-1875009"/>
            <a:ext cx="12956511" cy="8502543"/>
            <a:chOff x="-1328998" y="-1406257"/>
            <a:chExt cx="9717383" cy="6376907"/>
          </a:xfrm>
        </p:grpSpPr>
        <p:pic>
          <p:nvPicPr>
            <p:cNvPr id="233" name="Google Shape;233;p17"/>
            <p:cNvPicPr preferRelativeResize="0"/>
            <p:nvPr/>
          </p:nvPicPr>
          <p:blipFill>
            <a:blip r:embed="rId8">
              <a:alphaModFix/>
            </a:blip>
            <a:stretch>
              <a:fillRect/>
            </a:stretch>
          </p:blipFill>
          <p:spPr>
            <a:xfrm>
              <a:off x="-840402" y="4008599"/>
              <a:ext cx="1135050" cy="758100"/>
            </a:xfrm>
            <a:prstGeom prst="rect">
              <a:avLst/>
            </a:prstGeom>
            <a:noFill/>
            <a:ln>
              <a:noFill/>
            </a:ln>
          </p:spPr>
        </p:pic>
        <p:pic>
          <p:nvPicPr>
            <p:cNvPr id="234" name="Google Shape;234;p17"/>
            <p:cNvPicPr preferRelativeResize="0"/>
            <p:nvPr/>
          </p:nvPicPr>
          <p:blipFill>
            <a:blip r:embed="rId9">
              <a:alphaModFix/>
            </a:blip>
            <a:stretch>
              <a:fillRect/>
            </a:stretch>
          </p:blipFill>
          <p:spPr>
            <a:xfrm>
              <a:off x="7453210" y="3934950"/>
              <a:ext cx="935175" cy="1035701"/>
            </a:xfrm>
            <a:prstGeom prst="rect">
              <a:avLst/>
            </a:prstGeom>
            <a:noFill/>
            <a:ln>
              <a:noFill/>
            </a:ln>
          </p:spPr>
        </p:pic>
        <p:pic>
          <p:nvPicPr>
            <p:cNvPr id="235" name="Google Shape;235;p17"/>
            <p:cNvPicPr preferRelativeResize="0"/>
            <p:nvPr/>
          </p:nvPicPr>
          <p:blipFill>
            <a:blip r:embed="rId10">
              <a:alphaModFix/>
            </a:blip>
            <a:stretch>
              <a:fillRect/>
            </a:stretch>
          </p:blipFill>
          <p:spPr>
            <a:xfrm rot="7518071" flipH="1">
              <a:off x="-1144794" y="-546976"/>
              <a:ext cx="3193620" cy="2103249"/>
            </a:xfrm>
            <a:prstGeom prst="rect">
              <a:avLst/>
            </a:prstGeom>
            <a:noFill/>
            <a:ln>
              <a:noFill/>
            </a:ln>
          </p:spPr>
        </p:pic>
      </p:grpSp>
      <p:sp>
        <p:nvSpPr>
          <p:cNvPr id="236" name="Google Shape;236;p17"/>
          <p:cNvSpPr txBox="1">
            <a:spLocks noGrp="1"/>
          </p:cNvSpPr>
          <p:nvPr>
            <p:ph type="title"/>
          </p:nvPr>
        </p:nvSpPr>
        <p:spPr>
          <a:xfrm>
            <a:off x="6096200" y="2175433"/>
            <a:ext cx="5150400" cy="1446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37" name="Google Shape;237;p17"/>
          <p:cNvSpPr txBox="1">
            <a:spLocks noGrp="1"/>
          </p:cNvSpPr>
          <p:nvPr>
            <p:ph type="subTitle" idx="1"/>
          </p:nvPr>
        </p:nvSpPr>
        <p:spPr>
          <a:xfrm>
            <a:off x="6096200" y="3568167"/>
            <a:ext cx="5150400" cy="11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8" name="Google Shape;238;p17"/>
          <p:cNvSpPr>
            <a:spLocks noGrp="1"/>
          </p:cNvSpPr>
          <p:nvPr>
            <p:ph type="pic" idx="2"/>
          </p:nvPr>
        </p:nvSpPr>
        <p:spPr>
          <a:xfrm flipH="1">
            <a:off x="1521749" y="711817"/>
            <a:ext cx="3880000" cy="5434400"/>
          </a:xfrm>
          <a:prstGeom prst="roundRect">
            <a:avLst>
              <a:gd name="adj" fmla="val 16667"/>
            </a:avLst>
          </a:prstGeom>
          <a:noFill/>
          <a:ln>
            <a:noFill/>
          </a:ln>
        </p:spPr>
      </p:sp>
    </p:spTree>
    <p:extLst>
      <p:ext uri="{BB962C8B-B14F-4D97-AF65-F5344CB8AC3E}">
        <p14:creationId xmlns:p14="http://schemas.microsoft.com/office/powerpoint/2010/main" val="15375322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39"/>
        <p:cNvGrpSpPr/>
        <p:nvPr/>
      </p:nvGrpSpPr>
      <p:grpSpPr>
        <a:xfrm>
          <a:off x="0" y="0"/>
          <a:ext cx="0" cy="0"/>
          <a:chOff x="0" y="0"/>
          <a:chExt cx="0" cy="0"/>
        </a:xfrm>
      </p:grpSpPr>
      <p:pic>
        <p:nvPicPr>
          <p:cNvPr id="240" name="Google Shape;240;p18"/>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41" name="Google Shape;241;p18"/>
          <p:cNvSpPr txBox="1">
            <a:spLocks noGrp="1"/>
          </p:cNvSpPr>
          <p:nvPr>
            <p:ph type="title"/>
          </p:nvPr>
        </p:nvSpPr>
        <p:spPr>
          <a:xfrm>
            <a:off x="960000" y="2491567"/>
            <a:ext cx="4797200" cy="80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42" name="Google Shape;242;p18"/>
          <p:cNvSpPr txBox="1">
            <a:spLocks noGrp="1"/>
          </p:cNvSpPr>
          <p:nvPr>
            <p:ph type="subTitle" idx="1"/>
          </p:nvPr>
        </p:nvSpPr>
        <p:spPr>
          <a:xfrm>
            <a:off x="960000" y="3292833"/>
            <a:ext cx="4797200" cy="107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243" name="Google Shape;243;p18"/>
          <p:cNvPicPr preferRelativeResize="0"/>
          <p:nvPr/>
        </p:nvPicPr>
        <p:blipFill>
          <a:blip r:embed="rId3">
            <a:alphaModFix/>
          </a:blip>
          <a:stretch>
            <a:fillRect/>
          </a:stretch>
        </p:blipFill>
        <p:spPr>
          <a:xfrm rot="-5400000">
            <a:off x="11014567" y="3969867"/>
            <a:ext cx="2913268" cy="1683967"/>
          </a:xfrm>
          <a:prstGeom prst="rect">
            <a:avLst/>
          </a:prstGeom>
          <a:noFill/>
          <a:ln>
            <a:noFill/>
          </a:ln>
        </p:spPr>
      </p:pic>
      <p:pic>
        <p:nvPicPr>
          <p:cNvPr id="244" name="Google Shape;244;p18"/>
          <p:cNvPicPr preferRelativeResize="0"/>
          <p:nvPr/>
        </p:nvPicPr>
        <p:blipFill>
          <a:blip r:embed="rId4">
            <a:alphaModFix/>
          </a:blip>
          <a:stretch>
            <a:fillRect/>
          </a:stretch>
        </p:blipFill>
        <p:spPr>
          <a:xfrm rot="7293761">
            <a:off x="11537303" y="5079068"/>
            <a:ext cx="1136500" cy="1258665"/>
          </a:xfrm>
          <a:prstGeom prst="rect">
            <a:avLst/>
          </a:prstGeom>
          <a:noFill/>
          <a:ln>
            <a:noFill/>
          </a:ln>
        </p:spPr>
      </p:pic>
      <p:grpSp>
        <p:nvGrpSpPr>
          <p:cNvPr id="245" name="Google Shape;245;p18"/>
          <p:cNvGrpSpPr/>
          <p:nvPr/>
        </p:nvGrpSpPr>
        <p:grpSpPr>
          <a:xfrm>
            <a:off x="-4065754" y="-3214689"/>
            <a:ext cx="12379308" cy="12516644"/>
            <a:chOff x="-3049316" y="-2411017"/>
            <a:chExt cx="9284481" cy="9387483"/>
          </a:xfrm>
        </p:grpSpPr>
        <p:pic>
          <p:nvPicPr>
            <p:cNvPr id="246" name="Google Shape;246;p18"/>
            <p:cNvPicPr preferRelativeResize="0"/>
            <p:nvPr/>
          </p:nvPicPr>
          <p:blipFill>
            <a:blip r:embed="rId5">
              <a:alphaModFix/>
            </a:blip>
            <a:stretch>
              <a:fillRect/>
            </a:stretch>
          </p:blipFill>
          <p:spPr>
            <a:xfrm rot="3069595">
              <a:off x="2839248" y="-1569626"/>
              <a:ext cx="3167267" cy="2103248"/>
            </a:xfrm>
            <a:prstGeom prst="rect">
              <a:avLst/>
            </a:prstGeom>
            <a:noFill/>
            <a:ln>
              <a:noFill/>
            </a:ln>
          </p:spPr>
        </p:pic>
        <p:pic>
          <p:nvPicPr>
            <p:cNvPr id="247" name="Google Shape;247;p18"/>
            <p:cNvPicPr preferRelativeResize="0"/>
            <p:nvPr/>
          </p:nvPicPr>
          <p:blipFill>
            <a:blip r:embed="rId6">
              <a:alphaModFix/>
            </a:blip>
            <a:stretch>
              <a:fillRect/>
            </a:stretch>
          </p:blipFill>
          <p:spPr>
            <a:xfrm rot="6438708">
              <a:off x="-2593616" y="2061451"/>
              <a:ext cx="3167276" cy="3284995"/>
            </a:xfrm>
            <a:prstGeom prst="rect">
              <a:avLst/>
            </a:prstGeom>
            <a:noFill/>
            <a:ln>
              <a:noFill/>
            </a:ln>
          </p:spPr>
        </p:pic>
        <p:pic>
          <p:nvPicPr>
            <p:cNvPr id="248" name="Google Shape;248;p18"/>
            <p:cNvPicPr preferRelativeResize="0"/>
            <p:nvPr/>
          </p:nvPicPr>
          <p:blipFill>
            <a:blip r:embed="rId5">
              <a:alphaModFix/>
            </a:blip>
            <a:stretch>
              <a:fillRect/>
            </a:stretch>
          </p:blipFill>
          <p:spPr>
            <a:xfrm rot="-6935066">
              <a:off x="-1650952" y="4042348"/>
              <a:ext cx="3167269" cy="2103249"/>
            </a:xfrm>
            <a:prstGeom prst="rect">
              <a:avLst/>
            </a:prstGeom>
            <a:noFill/>
            <a:ln>
              <a:noFill/>
            </a:ln>
          </p:spPr>
        </p:pic>
      </p:grpSp>
      <p:grpSp>
        <p:nvGrpSpPr>
          <p:cNvPr id="249" name="Google Shape;249;p18"/>
          <p:cNvGrpSpPr/>
          <p:nvPr/>
        </p:nvGrpSpPr>
        <p:grpSpPr>
          <a:xfrm>
            <a:off x="3815368" y="-782269"/>
            <a:ext cx="5415371" cy="8356732"/>
            <a:chOff x="2861526" y="-586702"/>
            <a:chExt cx="4061528" cy="6267549"/>
          </a:xfrm>
        </p:grpSpPr>
        <p:pic>
          <p:nvPicPr>
            <p:cNvPr id="250" name="Google Shape;250;p18"/>
            <p:cNvPicPr preferRelativeResize="0"/>
            <p:nvPr/>
          </p:nvPicPr>
          <p:blipFill>
            <a:blip r:embed="rId7">
              <a:alphaModFix amt="87000"/>
            </a:blip>
            <a:stretch>
              <a:fillRect/>
            </a:stretch>
          </p:blipFill>
          <p:spPr>
            <a:xfrm>
              <a:off x="5879178" y="-586702"/>
              <a:ext cx="1043875" cy="961900"/>
            </a:xfrm>
            <a:prstGeom prst="rect">
              <a:avLst/>
            </a:prstGeom>
            <a:noFill/>
            <a:ln>
              <a:noFill/>
            </a:ln>
          </p:spPr>
        </p:pic>
        <p:pic>
          <p:nvPicPr>
            <p:cNvPr id="251" name="Google Shape;251;p18"/>
            <p:cNvPicPr preferRelativeResize="0"/>
            <p:nvPr/>
          </p:nvPicPr>
          <p:blipFill>
            <a:blip r:embed="rId8">
              <a:alphaModFix amt="54000"/>
            </a:blip>
            <a:stretch>
              <a:fillRect/>
            </a:stretch>
          </p:blipFill>
          <p:spPr>
            <a:xfrm>
              <a:off x="2861526" y="4701375"/>
              <a:ext cx="1043876" cy="979472"/>
            </a:xfrm>
            <a:prstGeom prst="rect">
              <a:avLst/>
            </a:prstGeom>
            <a:noFill/>
            <a:ln>
              <a:noFill/>
            </a:ln>
          </p:spPr>
        </p:pic>
      </p:grpSp>
    </p:spTree>
    <p:extLst>
      <p:ext uri="{BB962C8B-B14F-4D97-AF65-F5344CB8AC3E}">
        <p14:creationId xmlns:p14="http://schemas.microsoft.com/office/powerpoint/2010/main" val="33915479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52"/>
        <p:cNvGrpSpPr/>
        <p:nvPr/>
      </p:nvGrpSpPr>
      <p:grpSpPr>
        <a:xfrm>
          <a:off x="0" y="0"/>
          <a:ext cx="0" cy="0"/>
          <a:chOff x="0" y="0"/>
          <a:chExt cx="0" cy="0"/>
        </a:xfrm>
      </p:grpSpPr>
      <p:pic>
        <p:nvPicPr>
          <p:cNvPr id="253" name="Google Shape;253;p19"/>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54" name="Google Shape;254;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55" name="Google Shape;255;p19"/>
          <p:cNvSpPr txBox="1">
            <a:spLocks noGrp="1"/>
          </p:cNvSpPr>
          <p:nvPr>
            <p:ph type="body" idx="1"/>
          </p:nvPr>
        </p:nvSpPr>
        <p:spPr>
          <a:xfrm>
            <a:off x="960000" y="1442633"/>
            <a:ext cx="5692400" cy="47020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Clr>
                <a:schemeClr val="dk2"/>
              </a:buClr>
              <a:buSzPts val="1400"/>
              <a:buFont typeface="Figtree Light"/>
              <a:buChar char="●"/>
              <a:defRPr/>
            </a:lvl1pPr>
            <a:lvl2pPr marL="1219170" lvl="1" indent="-406390" rtl="0">
              <a:spcBef>
                <a:spcPts val="0"/>
              </a:spcBef>
              <a:spcAft>
                <a:spcPts val="0"/>
              </a:spcAft>
              <a:buSzPts val="1200"/>
              <a:buFont typeface="Figtree Light"/>
              <a:buChar char="○"/>
              <a:defRPr/>
            </a:lvl2pPr>
            <a:lvl3pPr marL="1828754" lvl="2" indent="-406390" rtl="0">
              <a:lnSpc>
                <a:spcPct val="115000"/>
              </a:lnSpc>
              <a:spcBef>
                <a:spcPts val="0"/>
              </a:spcBef>
              <a:spcAft>
                <a:spcPts val="0"/>
              </a:spcAft>
              <a:buClr>
                <a:srgbClr val="FFC800"/>
              </a:buClr>
              <a:buSzPts val="1200"/>
              <a:buFont typeface="Figtree Light"/>
              <a:buChar char="■"/>
              <a:defRPr/>
            </a:lvl3pPr>
            <a:lvl4pPr marL="2438339" lvl="3" indent="-406390" rtl="0">
              <a:lnSpc>
                <a:spcPct val="115000"/>
              </a:lnSpc>
              <a:spcBef>
                <a:spcPts val="0"/>
              </a:spcBef>
              <a:spcAft>
                <a:spcPts val="0"/>
              </a:spcAft>
              <a:buClr>
                <a:srgbClr val="FFC800"/>
              </a:buClr>
              <a:buSzPts val="1200"/>
              <a:buFont typeface="Figtree Light"/>
              <a:buChar char="●"/>
              <a:defRPr/>
            </a:lvl4pPr>
            <a:lvl5pPr marL="3047924" lvl="4" indent="-406390" rtl="0">
              <a:lnSpc>
                <a:spcPct val="115000"/>
              </a:lnSpc>
              <a:spcBef>
                <a:spcPts val="0"/>
              </a:spcBef>
              <a:spcAft>
                <a:spcPts val="0"/>
              </a:spcAft>
              <a:buClr>
                <a:srgbClr val="434343"/>
              </a:buClr>
              <a:buSzPts val="1200"/>
              <a:buFont typeface="Figtree Light"/>
              <a:buChar char="○"/>
              <a:defRPr/>
            </a:lvl5pPr>
            <a:lvl6pPr marL="3657509" lvl="5" indent="-406390" rtl="0">
              <a:lnSpc>
                <a:spcPct val="115000"/>
              </a:lnSpc>
              <a:spcBef>
                <a:spcPts val="0"/>
              </a:spcBef>
              <a:spcAft>
                <a:spcPts val="0"/>
              </a:spcAft>
              <a:buClr>
                <a:srgbClr val="434343"/>
              </a:buClr>
              <a:buSzPts val="1200"/>
              <a:buFont typeface="Figtree Light"/>
              <a:buChar char="■"/>
              <a:defRPr/>
            </a:lvl6pPr>
            <a:lvl7pPr marL="4267093" lvl="6" indent="-406390" rtl="0">
              <a:lnSpc>
                <a:spcPct val="115000"/>
              </a:lnSpc>
              <a:spcBef>
                <a:spcPts val="0"/>
              </a:spcBef>
              <a:spcAft>
                <a:spcPts val="0"/>
              </a:spcAft>
              <a:buClr>
                <a:srgbClr val="434343"/>
              </a:buClr>
              <a:buSzPts val="1200"/>
              <a:buFont typeface="Figtree Light"/>
              <a:buChar char="●"/>
              <a:defRPr/>
            </a:lvl7pPr>
            <a:lvl8pPr marL="4876678" lvl="7" indent="-406390" rtl="0">
              <a:lnSpc>
                <a:spcPct val="115000"/>
              </a:lnSpc>
              <a:spcBef>
                <a:spcPts val="0"/>
              </a:spcBef>
              <a:spcAft>
                <a:spcPts val="0"/>
              </a:spcAft>
              <a:buClr>
                <a:srgbClr val="434343"/>
              </a:buClr>
              <a:buSzPts val="1200"/>
              <a:buFont typeface="Figtree Light"/>
              <a:buChar char="○"/>
              <a:defRPr/>
            </a:lvl8pPr>
            <a:lvl9pPr marL="5486263" lvl="8" indent="-406390" rtl="0">
              <a:lnSpc>
                <a:spcPct val="115000"/>
              </a:lnSpc>
              <a:spcBef>
                <a:spcPts val="0"/>
              </a:spcBef>
              <a:spcAft>
                <a:spcPts val="0"/>
              </a:spcAft>
              <a:buClr>
                <a:srgbClr val="434343"/>
              </a:buClr>
              <a:buSzPts val="1200"/>
              <a:buFont typeface="Figtree Light"/>
              <a:buChar char="■"/>
              <a:defRPr/>
            </a:lvl9pPr>
          </a:lstStyle>
          <a:p>
            <a:pPr lvl="0"/>
            <a:r>
              <a:rPr lang="en-US"/>
              <a:t>Click to edit Master text styles</a:t>
            </a:r>
          </a:p>
        </p:txBody>
      </p:sp>
      <p:grpSp>
        <p:nvGrpSpPr>
          <p:cNvPr id="256" name="Google Shape;256;p19"/>
          <p:cNvGrpSpPr/>
          <p:nvPr/>
        </p:nvGrpSpPr>
        <p:grpSpPr>
          <a:xfrm>
            <a:off x="-2159855" y="3764874"/>
            <a:ext cx="16652713" cy="5875929"/>
            <a:chOff x="-1619892" y="2823655"/>
            <a:chExt cx="12489535" cy="4406947"/>
          </a:xfrm>
        </p:grpSpPr>
        <p:pic>
          <p:nvPicPr>
            <p:cNvPr id="257" name="Google Shape;257;p19"/>
            <p:cNvPicPr preferRelativeResize="0"/>
            <p:nvPr/>
          </p:nvPicPr>
          <p:blipFill>
            <a:blip r:embed="rId3">
              <a:alphaModFix/>
            </a:blip>
            <a:stretch>
              <a:fillRect/>
            </a:stretch>
          </p:blipFill>
          <p:spPr>
            <a:xfrm rot="-9070292">
              <a:off x="2988523" y="4494074"/>
              <a:ext cx="3167266" cy="2103248"/>
            </a:xfrm>
            <a:prstGeom prst="rect">
              <a:avLst/>
            </a:prstGeom>
            <a:noFill/>
            <a:ln>
              <a:noFill/>
            </a:ln>
          </p:spPr>
        </p:pic>
        <p:pic>
          <p:nvPicPr>
            <p:cNvPr id="258" name="Google Shape;258;p19"/>
            <p:cNvPicPr preferRelativeResize="0"/>
            <p:nvPr/>
          </p:nvPicPr>
          <p:blipFill>
            <a:blip r:embed="rId4">
              <a:alphaModFix/>
            </a:blip>
            <a:stretch>
              <a:fillRect/>
            </a:stretch>
          </p:blipFill>
          <p:spPr>
            <a:xfrm>
              <a:off x="-1619892" y="2873950"/>
              <a:ext cx="2241548" cy="2103249"/>
            </a:xfrm>
            <a:prstGeom prst="rect">
              <a:avLst/>
            </a:prstGeom>
            <a:noFill/>
            <a:ln>
              <a:noFill/>
            </a:ln>
          </p:spPr>
        </p:pic>
        <p:pic>
          <p:nvPicPr>
            <p:cNvPr id="259" name="Google Shape;259;p19"/>
            <p:cNvPicPr preferRelativeResize="0"/>
            <p:nvPr/>
          </p:nvPicPr>
          <p:blipFill>
            <a:blip r:embed="rId5">
              <a:alphaModFix/>
            </a:blip>
            <a:stretch>
              <a:fillRect/>
            </a:stretch>
          </p:blipFill>
          <p:spPr>
            <a:xfrm rot="-3446756">
              <a:off x="7184969" y="3871375"/>
              <a:ext cx="3638626" cy="2103250"/>
            </a:xfrm>
            <a:prstGeom prst="rect">
              <a:avLst/>
            </a:prstGeom>
            <a:noFill/>
            <a:ln>
              <a:noFill/>
            </a:ln>
          </p:spPr>
        </p:pic>
      </p:grpSp>
      <p:grpSp>
        <p:nvGrpSpPr>
          <p:cNvPr id="260" name="Google Shape;260;p19"/>
          <p:cNvGrpSpPr/>
          <p:nvPr/>
        </p:nvGrpSpPr>
        <p:grpSpPr>
          <a:xfrm>
            <a:off x="6989832" y="-814469"/>
            <a:ext cx="3078840" cy="8302328"/>
            <a:chOff x="5242374" y="-610852"/>
            <a:chExt cx="2309130" cy="6226746"/>
          </a:xfrm>
        </p:grpSpPr>
        <p:pic>
          <p:nvPicPr>
            <p:cNvPr id="261" name="Google Shape;261;p19"/>
            <p:cNvPicPr preferRelativeResize="0"/>
            <p:nvPr/>
          </p:nvPicPr>
          <p:blipFill>
            <a:blip r:embed="rId6">
              <a:alphaModFix/>
            </a:blip>
            <a:stretch>
              <a:fillRect/>
            </a:stretch>
          </p:blipFill>
          <p:spPr>
            <a:xfrm>
              <a:off x="6507628" y="-610852"/>
              <a:ext cx="1043875" cy="961900"/>
            </a:xfrm>
            <a:prstGeom prst="rect">
              <a:avLst/>
            </a:prstGeom>
            <a:noFill/>
            <a:ln>
              <a:noFill/>
            </a:ln>
          </p:spPr>
        </p:pic>
        <p:pic>
          <p:nvPicPr>
            <p:cNvPr id="262" name="Google Shape;262;p19"/>
            <p:cNvPicPr preferRelativeResize="0"/>
            <p:nvPr/>
          </p:nvPicPr>
          <p:blipFill>
            <a:blip r:embed="rId7">
              <a:alphaModFix amt="85000"/>
            </a:blip>
            <a:stretch>
              <a:fillRect/>
            </a:stretch>
          </p:blipFill>
          <p:spPr>
            <a:xfrm>
              <a:off x="5242374" y="4756718"/>
              <a:ext cx="884500" cy="859176"/>
            </a:xfrm>
            <a:prstGeom prst="rect">
              <a:avLst/>
            </a:prstGeom>
            <a:noFill/>
            <a:ln>
              <a:noFill/>
            </a:ln>
          </p:spPr>
        </p:pic>
      </p:grpSp>
      <p:grpSp>
        <p:nvGrpSpPr>
          <p:cNvPr id="263" name="Google Shape;263;p19"/>
          <p:cNvGrpSpPr/>
          <p:nvPr/>
        </p:nvGrpSpPr>
        <p:grpSpPr>
          <a:xfrm>
            <a:off x="8523370" y="-1984960"/>
            <a:ext cx="4746748" cy="5098120"/>
            <a:chOff x="6392527" y="-1488720"/>
            <a:chExt cx="3560061" cy="3823590"/>
          </a:xfrm>
        </p:grpSpPr>
        <p:pic>
          <p:nvPicPr>
            <p:cNvPr id="264" name="Google Shape;264;p19"/>
            <p:cNvPicPr preferRelativeResize="0"/>
            <p:nvPr/>
          </p:nvPicPr>
          <p:blipFill>
            <a:blip r:embed="rId8">
              <a:alphaModFix/>
            </a:blip>
            <a:stretch>
              <a:fillRect/>
            </a:stretch>
          </p:blipFill>
          <p:spPr>
            <a:xfrm rot="2986438">
              <a:off x="6303001" y="-326971"/>
              <a:ext cx="3739113" cy="1500092"/>
            </a:xfrm>
            <a:prstGeom prst="rect">
              <a:avLst/>
            </a:prstGeom>
            <a:noFill/>
            <a:ln>
              <a:noFill/>
            </a:ln>
          </p:spPr>
        </p:pic>
        <p:pic>
          <p:nvPicPr>
            <p:cNvPr id="265" name="Google Shape;265;p19"/>
            <p:cNvPicPr preferRelativeResize="0"/>
            <p:nvPr/>
          </p:nvPicPr>
          <p:blipFill>
            <a:blip r:embed="rId9">
              <a:alphaModFix amt="71000"/>
            </a:blip>
            <a:stretch>
              <a:fillRect/>
            </a:stretch>
          </p:blipFill>
          <p:spPr>
            <a:xfrm>
              <a:off x="7551498" y="-731712"/>
              <a:ext cx="1086799" cy="1203625"/>
            </a:xfrm>
            <a:prstGeom prst="rect">
              <a:avLst/>
            </a:prstGeom>
            <a:noFill/>
            <a:ln>
              <a:noFill/>
            </a:ln>
          </p:spPr>
        </p:pic>
      </p:grpSp>
      <p:pic>
        <p:nvPicPr>
          <p:cNvPr id="266" name="Google Shape;266;p19"/>
          <p:cNvPicPr preferRelativeResize="0"/>
          <p:nvPr/>
        </p:nvPicPr>
        <p:blipFill>
          <a:blip r:embed="rId10">
            <a:alphaModFix/>
          </a:blip>
          <a:stretch>
            <a:fillRect/>
          </a:stretch>
        </p:blipFill>
        <p:spPr>
          <a:xfrm rot="3359412">
            <a:off x="2814724" y="-3755952"/>
            <a:ext cx="5051864" cy="5500365"/>
          </a:xfrm>
          <a:prstGeom prst="rect">
            <a:avLst/>
          </a:prstGeom>
          <a:noFill/>
          <a:ln>
            <a:noFill/>
          </a:ln>
        </p:spPr>
      </p:pic>
    </p:spTree>
    <p:extLst>
      <p:ext uri="{BB962C8B-B14F-4D97-AF65-F5344CB8AC3E}">
        <p14:creationId xmlns:p14="http://schemas.microsoft.com/office/powerpoint/2010/main" val="42011010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67"/>
        <p:cNvGrpSpPr/>
        <p:nvPr/>
      </p:nvGrpSpPr>
      <p:grpSpPr>
        <a:xfrm>
          <a:off x="0" y="0"/>
          <a:ext cx="0" cy="0"/>
          <a:chOff x="0" y="0"/>
          <a:chExt cx="0" cy="0"/>
        </a:xfrm>
      </p:grpSpPr>
      <p:pic>
        <p:nvPicPr>
          <p:cNvPr id="268" name="Google Shape;268;p20"/>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69" name="Google Shape;269;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70" name="Google Shape;270;p20"/>
          <p:cNvSpPr txBox="1">
            <a:spLocks noGrp="1"/>
          </p:cNvSpPr>
          <p:nvPr>
            <p:ph type="body" idx="1"/>
          </p:nvPr>
        </p:nvSpPr>
        <p:spPr>
          <a:xfrm>
            <a:off x="960000" y="1621000"/>
            <a:ext cx="10272000" cy="43108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Clr>
                <a:schemeClr val="dk2"/>
              </a:buClr>
              <a:buSzPts val="800"/>
              <a:buFont typeface="Nunito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SzPts val="1200"/>
              <a:buFont typeface="Nunito Light"/>
              <a:buChar char="■"/>
              <a:defRPr/>
            </a:lvl3pPr>
            <a:lvl4pPr marL="2438339" lvl="3" indent="-406390" rtl="0">
              <a:lnSpc>
                <a:spcPct val="115000"/>
              </a:lnSpc>
              <a:spcBef>
                <a:spcPts val="0"/>
              </a:spcBef>
              <a:spcAft>
                <a:spcPts val="0"/>
              </a:spcAft>
              <a:buSzPts val="1200"/>
              <a:buFont typeface="Nunito Light"/>
              <a:buChar char="●"/>
              <a:defRPr/>
            </a:lvl4pPr>
            <a:lvl5pPr marL="3047924" lvl="4" indent="-406390" rtl="0">
              <a:lnSpc>
                <a:spcPct val="115000"/>
              </a:lnSpc>
              <a:spcBef>
                <a:spcPts val="0"/>
              </a:spcBef>
              <a:spcAft>
                <a:spcPts val="0"/>
              </a:spcAft>
              <a:buSzPts val="1200"/>
              <a:buFont typeface="Nunito Light"/>
              <a:buChar char="○"/>
              <a:defRPr/>
            </a:lvl5pPr>
            <a:lvl6pPr marL="3657509" lvl="5" indent="-406390" rtl="0">
              <a:lnSpc>
                <a:spcPct val="115000"/>
              </a:lnSpc>
              <a:spcBef>
                <a:spcPts val="0"/>
              </a:spcBef>
              <a:spcAft>
                <a:spcPts val="0"/>
              </a:spcAft>
              <a:buSzPts val="1200"/>
              <a:buFont typeface="Nunito Light"/>
              <a:buChar char="■"/>
              <a:defRPr/>
            </a:lvl6pPr>
            <a:lvl7pPr marL="4267093" lvl="6" indent="-406390" rtl="0">
              <a:lnSpc>
                <a:spcPct val="115000"/>
              </a:lnSpc>
              <a:spcBef>
                <a:spcPts val="0"/>
              </a:spcBef>
              <a:spcAft>
                <a:spcPts val="0"/>
              </a:spcAft>
              <a:buSzPts val="1200"/>
              <a:buFont typeface="Nunito Light"/>
              <a:buChar char="●"/>
              <a:defRPr/>
            </a:lvl7pPr>
            <a:lvl8pPr marL="4876678" lvl="7" indent="-406390" rtl="0">
              <a:lnSpc>
                <a:spcPct val="115000"/>
              </a:lnSpc>
              <a:spcBef>
                <a:spcPts val="0"/>
              </a:spcBef>
              <a:spcAft>
                <a:spcPts val="0"/>
              </a:spcAft>
              <a:buSzPts val="1200"/>
              <a:buFont typeface="Nunito Light"/>
              <a:buChar char="○"/>
              <a:defRPr/>
            </a:lvl8pPr>
            <a:lvl9pPr marL="5486263" lvl="8" indent="-406390" rtl="0">
              <a:lnSpc>
                <a:spcPct val="115000"/>
              </a:lnSpc>
              <a:spcBef>
                <a:spcPts val="0"/>
              </a:spcBef>
              <a:spcAft>
                <a:spcPts val="0"/>
              </a:spcAft>
              <a:buSzPts val="1200"/>
              <a:buFont typeface="Nunito Light"/>
              <a:buChar char="■"/>
              <a:defRPr/>
            </a:lvl9pPr>
          </a:lstStyle>
          <a:p>
            <a:pPr lvl="0"/>
            <a:r>
              <a:rPr lang="en-US"/>
              <a:t>Click to edit Master text styles</a:t>
            </a:r>
          </a:p>
        </p:txBody>
      </p:sp>
      <p:pic>
        <p:nvPicPr>
          <p:cNvPr id="271" name="Google Shape;271;p20"/>
          <p:cNvPicPr preferRelativeResize="0"/>
          <p:nvPr/>
        </p:nvPicPr>
        <p:blipFill>
          <a:blip r:embed="rId3">
            <a:alphaModFix/>
          </a:blip>
          <a:stretch>
            <a:fillRect/>
          </a:stretch>
        </p:blipFill>
        <p:spPr>
          <a:xfrm rot="10800000">
            <a:off x="9840182" y="-670664"/>
            <a:ext cx="1391833" cy="1282533"/>
          </a:xfrm>
          <a:prstGeom prst="rect">
            <a:avLst/>
          </a:prstGeom>
          <a:noFill/>
          <a:ln>
            <a:noFill/>
          </a:ln>
        </p:spPr>
      </p:pic>
      <p:grpSp>
        <p:nvGrpSpPr>
          <p:cNvPr id="272" name="Google Shape;272;p20"/>
          <p:cNvGrpSpPr/>
          <p:nvPr/>
        </p:nvGrpSpPr>
        <p:grpSpPr>
          <a:xfrm>
            <a:off x="-2989601" y="-2628873"/>
            <a:ext cx="18507440" cy="11282972"/>
            <a:chOff x="-2242201" y="-1971655"/>
            <a:chExt cx="13880580" cy="8462229"/>
          </a:xfrm>
        </p:grpSpPr>
        <p:pic>
          <p:nvPicPr>
            <p:cNvPr id="273" name="Google Shape;273;p20"/>
            <p:cNvPicPr preferRelativeResize="0"/>
            <p:nvPr/>
          </p:nvPicPr>
          <p:blipFill>
            <a:blip r:embed="rId4">
              <a:alphaModFix/>
            </a:blip>
            <a:stretch>
              <a:fillRect/>
            </a:stretch>
          </p:blipFill>
          <p:spPr>
            <a:xfrm rot="10800000">
              <a:off x="8220017" y="3678726"/>
              <a:ext cx="1792924" cy="1682300"/>
            </a:xfrm>
            <a:prstGeom prst="rect">
              <a:avLst/>
            </a:prstGeom>
            <a:noFill/>
            <a:ln>
              <a:noFill/>
            </a:ln>
          </p:spPr>
        </p:pic>
        <p:pic>
          <p:nvPicPr>
            <p:cNvPr id="274" name="Google Shape;274;p20"/>
            <p:cNvPicPr preferRelativeResize="0"/>
            <p:nvPr/>
          </p:nvPicPr>
          <p:blipFill>
            <a:blip r:embed="rId5">
              <a:alphaModFix amt="87000"/>
            </a:blip>
            <a:stretch>
              <a:fillRect/>
            </a:stretch>
          </p:blipFill>
          <p:spPr>
            <a:xfrm rot="-7626156">
              <a:off x="8309028" y="-1442822"/>
              <a:ext cx="2739700" cy="2841547"/>
            </a:xfrm>
            <a:prstGeom prst="rect">
              <a:avLst/>
            </a:prstGeom>
            <a:noFill/>
            <a:ln>
              <a:noFill/>
            </a:ln>
          </p:spPr>
        </p:pic>
        <p:pic>
          <p:nvPicPr>
            <p:cNvPr id="275" name="Google Shape;275;p20"/>
            <p:cNvPicPr preferRelativeResize="0"/>
            <p:nvPr/>
          </p:nvPicPr>
          <p:blipFill>
            <a:blip r:embed="rId6">
              <a:alphaModFix amt="86000"/>
            </a:blip>
            <a:stretch>
              <a:fillRect/>
            </a:stretch>
          </p:blipFill>
          <p:spPr>
            <a:xfrm rot="-2916337">
              <a:off x="-1989772" y="-544346"/>
              <a:ext cx="3167266" cy="2103250"/>
            </a:xfrm>
            <a:prstGeom prst="rect">
              <a:avLst/>
            </a:prstGeom>
            <a:noFill/>
            <a:ln>
              <a:noFill/>
            </a:ln>
          </p:spPr>
        </p:pic>
        <p:pic>
          <p:nvPicPr>
            <p:cNvPr id="276" name="Google Shape;276;p20"/>
            <p:cNvPicPr preferRelativeResize="0"/>
            <p:nvPr/>
          </p:nvPicPr>
          <p:blipFill>
            <a:blip r:embed="rId7">
              <a:alphaModFix/>
            </a:blip>
            <a:stretch>
              <a:fillRect/>
            </a:stretch>
          </p:blipFill>
          <p:spPr>
            <a:xfrm rot="-198559">
              <a:off x="813602" y="4750879"/>
              <a:ext cx="2416549" cy="1671340"/>
            </a:xfrm>
            <a:prstGeom prst="rect">
              <a:avLst/>
            </a:prstGeom>
            <a:noFill/>
            <a:ln>
              <a:noFill/>
            </a:ln>
          </p:spPr>
        </p:pic>
      </p:grpSp>
      <p:grpSp>
        <p:nvGrpSpPr>
          <p:cNvPr id="277" name="Google Shape;277;p20"/>
          <p:cNvGrpSpPr/>
          <p:nvPr/>
        </p:nvGrpSpPr>
        <p:grpSpPr>
          <a:xfrm>
            <a:off x="-1172535" y="4383137"/>
            <a:ext cx="12616724" cy="3943668"/>
            <a:chOff x="-879402" y="3287352"/>
            <a:chExt cx="9462543" cy="2957751"/>
          </a:xfrm>
        </p:grpSpPr>
        <p:pic>
          <p:nvPicPr>
            <p:cNvPr id="278" name="Google Shape;278;p20"/>
            <p:cNvPicPr preferRelativeResize="0"/>
            <p:nvPr/>
          </p:nvPicPr>
          <p:blipFill>
            <a:blip r:embed="rId8">
              <a:alphaModFix/>
            </a:blip>
            <a:stretch>
              <a:fillRect/>
            </a:stretch>
          </p:blipFill>
          <p:spPr>
            <a:xfrm rot="4210855">
              <a:off x="-931972" y="3929539"/>
              <a:ext cx="2540892" cy="1673376"/>
            </a:xfrm>
            <a:prstGeom prst="rect">
              <a:avLst/>
            </a:prstGeom>
            <a:noFill/>
            <a:ln>
              <a:noFill/>
            </a:ln>
          </p:spPr>
        </p:pic>
        <p:pic>
          <p:nvPicPr>
            <p:cNvPr id="279" name="Google Shape;279;p20"/>
            <p:cNvPicPr preferRelativeResize="0"/>
            <p:nvPr/>
          </p:nvPicPr>
          <p:blipFill>
            <a:blip r:embed="rId9">
              <a:alphaModFix/>
            </a:blip>
            <a:stretch>
              <a:fillRect/>
            </a:stretch>
          </p:blipFill>
          <p:spPr>
            <a:xfrm rot="10800000">
              <a:off x="7496342" y="4549300"/>
              <a:ext cx="1086799" cy="1203625"/>
            </a:xfrm>
            <a:prstGeom prst="rect">
              <a:avLst/>
            </a:prstGeom>
            <a:noFill/>
            <a:ln>
              <a:noFill/>
            </a:ln>
          </p:spPr>
        </p:pic>
      </p:grpSp>
    </p:spTree>
    <p:extLst>
      <p:ext uri="{BB962C8B-B14F-4D97-AF65-F5344CB8AC3E}">
        <p14:creationId xmlns:p14="http://schemas.microsoft.com/office/powerpoint/2010/main" val="12928861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80"/>
        <p:cNvGrpSpPr/>
        <p:nvPr/>
      </p:nvGrpSpPr>
      <p:grpSpPr>
        <a:xfrm>
          <a:off x="0" y="0"/>
          <a:ext cx="0" cy="0"/>
          <a:chOff x="0" y="0"/>
          <a:chExt cx="0" cy="0"/>
        </a:xfrm>
      </p:grpSpPr>
      <p:pic>
        <p:nvPicPr>
          <p:cNvPr id="281" name="Google Shape;281;p21"/>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82" name="Google Shape;282;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83" name="Google Shape;283;p21"/>
          <p:cNvSpPr txBox="1">
            <a:spLocks noGrp="1"/>
          </p:cNvSpPr>
          <p:nvPr>
            <p:ph type="subTitle" idx="1"/>
          </p:nvPr>
        </p:nvSpPr>
        <p:spPr>
          <a:xfrm>
            <a:off x="1250167"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4" name="Google Shape;284;p21"/>
          <p:cNvSpPr txBox="1">
            <a:spLocks noGrp="1"/>
          </p:cNvSpPr>
          <p:nvPr>
            <p:ph type="subTitle" idx="2"/>
          </p:nvPr>
        </p:nvSpPr>
        <p:spPr>
          <a:xfrm>
            <a:off x="4645795"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5" name="Google Shape;285;p21"/>
          <p:cNvSpPr txBox="1">
            <a:spLocks noGrp="1"/>
          </p:cNvSpPr>
          <p:nvPr>
            <p:ph type="subTitle" idx="3"/>
          </p:nvPr>
        </p:nvSpPr>
        <p:spPr>
          <a:xfrm>
            <a:off x="8041432"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6" name="Google Shape;286;p21"/>
          <p:cNvSpPr txBox="1">
            <a:spLocks noGrp="1"/>
          </p:cNvSpPr>
          <p:nvPr>
            <p:ph type="subTitle" idx="4"/>
          </p:nvPr>
        </p:nvSpPr>
        <p:spPr>
          <a:xfrm>
            <a:off x="1250167"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287" name="Google Shape;287;p21"/>
          <p:cNvSpPr txBox="1">
            <a:spLocks noGrp="1"/>
          </p:cNvSpPr>
          <p:nvPr>
            <p:ph type="subTitle" idx="5"/>
          </p:nvPr>
        </p:nvSpPr>
        <p:spPr>
          <a:xfrm>
            <a:off x="4645796"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288" name="Google Shape;288;p21"/>
          <p:cNvSpPr txBox="1">
            <a:spLocks noGrp="1"/>
          </p:cNvSpPr>
          <p:nvPr>
            <p:ph type="subTitle" idx="6"/>
          </p:nvPr>
        </p:nvSpPr>
        <p:spPr>
          <a:xfrm>
            <a:off x="8041433"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pic>
        <p:nvPicPr>
          <p:cNvPr id="289" name="Google Shape;289;p21"/>
          <p:cNvPicPr preferRelativeResize="0"/>
          <p:nvPr/>
        </p:nvPicPr>
        <p:blipFill>
          <a:blip r:embed="rId3">
            <a:alphaModFix/>
          </a:blip>
          <a:stretch>
            <a:fillRect/>
          </a:stretch>
        </p:blipFill>
        <p:spPr>
          <a:xfrm rot="2550146" flipH="1">
            <a:off x="10357095" y="-3190100"/>
            <a:ext cx="5805932" cy="6321397"/>
          </a:xfrm>
          <a:prstGeom prst="rect">
            <a:avLst/>
          </a:prstGeom>
          <a:noFill/>
          <a:ln>
            <a:noFill/>
          </a:ln>
        </p:spPr>
      </p:pic>
      <p:grpSp>
        <p:nvGrpSpPr>
          <p:cNvPr id="290" name="Google Shape;290;p21"/>
          <p:cNvGrpSpPr/>
          <p:nvPr/>
        </p:nvGrpSpPr>
        <p:grpSpPr>
          <a:xfrm>
            <a:off x="-1260141" y="-839997"/>
            <a:ext cx="8411940" cy="7988032"/>
            <a:chOff x="-945106" y="-629998"/>
            <a:chExt cx="6308955" cy="5991024"/>
          </a:xfrm>
        </p:grpSpPr>
        <p:pic>
          <p:nvPicPr>
            <p:cNvPr id="291" name="Google Shape;291;p21"/>
            <p:cNvPicPr preferRelativeResize="0"/>
            <p:nvPr/>
          </p:nvPicPr>
          <p:blipFill>
            <a:blip r:embed="rId4">
              <a:alphaModFix/>
            </a:blip>
            <a:stretch>
              <a:fillRect/>
            </a:stretch>
          </p:blipFill>
          <p:spPr>
            <a:xfrm rot="10800000" flipH="1">
              <a:off x="-945106" y="3678726"/>
              <a:ext cx="1792924" cy="1682300"/>
            </a:xfrm>
            <a:prstGeom prst="rect">
              <a:avLst/>
            </a:prstGeom>
            <a:noFill/>
            <a:ln>
              <a:noFill/>
            </a:ln>
          </p:spPr>
        </p:pic>
        <p:pic>
          <p:nvPicPr>
            <p:cNvPr id="292" name="Google Shape;292;p21"/>
            <p:cNvPicPr preferRelativeResize="0"/>
            <p:nvPr/>
          </p:nvPicPr>
          <p:blipFill>
            <a:blip r:embed="rId5">
              <a:alphaModFix/>
            </a:blip>
            <a:stretch>
              <a:fillRect/>
            </a:stretch>
          </p:blipFill>
          <p:spPr>
            <a:xfrm rot="10800000" flipH="1">
              <a:off x="4319973" y="-629998"/>
              <a:ext cx="1043875" cy="961900"/>
            </a:xfrm>
            <a:prstGeom prst="rect">
              <a:avLst/>
            </a:prstGeom>
            <a:noFill/>
            <a:ln>
              <a:noFill/>
            </a:ln>
          </p:spPr>
        </p:pic>
      </p:grpSp>
      <p:grpSp>
        <p:nvGrpSpPr>
          <p:cNvPr id="293" name="Google Shape;293;p21"/>
          <p:cNvGrpSpPr/>
          <p:nvPr/>
        </p:nvGrpSpPr>
        <p:grpSpPr>
          <a:xfrm>
            <a:off x="-3552639" y="-3048549"/>
            <a:ext cx="16892936" cy="11448648"/>
            <a:chOff x="-2664479" y="-2286412"/>
            <a:chExt cx="12669702" cy="8586486"/>
          </a:xfrm>
        </p:grpSpPr>
        <p:pic>
          <p:nvPicPr>
            <p:cNvPr id="294" name="Google Shape;294;p21"/>
            <p:cNvPicPr preferRelativeResize="0"/>
            <p:nvPr/>
          </p:nvPicPr>
          <p:blipFill>
            <a:blip r:embed="rId6">
              <a:alphaModFix/>
            </a:blip>
            <a:stretch>
              <a:fillRect/>
            </a:stretch>
          </p:blipFill>
          <p:spPr>
            <a:xfrm rot="198559" flipH="1">
              <a:off x="6077309" y="4560379"/>
              <a:ext cx="2416549" cy="1671340"/>
            </a:xfrm>
            <a:prstGeom prst="rect">
              <a:avLst/>
            </a:prstGeom>
            <a:noFill/>
            <a:ln>
              <a:noFill/>
            </a:ln>
          </p:spPr>
        </p:pic>
        <p:pic>
          <p:nvPicPr>
            <p:cNvPr id="295" name="Google Shape;295;p21"/>
            <p:cNvPicPr preferRelativeResize="0"/>
            <p:nvPr/>
          </p:nvPicPr>
          <p:blipFill>
            <a:blip r:embed="rId7">
              <a:alphaModFix amt="87000"/>
            </a:blip>
            <a:stretch>
              <a:fillRect/>
            </a:stretch>
          </p:blipFill>
          <p:spPr>
            <a:xfrm rot="6895885" flipH="1">
              <a:off x="-2168516" y="-1114645"/>
              <a:ext cx="2739698" cy="2841546"/>
            </a:xfrm>
            <a:prstGeom prst="rect">
              <a:avLst/>
            </a:prstGeom>
            <a:noFill/>
            <a:ln>
              <a:noFill/>
            </a:ln>
          </p:spPr>
        </p:pic>
        <p:pic>
          <p:nvPicPr>
            <p:cNvPr id="296" name="Google Shape;296;p21"/>
            <p:cNvPicPr preferRelativeResize="0"/>
            <p:nvPr/>
          </p:nvPicPr>
          <p:blipFill>
            <a:blip r:embed="rId8">
              <a:alphaModFix amt="86000"/>
            </a:blip>
            <a:stretch>
              <a:fillRect/>
            </a:stretch>
          </p:blipFill>
          <p:spPr>
            <a:xfrm rot="-2073950" flipH="1">
              <a:off x="6520865" y="-1573572"/>
              <a:ext cx="3167267" cy="2103250"/>
            </a:xfrm>
            <a:prstGeom prst="rect">
              <a:avLst/>
            </a:prstGeom>
            <a:noFill/>
            <a:ln>
              <a:noFill/>
            </a:ln>
          </p:spPr>
        </p:pic>
      </p:grpSp>
      <p:grpSp>
        <p:nvGrpSpPr>
          <p:cNvPr id="297" name="Google Shape;297;p21"/>
          <p:cNvGrpSpPr/>
          <p:nvPr/>
        </p:nvGrpSpPr>
        <p:grpSpPr>
          <a:xfrm>
            <a:off x="646258" y="4383137"/>
            <a:ext cx="12616724" cy="3943668"/>
            <a:chOff x="484693" y="3287352"/>
            <a:chExt cx="9462543" cy="2957751"/>
          </a:xfrm>
        </p:grpSpPr>
        <p:pic>
          <p:nvPicPr>
            <p:cNvPr id="298" name="Google Shape;298;p21"/>
            <p:cNvPicPr preferRelativeResize="0"/>
            <p:nvPr/>
          </p:nvPicPr>
          <p:blipFill>
            <a:blip r:embed="rId9">
              <a:alphaModFix/>
            </a:blip>
            <a:stretch>
              <a:fillRect/>
            </a:stretch>
          </p:blipFill>
          <p:spPr>
            <a:xfrm rot="-4210855" flipH="1">
              <a:off x="7458915" y="3929539"/>
              <a:ext cx="2540892" cy="1673376"/>
            </a:xfrm>
            <a:prstGeom prst="rect">
              <a:avLst/>
            </a:prstGeom>
            <a:noFill/>
            <a:ln>
              <a:noFill/>
            </a:ln>
          </p:spPr>
        </p:pic>
        <p:pic>
          <p:nvPicPr>
            <p:cNvPr id="299" name="Google Shape;299;p21"/>
            <p:cNvPicPr preferRelativeResize="0"/>
            <p:nvPr/>
          </p:nvPicPr>
          <p:blipFill>
            <a:blip r:embed="rId10">
              <a:alphaModFix/>
            </a:blip>
            <a:stretch>
              <a:fillRect/>
            </a:stretch>
          </p:blipFill>
          <p:spPr>
            <a:xfrm rot="10800000" flipH="1">
              <a:off x="484693" y="4549300"/>
              <a:ext cx="1086799" cy="1203625"/>
            </a:xfrm>
            <a:prstGeom prst="rect">
              <a:avLst/>
            </a:prstGeom>
            <a:noFill/>
            <a:ln>
              <a:noFill/>
            </a:ln>
          </p:spPr>
        </p:pic>
      </p:grpSp>
    </p:spTree>
    <p:extLst>
      <p:ext uri="{BB962C8B-B14F-4D97-AF65-F5344CB8AC3E}">
        <p14:creationId xmlns:p14="http://schemas.microsoft.com/office/powerpoint/2010/main" val="38909685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300"/>
        <p:cNvGrpSpPr/>
        <p:nvPr/>
      </p:nvGrpSpPr>
      <p:grpSpPr>
        <a:xfrm>
          <a:off x="0" y="0"/>
          <a:ext cx="0" cy="0"/>
          <a:chOff x="0" y="0"/>
          <a:chExt cx="0" cy="0"/>
        </a:xfrm>
      </p:grpSpPr>
      <p:pic>
        <p:nvPicPr>
          <p:cNvPr id="301" name="Google Shape;301;p22"/>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302" name="Google Shape;302;p22"/>
          <p:cNvGrpSpPr/>
          <p:nvPr/>
        </p:nvGrpSpPr>
        <p:grpSpPr>
          <a:xfrm>
            <a:off x="-1686344" y="-1701613"/>
            <a:ext cx="15436775" cy="8953976"/>
            <a:chOff x="-1264758" y="-1276210"/>
            <a:chExt cx="11577581" cy="6715482"/>
          </a:xfrm>
        </p:grpSpPr>
        <p:pic>
          <p:nvPicPr>
            <p:cNvPr id="303" name="Google Shape;303;p22"/>
            <p:cNvPicPr preferRelativeResize="0"/>
            <p:nvPr/>
          </p:nvPicPr>
          <p:blipFill>
            <a:blip r:embed="rId3">
              <a:alphaModFix amt="75000"/>
            </a:blip>
            <a:stretch>
              <a:fillRect/>
            </a:stretch>
          </p:blipFill>
          <p:spPr>
            <a:xfrm rot="-5400000" flipH="1">
              <a:off x="-1796768" y="-744200"/>
              <a:ext cx="3167267" cy="2103247"/>
            </a:xfrm>
            <a:prstGeom prst="rect">
              <a:avLst/>
            </a:prstGeom>
            <a:noFill/>
            <a:ln>
              <a:noFill/>
            </a:ln>
          </p:spPr>
        </p:pic>
        <p:pic>
          <p:nvPicPr>
            <p:cNvPr id="304" name="Google Shape;304;p22"/>
            <p:cNvPicPr preferRelativeResize="0"/>
            <p:nvPr/>
          </p:nvPicPr>
          <p:blipFill>
            <a:blip r:embed="rId4">
              <a:alphaModFix/>
            </a:blip>
            <a:stretch>
              <a:fillRect/>
            </a:stretch>
          </p:blipFill>
          <p:spPr>
            <a:xfrm flipH="1">
              <a:off x="8284957" y="3336025"/>
              <a:ext cx="2027866" cy="2103247"/>
            </a:xfrm>
            <a:prstGeom prst="rect">
              <a:avLst/>
            </a:prstGeom>
            <a:noFill/>
            <a:ln>
              <a:noFill/>
            </a:ln>
          </p:spPr>
        </p:pic>
      </p:grpSp>
      <p:pic>
        <p:nvPicPr>
          <p:cNvPr id="305" name="Google Shape;305;p22"/>
          <p:cNvPicPr preferRelativeResize="0"/>
          <p:nvPr/>
        </p:nvPicPr>
        <p:blipFill>
          <a:blip r:embed="rId5">
            <a:alphaModFix/>
          </a:blip>
          <a:stretch>
            <a:fillRect/>
          </a:stretch>
        </p:blipFill>
        <p:spPr>
          <a:xfrm rot="-370385" flipH="1">
            <a:off x="-2084635" y="3583567"/>
            <a:ext cx="5678100" cy="6182203"/>
          </a:xfrm>
          <a:prstGeom prst="rect">
            <a:avLst/>
          </a:prstGeom>
          <a:noFill/>
          <a:ln>
            <a:noFill/>
          </a:ln>
        </p:spPr>
      </p:pic>
      <p:grpSp>
        <p:nvGrpSpPr>
          <p:cNvPr id="306" name="Google Shape;306;p22"/>
          <p:cNvGrpSpPr/>
          <p:nvPr/>
        </p:nvGrpSpPr>
        <p:grpSpPr>
          <a:xfrm>
            <a:off x="16" y="-1495499"/>
            <a:ext cx="13094408" cy="6419531"/>
            <a:chOff x="12" y="-1121624"/>
            <a:chExt cx="9820806" cy="4814648"/>
          </a:xfrm>
        </p:grpSpPr>
        <p:pic>
          <p:nvPicPr>
            <p:cNvPr id="307" name="Google Shape;307;p22"/>
            <p:cNvPicPr preferRelativeResize="0"/>
            <p:nvPr/>
          </p:nvPicPr>
          <p:blipFill>
            <a:blip r:embed="rId6">
              <a:alphaModFix amt="79000"/>
            </a:blip>
            <a:stretch>
              <a:fillRect/>
            </a:stretch>
          </p:blipFill>
          <p:spPr>
            <a:xfrm rot="2700000" flipH="1">
              <a:off x="217572" y="-867845"/>
              <a:ext cx="1174132" cy="1101691"/>
            </a:xfrm>
            <a:prstGeom prst="rect">
              <a:avLst/>
            </a:prstGeom>
            <a:noFill/>
            <a:ln>
              <a:noFill/>
            </a:ln>
          </p:spPr>
        </p:pic>
        <p:pic>
          <p:nvPicPr>
            <p:cNvPr id="308" name="Google Shape;308;p22"/>
            <p:cNvPicPr preferRelativeResize="0"/>
            <p:nvPr/>
          </p:nvPicPr>
          <p:blipFill>
            <a:blip r:embed="rId7">
              <a:alphaModFix amt="63000"/>
            </a:blip>
            <a:stretch>
              <a:fillRect/>
            </a:stretch>
          </p:blipFill>
          <p:spPr>
            <a:xfrm flipH="1">
              <a:off x="8776943" y="2731123"/>
              <a:ext cx="1043875" cy="961900"/>
            </a:xfrm>
            <a:prstGeom prst="rect">
              <a:avLst/>
            </a:prstGeom>
            <a:noFill/>
            <a:ln>
              <a:noFill/>
            </a:ln>
          </p:spPr>
        </p:pic>
      </p:grpSp>
      <p:grpSp>
        <p:nvGrpSpPr>
          <p:cNvPr id="309" name="Google Shape;309;p22"/>
          <p:cNvGrpSpPr/>
          <p:nvPr/>
        </p:nvGrpSpPr>
        <p:grpSpPr>
          <a:xfrm>
            <a:off x="4666783" y="-1875009"/>
            <a:ext cx="8948944" cy="9518543"/>
            <a:chOff x="3500087" y="-1406257"/>
            <a:chExt cx="6711708" cy="7138907"/>
          </a:xfrm>
        </p:grpSpPr>
        <p:pic>
          <p:nvPicPr>
            <p:cNvPr id="310" name="Google Shape;310;p22"/>
            <p:cNvPicPr preferRelativeResize="0"/>
            <p:nvPr/>
          </p:nvPicPr>
          <p:blipFill>
            <a:blip r:embed="rId8">
              <a:alphaModFix/>
            </a:blip>
            <a:stretch>
              <a:fillRect/>
            </a:stretch>
          </p:blipFill>
          <p:spPr>
            <a:xfrm flipH="1">
              <a:off x="8588150" y="4008599"/>
              <a:ext cx="1135050" cy="758100"/>
            </a:xfrm>
            <a:prstGeom prst="rect">
              <a:avLst/>
            </a:prstGeom>
            <a:noFill/>
            <a:ln>
              <a:noFill/>
            </a:ln>
          </p:spPr>
        </p:pic>
        <p:pic>
          <p:nvPicPr>
            <p:cNvPr id="311" name="Google Shape;311;p22"/>
            <p:cNvPicPr preferRelativeResize="0"/>
            <p:nvPr/>
          </p:nvPicPr>
          <p:blipFill>
            <a:blip r:embed="rId9">
              <a:alphaModFix/>
            </a:blip>
            <a:stretch>
              <a:fillRect/>
            </a:stretch>
          </p:blipFill>
          <p:spPr>
            <a:xfrm flipH="1">
              <a:off x="3500087" y="4696950"/>
              <a:ext cx="935175" cy="1035701"/>
            </a:xfrm>
            <a:prstGeom prst="rect">
              <a:avLst/>
            </a:prstGeom>
            <a:noFill/>
            <a:ln>
              <a:noFill/>
            </a:ln>
          </p:spPr>
        </p:pic>
        <p:pic>
          <p:nvPicPr>
            <p:cNvPr id="312" name="Google Shape;312;p22"/>
            <p:cNvPicPr preferRelativeResize="0"/>
            <p:nvPr/>
          </p:nvPicPr>
          <p:blipFill>
            <a:blip r:embed="rId10">
              <a:alphaModFix/>
            </a:blip>
            <a:stretch>
              <a:fillRect/>
            </a:stretch>
          </p:blipFill>
          <p:spPr>
            <a:xfrm rot="-7518071">
              <a:off x="6833972" y="-546976"/>
              <a:ext cx="3193620" cy="2103249"/>
            </a:xfrm>
            <a:prstGeom prst="rect">
              <a:avLst/>
            </a:prstGeom>
            <a:noFill/>
            <a:ln>
              <a:noFill/>
            </a:ln>
          </p:spPr>
        </p:pic>
      </p:grpSp>
      <p:sp>
        <p:nvSpPr>
          <p:cNvPr id="313" name="Google Shape;313;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14" name="Google Shape;314;p22"/>
          <p:cNvSpPr txBox="1">
            <a:spLocks noGrp="1"/>
          </p:cNvSpPr>
          <p:nvPr>
            <p:ph type="subTitle" idx="1"/>
          </p:nvPr>
        </p:nvSpPr>
        <p:spPr>
          <a:xfrm>
            <a:off x="960033" y="2276277"/>
            <a:ext cx="10272000" cy="707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5" name="Google Shape;315;p22"/>
          <p:cNvSpPr txBox="1">
            <a:spLocks noGrp="1"/>
          </p:cNvSpPr>
          <p:nvPr>
            <p:ph type="subTitle" idx="2"/>
          </p:nvPr>
        </p:nvSpPr>
        <p:spPr>
          <a:xfrm>
            <a:off x="960033" y="3771865"/>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6" name="Google Shape;316;p22"/>
          <p:cNvSpPr txBox="1">
            <a:spLocks noGrp="1"/>
          </p:cNvSpPr>
          <p:nvPr>
            <p:ph type="subTitle" idx="3"/>
          </p:nvPr>
        </p:nvSpPr>
        <p:spPr>
          <a:xfrm>
            <a:off x="960033" y="5263855"/>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7" name="Google Shape;317;p22"/>
          <p:cNvSpPr txBox="1">
            <a:spLocks noGrp="1"/>
          </p:cNvSpPr>
          <p:nvPr>
            <p:ph type="subTitle" idx="4"/>
          </p:nvPr>
        </p:nvSpPr>
        <p:spPr>
          <a:xfrm>
            <a:off x="960033" y="1655028"/>
            <a:ext cx="10272000" cy="707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18" name="Google Shape;318;p22"/>
          <p:cNvSpPr txBox="1">
            <a:spLocks noGrp="1"/>
          </p:cNvSpPr>
          <p:nvPr>
            <p:ph type="subTitle" idx="5"/>
          </p:nvPr>
        </p:nvSpPr>
        <p:spPr>
          <a:xfrm>
            <a:off x="960033" y="3133500"/>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19" name="Google Shape;319;p22"/>
          <p:cNvSpPr txBox="1">
            <a:spLocks noGrp="1"/>
          </p:cNvSpPr>
          <p:nvPr>
            <p:ph type="subTitle" idx="6"/>
          </p:nvPr>
        </p:nvSpPr>
        <p:spPr>
          <a:xfrm>
            <a:off x="960033" y="4627500"/>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299636891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20"/>
        <p:cNvGrpSpPr/>
        <p:nvPr/>
      </p:nvGrpSpPr>
      <p:grpSpPr>
        <a:xfrm>
          <a:off x="0" y="0"/>
          <a:ext cx="0" cy="0"/>
          <a:chOff x="0" y="0"/>
          <a:chExt cx="0" cy="0"/>
        </a:xfrm>
      </p:grpSpPr>
      <p:pic>
        <p:nvPicPr>
          <p:cNvPr id="321" name="Google Shape;321;p23"/>
          <p:cNvPicPr preferRelativeResize="0"/>
          <p:nvPr/>
        </p:nvPicPr>
        <p:blipFill>
          <a:blip r:embed="rId2">
            <a:alphaModFix/>
          </a:blip>
          <a:stretch>
            <a:fillRect/>
          </a:stretch>
        </p:blipFill>
        <p:spPr>
          <a:xfrm>
            <a:off x="1" y="33"/>
            <a:ext cx="12192004" cy="6858000"/>
          </a:xfrm>
          <a:prstGeom prst="rect">
            <a:avLst/>
          </a:prstGeom>
          <a:noFill/>
          <a:ln>
            <a:noFill/>
          </a:ln>
        </p:spPr>
      </p:pic>
      <p:pic>
        <p:nvPicPr>
          <p:cNvPr id="322" name="Google Shape;322;p23"/>
          <p:cNvPicPr preferRelativeResize="0"/>
          <p:nvPr/>
        </p:nvPicPr>
        <p:blipFill>
          <a:blip r:embed="rId3">
            <a:alphaModFix/>
          </a:blip>
          <a:stretch>
            <a:fillRect/>
          </a:stretch>
        </p:blipFill>
        <p:spPr>
          <a:xfrm>
            <a:off x="3713438" y="6347964"/>
            <a:ext cx="1391833" cy="1282533"/>
          </a:xfrm>
          <a:prstGeom prst="rect">
            <a:avLst/>
          </a:prstGeom>
          <a:noFill/>
          <a:ln>
            <a:noFill/>
          </a:ln>
        </p:spPr>
      </p:pic>
      <p:pic>
        <p:nvPicPr>
          <p:cNvPr id="323" name="Google Shape;323;p23"/>
          <p:cNvPicPr preferRelativeResize="0"/>
          <p:nvPr/>
        </p:nvPicPr>
        <p:blipFill>
          <a:blip r:embed="rId4">
            <a:alphaModFix/>
          </a:blip>
          <a:stretch>
            <a:fillRect/>
          </a:stretch>
        </p:blipFill>
        <p:spPr>
          <a:xfrm>
            <a:off x="6386069" y="-5276767"/>
            <a:ext cx="5805932" cy="6321397"/>
          </a:xfrm>
          <a:prstGeom prst="rect">
            <a:avLst/>
          </a:prstGeom>
          <a:noFill/>
          <a:ln>
            <a:noFill/>
          </a:ln>
        </p:spPr>
      </p:pic>
      <p:grpSp>
        <p:nvGrpSpPr>
          <p:cNvPr id="324" name="Google Shape;324;p23"/>
          <p:cNvGrpSpPr/>
          <p:nvPr/>
        </p:nvGrpSpPr>
        <p:grpSpPr>
          <a:xfrm>
            <a:off x="4647132" y="-1275467"/>
            <a:ext cx="8729073" cy="9228251"/>
            <a:chOff x="3485348" y="-956600"/>
            <a:chExt cx="6546805" cy="6921188"/>
          </a:xfrm>
        </p:grpSpPr>
        <p:pic>
          <p:nvPicPr>
            <p:cNvPr id="325" name="Google Shape;325;p23"/>
            <p:cNvPicPr preferRelativeResize="0"/>
            <p:nvPr/>
          </p:nvPicPr>
          <p:blipFill>
            <a:blip r:embed="rId5">
              <a:alphaModFix/>
            </a:blip>
            <a:stretch>
              <a:fillRect/>
            </a:stretch>
          </p:blipFill>
          <p:spPr>
            <a:xfrm>
              <a:off x="7760453" y="-956600"/>
              <a:ext cx="2271701" cy="1496100"/>
            </a:xfrm>
            <a:prstGeom prst="rect">
              <a:avLst/>
            </a:prstGeom>
            <a:noFill/>
            <a:ln>
              <a:noFill/>
            </a:ln>
          </p:spPr>
        </p:pic>
        <p:pic>
          <p:nvPicPr>
            <p:cNvPr id="326" name="Google Shape;326;p23"/>
            <p:cNvPicPr preferRelativeResize="0"/>
            <p:nvPr/>
          </p:nvPicPr>
          <p:blipFill>
            <a:blip r:embed="rId6">
              <a:alphaModFix/>
            </a:blip>
            <a:stretch>
              <a:fillRect/>
            </a:stretch>
          </p:blipFill>
          <p:spPr>
            <a:xfrm>
              <a:off x="3485348" y="4760963"/>
              <a:ext cx="1086799" cy="1203625"/>
            </a:xfrm>
            <a:prstGeom prst="rect">
              <a:avLst/>
            </a:prstGeom>
            <a:noFill/>
            <a:ln>
              <a:noFill/>
            </a:ln>
          </p:spPr>
        </p:pic>
      </p:grpSp>
      <p:grpSp>
        <p:nvGrpSpPr>
          <p:cNvPr id="327" name="Google Shape;327;p23"/>
          <p:cNvGrpSpPr/>
          <p:nvPr/>
        </p:nvGrpSpPr>
        <p:grpSpPr>
          <a:xfrm>
            <a:off x="-4419992" y="593361"/>
            <a:ext cx="19131824" cy="10383809"/>
            <a:chOff x="-3314994" y="445020"/>
            <a:chExt cx="14348868" cy="7787857"/>
          </a:xfrm>
        </p:grpSpPr>
        <p:pic>
          <p:nvPicPr>
            <p:cNvPr id="328" name="Google Shape;328;p23"/>
            <p:cNvPicPr preferRelativeResize="0"/>
            <p:nvPr/>
          </p:nvPicPr>
          <p:blipFill>
            <a:blip r:embed="rId7">
              <a:alphaModFix amt="87000"/>
            </a:blip>
            <a:stretch>
              <a:fillRect/>
            </a:stretch>
          </p:blipFill>
          <p:spPr>
            <a:xfrm>
              <a:off x="6058077" y="4608575"/>
              <a:ext cx="3494399" cy="3624302"/>
            </a:xfrm>
            <a:prstGeom prst="rect">
              <a:avLst/>
            </a:prstGeom>
            <a:noFill/>
            <a:ln>
              <a:noFill/>
            </a:ln>
          </p:spPr>
        </p:pic>
        <p:pic>
          <p:nvPicPr>
            <p:cNvPr id="329" name="Google Shape;329;p23"/>
            <p:cNvPicPr preferRelativeResize="0"/>
            <p:nvPr/>
          </p:nvPicPr>
          <p:blipFill>
            <a:blip r:embed="rId8">
              <a:alphaModFix amt="86000"/>
            </a:blip>
            <a:stretch>
              <a:fillRect/>
            </a:stretch>
          </p:blipFill>
          <p:spPr>
            <a:xfrm rot="7198658">
              <a:off x="7748024" y="3896048"/>
              <a:ext cx="3167263" cy="2103247"/>
            </a:xfrm>
            <a:prstGeom prst="rect">
              <a:avLst/>
            </a:prstGeom>
            <a:noFill/>
            <a:ln>
              <a:noFill/>
            </a:ln>
          </p:spPr>
        </p:pic>
        <p:pic>
          <p:nvPicPr>
            <p:cNvPr id="330" name="Google Shape;330;p23"/>
            <p:cNvPicPr preferRelativeResize="0"/>
            <p:nvPr/>
          </p:nvPicPr>
          <p:blipFill>
            <a:blip r:embed="rId9">
              <a:alphaModFix/>
            </a:blip>
            <a:stretch>
              <a:fillRect/>
            </a:stretch>
          </p:blipFill>
          <p:spPr>
            <a:xfrm rot="5400000">
              <a:off x="-1587574" y="2199250"/>
              <a:ext cx="2635599" cy="1671350"/>
            </a:xfrm>
            <a:prstGeom prst="rect">
              <a:avLst/>
            </a:prstGeom>
            <a:noFill/>
            <a:ln>
              <a:noFill/>
            </a:ln>
          </p:spPr>
        </p:pic>
        <p:pic>
          <p:nvPicPr>
            <p:cNvPr id="331" name="Google Shape;331;p23"/>
            <p:cNvPicPr preferRelativeResize="0"/>
            <p:nvPr/>
          </p:nvPicPr>
          <p:blipFill>
            <a:blip r:embed="rId8">
              <a:alphaModFix amt="86000"/>
            </a:blip>
            <a:stretch>
              <a:fillRect/>
            </a:stretch>
          </p:blipFill>
          <p:spPr>
            <a:xfrm rot="1338115">
              <a:off x="-3034377" y="967323"/>
              <a:ext cx="3167261" cy="2103247"/>
            </a:xfrm>
            <a:prstGeom prst="rect">
              <a:avLst/>
            </a:prstGeom>
            <a:noFill/>
            <a:ln>
              <a:noFill/>
            </a:ln>
          </p:spPr>
        </p:pic>
      </p:grpSp>
      <p:sp>
        <p:nvSpPr>
          <p:cNvPr id="332" name="Google Shape;332;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33" name="Google Shape;333;p23"/>
          <p:cNvSpPr txBox="1">
            <a:spLocks noGrp="1"/>
          </p:cNvSpPr>
          <p:nvPr>
            <p:ph type="subTitle" idx="1"/>
          </p:nvPr>
        </p:nvSpPr>
        <p:spPr>
          <a:xfrm>
            <a:off x="950967" y="3378293"/>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4" name="Google Shape;334;p23"/>
          <p:cNvSpPr txBox="1">
            <a:spLocks noGrp="1"/>
          </p:cNvSpPr>
          <p:nvPr>
            <p:ph type="subTitle" idx="2"/>
          </p:nvPr>
        </p:nvSpPr>
        <p:spPr>
          <a:xfrm>
            <a:off x="4514200" y="3373531"/>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5" name="Google Shape;335;p23"/>
          <p:cNvSpPr txBox="1">
            <a:spLocks noGrp="1"/>
          </p:cNvSpPr>
          <p:nvPr>
            <p:ph type="subTitle" idx="3"/>
          </p:nvPr>
        </p:nvSpPr>
        <p:spPr>
          <a:xfrm>
            <a:off x="8077433" y="3368768"/>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6" name="Google Shape;336;p23"/>
          <p:cNvSpPr txBox="1">
            <a:spLocks noGrp="1"/>
          </p:cNvSpPr>
          <p:nvPr>
            <p:ph type="subTitle" idx="4"/>
          </p:nvPr>
        </p:nvSpPr>
        <p:spPr>
          <a:xfrm>
            <a:off x="950967" y="2851401"/>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337" name="Google Shape;337;p23"/>
          <p:cNvSpPr txBox="1">
            <a:spLocks noGrp="1"/>
          </p:cNvSpPr>
          <p:nvPr>
            <p:ph type="subTitle" idx="5"/>
          </p:nvPr>
        </p:nvSpPr>
        <p:spPr>
          <a:xfrm>
            <a:off x="4514189" y="2851403"/>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338" name="Google Shape;338;p23"/>
          <p:cNvSpPr txBox="1">
            <a:spLocks noGrp="1"/>
          </p:cNvSpPr>
          <p:nvPr>
            <p:ph type="subTitle" idx="6"/>
          </p:nvPr>
        </p:nvSpPr>
        <p:spPr>
          <a:xfrm>
            <a:off x="8077435" y="2851404"/>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12270129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9"/>
        <p:cNvGrpSpPr/>
        <p:nvPr/>
      </p:nvGrpSpPr>
      <p:grpSpPr>
        <a:xfrm>
          <a:off x="0" y="0"/>
          <a:ext cx="0" cy="0"/>
          <a:chOff x="0" y="0"/>
          <a:chExt cx="0" cy="0"/>
        </a:xfrm>
      </p:grpSpPr>
      <p:pic>
        <p:nvPicPr>
          <p:cNvPr id="340" name="Google Shape;340;p24"/>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341" name="Google Shape;341;p2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42" name="Google Shape;342;p24"/>
          <p:cNvSpPr txBox="1">
            <a:spLocks noGrp="1"/>
          </p:cNvSpPr>
          <p:nvPr>
            <p:ph type="subTitle" idx="1"/>
          </p:nvPr>
        </p:nvSpPr>
        <p:spPr>
          <a:xfrm>
            <a:off x="1999233" y="2448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3" name="Google Shape;343;p24"/>
          <p:cNvSpPr txBox="1">
            <a:spLocks noGrp="1"/>
          </p:cNvSpPr>
          <p:nvPr>
            <p:ph type="subTitle" idx="2"/>
          </p:nvPr>
        </p:nvSpPr>
        <p:spPr>
          <a:xfrm>
            <a:off x="7513025" y="2448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4" name="Google Shape;344;p24"/>
          <p:cNvSpPr txBox="1">
            <a:spLocks noGrp="1"/>
          </p:cNvSpPr>
          <p:nvPr>
            <p:ph type="subTitle" idx="3"/>
          </p:nvPr>
        </p:nvSpPr>
        <p:spPr>
          <a:xfrm>
            <a:off x="1999233" y="4560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5" name="Google Shape;345;p24"/>
          <p:cNvSpPr txBox="1">
            <a:spLocks noGrp="1"/>
          </p:cNvSpPr>
          <p:nvPr>
            <p:ph type="subTitle" idx="4"/>
          </p:nvPr>
        </p:nvSpPr>
        <p:spPr>
          <a:xfrm>
            <a:off x="7513025" y="4560433"/>
            <a:ext cx="3428800" cy="121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46" name="Google Shape;346;p24"/>
          <p:cNvSpPr txBox="1">
            <a:spLocks noGrp="1"/>
          </p:cNvSpPr>
          <p:nvPr>
            <p:ph type="subTitle" idx="5"/>
          </p:nvPr>
        </p:nvSpPr>
        <p:spPr>
          <a:xfrm>
            <a:off x="1999233" y="19150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47" name="Google Shape;347;p24"/>
          <p:cNvSpPr txBox="1">
            <a:spLocks noGrp="1"/>
          </p:cNvSpPr>
          <p:nvPr>
            <p:ph type="subTitle" idx="6"/>
          </p:nvPr>
        </p:nvSpPr>
        <p:spPr>
          <a:xfrm>
            <a:off x="7513028" y="19150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48" name="Google Shape;348;p24"/>
          <p:cNvSpPr txBox="1">
            <a:spLocks noGrp="1"/>
          </p:cNvSpPr>
          <p:nvPr>
            <p:ph type="subTitle" idx="7"/>
          </p:nvPr>
        </p:nvSpPr>
        <p:spPr>
          <a:xfrm>
            <a:off x="1999233" y="40269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49" name="Google Shape;349;p24"/>
          <p:cNvSpPr txBox="1">
            <a:spLocks noGrp="1"/>
          </p:cNvSpPr>
          <p:nvPr>
            <p:ph type="subTitle" idx="8"/>
          </p:nvPr>
        </p:nvSpPr>
        <p:spPr>
          <a:xfrm>
            <a:off x="7513028" y="4026905"/>
            <a:ext cx="3428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pic>
        <p:nvPicPr>
          <p:cNvPr id="350" name="Google Shape;350;p24"/>
          <p:cNvPicPr preferRelativeResize="0"/>
          <p:nvPr/>
        </p:nvPicPr>
        <p:blipFill>
          <a:blip r:embed="rId3">
            <a:alphaModFix/>
          </a:blip>
          <a:stretch>
            <a:fillRect/>
          </a:stretch>
        </p:blipFill>
        <p:spPr>
          <a:xfrm flipH="1">
            <a:off x="-2470237" y="2893000"/>
            <a:ext cx="6418336" cy="6988131"/>
          </a:xfrm>
          <a:prstGeom prst="rect">
            <a:avLst/>
          </a:prstGeom>
          <a:noFill/>
          <a:ln>
            <a:noFill/>
          </a:ln>
        </p:spPr>
      </p:pic>
      <p:pic>
        <p:nvPicPr>
          <p:cNvPr id="351" name="Google Shape;351;p24"/>
          <p:cNvPicPr preferRelativeResize="0"/>
          <p:nvPr/>
        </p:nvPicPr>
        <p:blipFill>
          <a:blip r:embed="rId4">
            <a:alphaModFix/>
          </a:blip>
          <a:stretch>
            <a:fillRect/>
          </a:stretch>
        </p:blipFill>
        <p:spPr>
          <a:xfrm rot="-7293761" flipH="1">
            <a:off x="-456485" y="3680534"/>
            <a:ext cx="1136500" cy="1258665"/>
          </a:xfrm>
          <a:prstGeom prst="rect">
            <a:avLst/>
          </a:prstGeom>
          <a:noFill/>
          <a:ln>
            <a:noFill/>
          </a:ln>
        </p:spPr>
      </p:pic>
      <p:grpSp>
        <p:nvGrpSpPr>
          <p:cNvPr id="352" name="Google Shape;352;p24"/>
          <p:cNvGrpSpPr/>
          <p:nvPr/>
        </p:nvGrpSpPr>
        <p:grpSpPr>
          <a:xfrm>
            <a:off x="-2399701" y="-2728189"/>
            <a:ext cx="18642408" cy="12030144"/>
            <a:chOff x="-1799776" y="-2046142"/>
            <a:chExt cx="13981806" cy="9022608"/>
          </a:xfrm>
        </p:grpSpPr>
        <p:pic>
          <p:nvPicPr>
            <p:cNvPr id="353" name="Google Shape;353;p24"/>
            <p:cNvPicPr preferRelativeResize="0"/>
            <p:nvPr/>
          </p:nvPicPr>
          <p:blipFill>
            <a:blip r:embed="rId5">
              <a:alphaModFix/>
            </a:blip>
            <a:stretch>
              <a:fillRect/>
            </a:stretch>
          </p:blipFill>
          <p:spPr>
            <a:xfrm rot="-3069595" flipH="1">
              <a:off x="-1571126" y="-1204751"/>
              <a:ext cx="3167267" cy="2103248"/>
            </a:xfrm>
            <a:prstGeom prst="rect">
              <a:avLst/>
            </a:prstGeom>
            <a:noFill/>
            <a:ln>
              <a:noFill/>
            </a:ln>
          </p:spPr>
        </p:pic>
        <p:pic>
          <p:nvPicPr>
            <p:cNvPr id="354" name="Google Shape;354;p24"/>
            <p:cNvPicPr preferRelativeResize="0"/>
            <p:nvPr/>
          </p:nvPicPr>
          <p:blipFill>
            <a:blip r:embed="rId6">
              <a:alphaModFix/>
            </a:blip>
            <a:stretch>
              <a:fillRect/>
            </a:stretch>
          </p:blipFill>
          <p:spPr>
            <a:xfrm flipH="1">
              <a:off x="2571538" y="4716600"/>
              <a:ext cx="2184951" cy="1262975"/>
            </a:xfrm>
            <a:prstGeom prst="rect">
              <a:avLst/>
            </a:prstGeom>
            <a:noFill/>
            <a:ln>
              <a:noFill/>
            </a:ln>
          </p:spPr>
        </p:pic>
        <p:pic>
          <p:nvPicPr>
            <p:cNvPr id="355" name="Google Shape;355;p24"/>
            <p:cNvPicPr preferRelativeResize="0"/>
            <p:nvPr/>
          </p:nvPicPr>
          <p:blipFill>
            <a:blip r:embed="rId7">
              <a:alphaModFix/>
            </a:blip>
            <a:stretch>
              <a:fillRect/>
            </a:stretch>
          </p:blipFill>
          <p:spPr>
            <a:xfrm rot="-6438708" flipH="1">
              <a:off x="8559054" y="-1473399"/>
              <a:ext cx="3167276" cy="3284995"/>
            </a:xfrm>
            <a:prstGeom prst="rect">
              <a:avLst/>
            </a:prstGeom>
            <a:noFill/>
            <a:ln>
              <a:noFill/>
            </a:ln>
          </p:spPr>
        </p:pic>
        <p:pic>
          <p:nvPicPr>
            <p:cNvPr id="356" name="Google Shape;356;p24"/>
            <p:cNvPicPr preferRelativeResize="0"/>
            <p:nvPr/>
          </p:nvPicPr>
          <p:blipFill>
            <a:blip r:embed="rId5">
              <a:alphaModFix/>
            </a:blip>
            <a:stretch>
              <a:fillRect/>
            </a:stretch>
          </p:blipFill>
          <p:spPr>
            <a:xfrm rot="6935066" flipH="1">
              <a:off x="7679922" y="4042348"/>
              <a:ext cx="3167269" cy="2103249"/>
            </a:xfrm>
            <a:prstGeom prst="rect">
              <a:avLst/>
            </a:prstGeom>
            <a:noFill/>
            <a:ln>
              <a:noFill/>
            </a:ln>
          </p:spPr>
        </p:pic>
      </p:grpSp>
      <p:grpSp>
        <p:nvGrpSpPr>
          <p:cNvPr id="357" name="Google Shape;357;p24"/>
          <p:cNvGrpSpPr/>
          <p:nvPr/>
        </p:nvGrpSpPr>
        <p:grpSpPr>
          <a:xfrm>
            <a:off x="5672351" y="-979803"/>
            <a:ext cx="3866597" cy="8727965"/>
            <a:chOff x="4254263" y="-734852"/>
            <a:chExt cx="2899948" cy="6545974"/>
          </a:xfrm>
        </p:grpSpPr>
        <p:pic>
          <p:nvPicPr>
            <p:cNvPr id="358" name="Google Shape;358;p24"/>
            <p:cNvPicPr preferRelativeResize="0"/>
            <p:nvPr/>
          </p:nvPicPr>
          <p:blipFill>
            <a:blip r:embed="rId8">
              <a:alphaModFix amt="87000"/>
            </a:blip>
            <a:stretch>
              <a:fillRect/>
            </a:stretch>
          </p:blipFill>
          <p:spPr>
            <a:xfrm flipH="1">
              <a:off x="6110335" y="-734852"/>
              <a:ext cx="1043875" cy="961900"/>
            </a:xfrm>
            <a:prstGeom prst="rect">
              <a:avLst/>
            </a:prstGeom>
            <a:noFill/>
            <a:ln>
              <a:noFill/>
            </a:ln>
          </p:spPr>
        </p:pic>
        <p:pic>
          <p:nvPicPr>
            <p:cNvPr id="359" name="Google Shape;359;p24"/>
            <p:cNvPicPr preferRelativeResize="0"/>
            <p:nvPr/>
          </p:nvPicPr>
          <p:blipFill>
            <a:blip r:embed="rId9">
              <a:alphaModFix amt="54000"/>
            </a:blip>
            <a:stretch>
              <a:fillRect/>
            </a:stretch>
          </p:blipFill>
          <p:spPr>
            <a:xfrm flipH="1">
              <a:off x="4254263" y="4831650"/>
              <a:ext cx="1043876" cy="979472"/>
            </a:xfrm>
            <a:prstGeom prst="rect">
              <a:avLst/>
            </a:prstGeom>
            <a:noFill/>
            <a:ln>
              <a:noFill/>
            </a:ln>
          </p:spPr>
        </p:pic>
      </p:grpSp>
    </p:spTree>
    <p:extLst>
      <p:ext uri="{BB962C8B-B14F-4D97-AF65-F5344CB8AC3E}">
        <p14:creationId xmlns:p14="http://schemas.microsoft.com/office/powerpoint/2010/main" val="20711517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60"/>
        <p:cNvGrpSpPr/>
        <p:nvPr/>
      </p:nvGrpSpPr>
      <p:grpSpPr>
        <a:xfrm>
          <a:off x="0" y="0"/>
          <a:ext cx="0" cy="0"/>
          <a:chOff x="0" y="0"/>
          <a:chExt cx="0" cy="0"/>
        </a:xfrm>
      </p:grpSpPr>
      <p:pic>
        <p:nvPicPr>
          <p:cNvPr id="361" name="Google Shape;361;p2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362" name="Google Shape;362;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63" name="Google Shape;363;p25"/>
          <p:cNvSpPr txBox="1">
            <a:spLocks noGrp="1"/>
          </p:cNvSpPr>
          <p:nvPr>
            <p:ph type="subTitle" idx="1"/>
          </p:nvPr>
        </p:nvSpPr>
        <p:spPr>
          <a:xfrm>
            <a:off x="1234367"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4" name="Google Shape;364;p25"/>
          <p:cNvSpPr txBox="1">
            <a:spLocks noGrp="1"/>
          </p:cNvSpPr>
          <p:nvPr>
            <p:ph type="subTitle" idx="2"/>
          </p:nvPr>
        </p:nvSpPr>
        <p:spPr>
          <a:xfrm>
            <a:off x="4707299"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5" name="Google Shape;365;p25"/>
          <p:cNvSpPr txBox="1">
            <a:spLocks noGrp="1"/>
          </p:cNvSpPr>
          <p:nvPr>
            <p:ph type="subTitle" idx="3"/>
          </p:nvPr>
        </p:nvSpPr>
        <p:spPr>
          <a:xfrm>
            <a:off x="1234367"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6" name="Google Shape;366;p25"/>
          <p:cNvSpPr txBox="1">
            <a:spLocks noGrp="1"/>
          </p:cNvSpPr>
          <p:nvPr>
            <p:ph type="subTitle" idx="4"/>
          </p:nvPr>
        </p:nvSpPr>
        <p:spPr>
          <a:xfrm>
            <a:off x="4707299"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7" name="Google Shape;367;p25"/>
          <p:cNvSpPr txBox="1">
            <a:spLocks noGrp="1"/>
          </p:cNvSpPr>
          <p:nvPr>
            <p:ph type="subTitle" idx="5"/>
          </p:nvPr>
        </p:nvSpPr>
        <p:spPr>
          <a:xfrm>
            <a:off x="8180231"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8" name="Google Shape;368;p25"/>
          <p:cNvSpPr txBox="1">
            <a:spLocks noGrp="1"/>
          </p:cNvSpPr>
          <p:nvPr>
            <p:ph type="subTitle" idx="6"/>
          </p:nvPr>
        </p:nvSpPr>
        <p:spPr>
          <a:xfrm>
            <a:off x="8180231"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9" name="Google Shape;369;p25"/>
          <p:cNvSpPr txBox="1">
            <a:spLocks noGrp="1"/>
          </p:cNvSpPr>
          <p:nvPr>
            <p:ph type="subTitle" idx="7"/>
          </p:nvPr>
        </p:nvSpPr>
        <p:spPr>
          <a:xfrm>
            <a:off x="1232267"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0" name="Google Shape;370;p25"/>
          <p:cNvSpPr txBox="1">
            <a:spLocks noGrp="1"/>
          </p:cNvSpPr>
          <p:nvPr>
            <p:ph type="subTitle" idx="8"/>
          </p:nvPr>
        </p:nvSpPr>
        <p:spPr>
          <a:xfrm>
            <a:off x="4705196"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1" name="Google Shape;371;p25"/>
          <p:cNvSpPr txBox="1">
            <a:spLocks noGrp="1"/>
          </p:cNvSpPr>
          <p:nvPr>
            <p:ph type="subTitle" idx="9"/>
          </p:nvPr>
        </p:nvSpPr>
        <p:spPr>
          <a:xfrm>
            <a:off x="8178125"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2" name="Google Shape;372;p25"/>
          <p:cNvSpPr txBox="1">
            <a:spLocks noGrp="1"/>
          </p:cNvSpPr>
          <p:nvPr>
            <p:ph type="subTitle" idx="13"/>
          </p:nvPr>
        </p:nvSpPr>
        <p:spPr>
          <a:xfrm>
            <a:off x="1232267"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3" name="Google Shape;373;p25"/>
          <p:cNvSpPr txBox="1">
            <a:spLocks noGrp="1"/>
          </p:cNvSpPr>
          <p:nvPr>
            <p:ph type="subTitle" idx="14"/>
          </p:nvPr>
        </p:nvSpPr>
        <p:spPr>
          <a:xfrm>
            <a:off x="4705196"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4" name="Google Shape;374;p25"/>
          <p:cNvSpPr txBox="1">
            <a:spLocks noGrp="1"/>
          </p:cNvSpPr>
          <p:nvPr>
            <p:ph type="subTitle" idx="15"/>
          </p:nvPr>
        </p:nvSpPr>
        <p:spPr>
          <a:xfrm>
            <a:off x="8178125"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pic>
        <p:nvPicPr>
          <p:cNvPr id="375" name="Google Shape;375;p25"/>
          <p:cNvPicPr preferRelativeResize="0"/>
          <p:nvPr/>
        </p:nvPicPr>
        <p:blipFill>
          <a:blip r:embed="rId3">
            <a:alphaModFix/>
          </a:blip>
          <a:stretch>
            <a:fillRect/>
          </a:stretch>
        </p:blipFill>
        <p:spPr>
          <a:xfrm>
            <a:off x="8669211" y="3204968"/>
            <a:ext cx="5715500" cy="6222929"/>
          </a:xfrm>
          <a:prstGeom prst="rect">
            <a:avLst/>
          </a:prstGeom>
          <a:noFill/>
          <a:ln>
            <a:noFill/>
          </a:ln>
        </p:spPr>
      </p:pic>
      <p:grpSp>
        <p:nvGrpSpPr>
          <p:cNvPr id="376" name="Google Shape;376;p25"/>
          <p:cNvGrpSpPr/>
          <p:nvPr/>
        </p:nvGrpSpPr>
        <p:grpSpPr>
          <a:xfrm>
            <a:off x="-1762923" y="-3131262"/>
            <a:ext cx="16050104" cy="11387539"/>
            <a:chOff x="-1322192" y="-2348446"/>
            <a:chExt cx="12037578" cy="8540654"/>
          </a:xfrm>
        </p:grpSpPr>
        <p:pic>
          <p:nvPicPr>
            <p:cNvPr id="377" name="Google Shape;377;p25"/>
            <p:cNvPicPr preferRelativeResize="0"/>
            <p:nvPr/>
          </p:nvPicPr>
          <p:blipFill>
            <a:blip r:embed="rId4">
              <a:alphaModFix amt="83000"/>
            </a:blip>
            <a:stretch>
              <a:fillRect/>
            </a:stretch>
          </p:blipFill>
          <p:spPr>
            <a:xfrm rot="-5400000">
              <a:off x="-1854202" y="3556950"/>
              <a:ext cx="3167267" cy="2103247"/>
            </a:xfrm>
            <a:prstGeom prst="rect">
              <a:avLst/>
            </a:prstGeom>
            <a:noFill/>
            <a:ln>
              <a:noFill/>
            </a:ln>
          </p:spPr>
        </p:pic>
        <p:pic>
          <p:nvPicPr>
            <p:cNvPr id="378" name="Google Shape;378;p25"/>
            <p:cNvPicPr preferRelativeResize="0"/>
            <p:nvPr/>
          </p:nvPicPr>
          <p:blipFill>
            <a:blip r:embed="rId5">
              <a:alphaModFix amt="76000"/>
            </a:blip>
            <a:stretch>
              <a:fillRect/>
            </a:stretch>
          </p:blipFill>
          <p:spPr>
            <a:xfrm>
              <a:off x="-1014998" y="2578600"/>
              <a:ext cx="1555700" cy="1459701"/>
            </a:xfrm>
            <a:prstGeom prst="rect">
              <a:avLst/>
            </a:prstGeom>
            <a:noFill/>
            <a:ln>
              <a:noFill/>
            </a:ln>
          </p:spPr>
        </p:pic>
        <p:pic>
          <p:nvPicPr>
            <p:cNvPr id="379" name="Google Shape;379;p25"/>
            <p:cNvPicPr preferRelativeResize="0"/>
            <p:nvPr/>
          </p:nvPicPr>
          <p:blipFill>
            <a:blip r:embed="rId6">
              <a:alphaModFix amt="85000"/>
            </a:blip>
            <a:stretch>
              <a:fillRect/>
            </a:stretch>
          </p:blipFill>
          <p:spPr>
            <a:xfrm rot="-8404919">
              <a:off x="6825908" y="-1426076"/>
              <a:ext cx="3638626" cy="2103251"/>
            </a:xfrm>
            <a:prstGeom prst="rect">
              <a:avLst/>
            </a:prstGeom>
            <a:noFill/>
            <a:ln>
              <a:noFill/>
            </a:ln>
          </p:spPr>
        </p:pic>
      </p:grpSp>
      <p:pic>
        <p:nvPicPr>
          <p:cNvPr id="380" name="Google Shape;380;p25"/>
          <p:cNvPicPr preferRelativeResize="0"/>
          <p:nvPr/>
        </p:nvPicPr>
        <p:blipFill>
          <a:blip r:embed="rId7">
            <a:alphaModFix/>
          </a:blip>
          <a:stretch>
            <a:fillRect/>
          </a:stretch>
        </p:blipFill>
        <p:spPr>
          <a:xfrm>
            <a:off x="9320932" y="-1082033"/>
            <a:ext cx="1449065" cy="1604833"/>
          </a:xfrm>
          <a:prstGeom prst="rect">
            <a:avLst/>
          </a:prstGeom>
          <a:noFill/>
          <a:ln>
            <a:noFill/>
          </a:ln>
        </p:spPr>
      </p:pic>
    </p:spTree>
    <p:extLst>
      <p:ext uri="{BB962C8B-B14F-4D97-AF65-F5344CB8AC3E}">
        <p14:creationId xmlns:p14="http://schemas.microsoft.com/office/powerpoint/2010/main" val="42255152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381"/>
        <p:cNvGrpSpPr/>
        <p:nvPr/>
      </p:nvGrpSpPr>
      <p:grpSpPr>
        <a:xfrm>
          <a:off x="0" y="0"/>
          <a:ext cx="0" cy="0"/>
          <a:chOff x="0" y="0"/>
          <a:chExt cx="0" cy="0"/>
        </a:xfrm>
      </p:grpSpPr>
      <p:pic>
        <p:nvPicPr>
          <p:cNvPr id="382" name="Google Shape;382;p2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383" name="Google Shape;383;p26"/>
          <p:cNvSpPr txBox="1">
            <a:spLocks noGrp="1"/>
          </p:cNvSpPr>
          <p:nvPr>
            <p:ph type="title" hasCustomPrompt="1"/>
          </p:nvPr>
        </p:nvSpPr>
        <p:spPr>
          <a:xfrm>
            <a:off x="2181367" y="736133"/>
            <a:ext cx="58400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2pPr>
            <a:lvl3pPr lvl="2"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3pPr>
            <a:lvl4pPr lvl="3"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4pPr>
            <a:lvl5pPr lvl="4"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5pPr>
            <a:lvl6pPr lvl="5"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6pPr>
            <a:lvl7pPr lvl="6"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7pPr>
            <a:lvl8pPr lvl="7"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8pPr>
            <a:lvl9pPr lvl="8"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9pPr>
          </a:lstStyle>
          <a:p>
            <a:r>
              <a:t>xx%</a:t>
            </a:r>
          </a:p>
        </p:txBody>
      </p:sp>
      <p:sp>
        <p:nvSpPr>
          <p:cNvPr id="384" name="Google Shape;384;p26"/>
          <p:cNvSpPr txBox="1">
            <a:spLocks noGrp="1"/>
          </p:cNvSpPr>
          <p:nvPr>
            <p:ph type="subTitle" idx="1"/>
          </p:nvPr>
        </p:nvSpPr>
        <p:spPr>
          <a:xfrm>
            <a:off x="2181367" y="1717432"/>
            <a:ext cx="58400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85" name="Google Shape;385;p26"/>
          <p:cNvSpPr txBox="1">
            <a:spLocks noGrp="1"/>
          </p:cNvSpPr>
          <p:nvPr>
            <p:ph type="title" idx="2" hasCustomPrompt="1"/>
          </p:nvPr>
        </p:nvSpPr>
        <p:spPr>
          <a:xfrm>
            <a:off x="4171033" y="2679999"/>
            <a:ext cx="58400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2pPr>
            <a:lvl3pPr lvl="2"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3pPr>
            <a:lvl4pPr lvl="3"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4pPr>
            <a:lvl5pPr lvl="4"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5pPr>
            <a:lvl6pPr lvl="5"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6pPr>
            <a:lvl7pPr lvl="6"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7pPr>
            <a:lvl8pPr lvl="7"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8pPr>
            <a:lvl9pPr lvl="8"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9pPr>
          </a:lstStyle>
          <a:p>
            <a:r>
              <a:t>xx%</a:t>
            </a:r>
          </a:p>
        </p:txBody>
      </p:sp>
      <p:sp>
        <p:nvSpPr>
          <p:cNvPr id="386" name="Google Shape;386;p26"/>
          <p:cNvSpPr txBox="1">
            <a:spLocks noGrp="1"/>
          </p:cNvSpPr>
          <p:nvPr>
            <p:ph type="subTitle" idx="3"/>
          </p:nvPr>
        </p:nvSpPr>
        <p:spPr>
          <a:xfrm>
            <a:off x="4171033" y="3661269"/>
            <a:ext cx="58400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87" name="Google Shape;387;p26"/>
          <p:cNvSpPr txBox="1">
            <a:spLocks noGrp="1"/>
          </p:cNvSpPr>
          <p:nvPr>
            <p:ph type="title" idx="4" hasCustomPrompt="1"/>
          </p:nvPr>
        </p:nvSpPr>
        <p:spPr>
          <a:xfrm>
            <a:off x="2181367" y="4623864"/>
            <a:ext cx="58400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2pPr>
            <a:lvl3pPr lvl="2"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3pPr>
            <a:lvl4pPr lvl="3"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4pPr>
            <a:lvl5pPr lvl="4"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5pPr>
            <a:lvl6pPr lvl="5"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6pPr>
            <a:lvl7pPr lvl="6"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7pPr>
            <a:lvl8pPr lvl="7"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8pPr>
            <a:lvl9pPr lvl="8" algn="ctr" rtl="0">
              <a:spcBef>
                <a:spcPts val="0"/>
              </a:spcBef>
              <a:spcAft>
                <a:spcPts val="0"/>
              </a:spcAft>
              <a:buClr>
                <a:schemeClr val="lt1"/>
              </a:buClr>
              <a:buSzPts val="6000"/>
              <a:buFont typeface="EB Garamond"/>
              <a:buNone/>
              <a:defRPr sz="8000">
                <a:solidFill>
                  <a:schemeClr val="lt1"/>
                </a:solidFill>
                <a:latin typeface="EB Garamond"/>
                <a:ea typeface="EB Garamond"/>
                <a:cs typeface="EB Garamond"/>
                <a:sym typeface="EB Garamond"/>
              </a:defRPr>
            </a:lvl9pPr>
          </a:lstStyle>
          <a:p>
            <a:r>
              <a:t>xx%</a:t>
            </a:r>
          </a:p>
        </p:txBody>
      </p:sp>
      <p:sp>
        <p:nvSpPr>
          <p:cNvPr id="388" name="Google Shape;388;p26"/>
          <p:cNvSpPr txBox="1">
            <a:spLocks noGrp="1"/>
          </p:cNvSpPr>
          <p:nvPr>
            <p:ph type="subTitle" idx="5"/>
          </p:nvPr>
        </p:nvSpPr>
        <p:spPr>
          <a:xfrm>
            <a:off x="2181367" y="5605167"/>
            <a:ext cx="58400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grpSp>
        <p:nvGrpSpPr>
          <p:cNvPr id="389" name="Google Shape;389;p26"/>
          <p:cNvGrpSpPr/>
          <p:nvPr/>
        </p:nvGrpSpPr>
        <p:grpSpPr>
          <a:xfrm>
            <a:off x="-4531059" y="-2371779"/>
            <a:ext cx="18230525" cy="13043489"/>
            <a:chOff x="-3398294" y="-1778835"/>
            <a:chExt cx="13672894" cy="9782617"/>
          </a:xfrm>
        </p:grpSpPr>
        <p:pic>
          <p:nvPicPr>
            <p:cNvPr id="390" name="Google Shape;390;p26"/>
            <p:cNvPicPr preferRelativeResize="0"/>
            <p:nvPr/>
          </p:nvPicPr>
          <p:blipFill>
            <a:blip r:embed="rId3">
              <a:alphaModFix/>
            </a:blip>
            <a:stretch>
              <a:fillRect/>
            </a:stretch>
          </p:blipFill>
          <p:spPr>
            <a:xfrm rot="10800000" flipH="1">
              <a:off x="6016025" y="-1778835"/>
              <a:ext cx="4258575" cy="4636652"/>
            </a:xfrm>
            <a:prstGeom prst="rect">
              <a:avLst/>
            </a:prstGeom>
            <a:noFill/>
            <a:ln>
              <a:noFill/>
            </a:ln>
          </p:spPr>
        </p:pic>
        <p:pic>
          <p:nvPicPr>
            <p:cNvPr id="391" name="Google Shape;391;p26"/>
            <p:cNvPicPr preferRelativeResize="0"/>
            <p:nvPr/>
          </p:nvPicPr>
          <p:blipFill>
            <a:blip r:embed="rId3">
              <a:alphaModFix/>
            </a:blip>
            <a:stretch>
              <a:fillRect/>
            </a:stretch>
          </p:blipFill>
          <p:spPr>
            <a:xfrm rot="-6244019" flipH="1">
              <a:off x="-2761238" y="3056536"/>
              <a:ext cx="4258574" cy="4636656"/>
            </a:xfrm>
            <a:prstGeom prst="rect">
              <a:avLst/>
            </a:prstGeom>
            <a:noFill/>
            <a:ln>
              <a:noFill/>
            </a:ln>
          </p:spPr>
        </p:pic>
      </p:grpSp>
      <p:grpSp>
        <p:nvGrpSpPr>
          <p:cNvPr id="392" name="Google Shape;392;p26"/>
          <p:cNvGrpSpPr/>
          <p:nvPr/>
        </p:nvGrpSpPr>
        <p:grpSpPr>
          <a:xfrm>
            <a:off x="-1531351" y="-3829490"/>
            <a:ext cx="16589548" cy="10529643"/>
            <a:chOff x="-1148514" y="-2872117"/>
            <a:chExt cx="12442161" cy="7897232"/>
          </a:xfrm>
        </p:grpSpPr>
        <p:pic>
          <p:nvPicPr>
            <p:cNvPr id="393" name="Google Shape;393;p26"/>
            <p:cNvPicPr preferRelativeResize="0"/>
            <p:nvPr/>
          </p:nvPicPr>
          <p:blipFill>
            <a:blip r:embed="rId4">
              <a:alphaModFix/>
            </a:blip>
            <a:stretch>
              <a:fillRect/>
            </a:stretch>
          </p:blipFill>
          <p:spPr>
            <a:xfrm rot="8892684" flipH="1">
              <a:off x="-572222" y="-2332398"/>
              <a:ext cx="2907900" cy="3015976"/>
            </a:xfrm>
            <a:prstGeom prst="rect">
              <a:avLst/>
            </a:prstGeom>
            <a:noFill/>
            <a:ln>
              <a:noFill/>
            </a:ln>
          </p:spPr>
        </p:pic>
        <p:pic>
          <p:nvPicPr>
            <p:cNvPr id="394" name="Google Shape;394;p26"/>
            <p:cNvPicPr preferRelativeResize="0"/>
            <p:nvPr/>
          </p:nvPicPr>
          <p:blipFill>
            <a:blip r:embed="rId5">
              <a:alphaModFix/>
            </a:blip>
            <a:stretch>
              <a:fillRect/>
            </a:stretch>
          </p:blipFill>
          <p:spPr>
            <a:xfrm rot="5400006" flipH="1">
              <a:off x="-1214717" y="2578334"/>
              <a:ext cx="2657933" cy="1197963"/>
            </a:xfrm>
            <a:prstGeom prst="rect">
              <a:avLst/>
            </a:prstGeom>
            <a:noFill/>
            <a:ln>
              <a:noFill/>
            </a:ln>
          </p:spPr>
        </p:pic>
        <p:pic>
          <p:nvPicPr>
            <p:cNvPr id="395" name="Google Shape;395;p26"/>
            <p:cNvPicPr preferRelativeResize="0"/>
            <p:nvPr/>
          </p:nvPicPr>
          <p:blipFill>
            <a:blip r:embed="rId6">
              <a:alphaModFix/>
            </a:blip>
            <a:stretch>
              <a:fillRect/>
            </a:stretch>
          </p:blipFill>
          <p:spPr>
            <a:xfrm rot="3418107" flipH="1">
              <a:off x="7965123" y="2072580"/>
              <a:ext cx="3167266" cy="2103248"/>
            </a:xfrm>
            <a:prstGeom prst="rect">
              <a:avLst/>
            </a:prstGeom>
            <a:noFill/>
            <a:ln>
              <a:noFill/>
            </a:ln>
          </p:spPr>
        </p:pic>
      </p:grpSp>
      <p:pic>
        <p:nvPicPr>
          <p:cNvPr id="396" name="Google Shape;396;p26"/>
          <p:cNvPicPr preferRelativeResize="0"/>
          <p:nvPr/>
        </p:nvPicPr>
        <p:blipFill>
          <a:blip r:embed="rId7">
            <a:alphaModFix amt="63000"/>
          </a:blip>
          <a:stretch>
            <a:fillRect/>
          </a:stretch>
        </p:blipFill>
        <p:spPr>
          <a:xfrm rot="10800000" flipH="1">
            <a:off x="2490789" y="-842043"/>
            <a:ext cx="1391833" cy="1282533"/>
          </a:xfrm>
          <a:prstGeom prst="rect">
            <a:avLst/>
          </a:prstGeom>
          <a:noFill/>
          <a:ln>
            <a:noFill/>
          </a:ln>
        </p:spPr>
      </p:pic>
      <p:grpSp>
        <p:nvGrpSpPr>
          <p:cNvPr id="397" name="Google Shape;397;p26"/>
          <p:cNvGrpSpPr/>
          <p:nvPr/>
        </p:nvGrpSpPr>
        <p:grpSpPr>
          <a:xfrm>
            <a:off x="7887421" y="156505"/>
            <a:ext cx="4792384" cy="8735011"/>
            <a:chOff x="5915566" y="117379"/>
            <a:chExt cx="3594288" cy="6551258"/>
          </a:xfrm>
        </p:grpSpPr>
        <p:pic>
          <p:nvPicPr>
            <p:cNvPr id="398" name="Google Shape;398;p26"/>
            <p:cNvPicPr preferRelativeResize="0"/>
            <p:nvPr/>
          </p:nvPicPr>
          <p:blipFill>
            <a:blip r:embed="rId8">
              <a:alphaModFix/>
            </a:blip>
            <a:stretch>
              <a:fillRect/>
            </a:stretch>
          </p:blipFill>
          <p:spPr>
            <a:xfrm rot="10800000" flipH="1">
              <a:off x="7887373" y="117379"/>
              <a:ext cx="1086799" cy="1203625"/>
            </a:xfrm>
            <a:prstGeom prst="rect">
              <a:avLst/>
            </a:prstGeom>
            <a:noFill/>
            <a:ln>
              <a:noFill/>
            </a:ln>
          </p:spPr>
        </p:pic>
        <p:pic>
          <p:nvPicPr>
            <p:cNvPr id="399" name="Google Shape;399;p26"/>
            <p:cNvPicPr preferRelativeResize="0"/>
            <p:nvPr/>
          </p:nvPicPr>
          <p:blipFill>
            <a:blip r:embed="rId9">
              <a:alphaModFix/>
            </a:blip>
            <a:stretch>
              <a:fillRect/>
            </a:stretch>
          </p:blipFill>
          <p:spPr>
            <a:xfrm rot="9252785" flipH="1">
              <a:off x="6023947" y="4497854"/>
              <a:ext cx="1135050" cy="758100"/>
            </a:xfrm>
            <a:prstGeom prst="rect">
              <a:avLst/>
            </a:prstGeom>
            <a:noFill/>
            <a:ln>
              <a:noFill/>
            </a:ln>
          </p:spPr>
        </p:pic>
        <p:pic>
          <p:nvPicPr>
            <p:cNvPr id="400" name="Google Shape;400;p26"/>
            <p:cNvPicPr preferRelativeResize="0"/>
            <p:nvPr/>
          </p:nvPicPr>
          <p:blipFill>
            <a:blip r:embed="rId10">
              <a:alphaModFix/>
            </a:blip>
            <a:stretch>
              <a:fillRect/>
            </a:stretch>
          </p:blipFill>
          <p:spPr>
            <a:xfrm rot="-5400000">
              <a:off x="6890251" y="4049033"/>
              <a:ext cx="3739115" cy="1500093"/>
            </a:xfrm>
            <a:prstGeom prst="rect">
              <a:avLst/>
            </a:prstGeom>
            <a:noFill/>
            <a:ln>
              <a:noFill/>
            </a:ln>
          </p:spPr>
        </p:pic>
      </p:grpSp>
    </p:spTree>
    <p:extLst>
      <p:ext uri="{BB962C8B-B14F-4D97-AF65-F5344CB8AC3E}">
        <p14:creationId xmlns:p14="http://schemas.microsoft.com/office/powerpoint/2010/main" val="22820171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01"/>
        <p:cNvGrpSpPr/>
        <p:nvPr/>
      </p:nvGrpSpPr>
      <p:grpSpPr>
        <a:xfrm>
          <a:off x="0" y="0"/>
          <a:ext cx="0" cy="0"/>
          <a:chOff x="0" y="0"/>
          <a:chExt cx="0" cy="0"/>
        </a:xfrm>
      </p:grpSpPr>
      <p:pic>
        <p:nvPicPr>
          <p:cNvPr id="402" name="Google Shape;402;p27"/>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03" name="Google Shape;403;p27"/>
          <p:cNvGrpSpPr/>
          <p:nvPr/>
        </p:nvGrpSpPr>
        <p:grpSpPr>
          <a:xfrm>
            <a:off x="-675434" y="117801"/>
            <a:ext cx="5497473" cy="7569532"/>
            <a:chOff x="-506576" y="88350"/>
            <a:chExt cx="4123105" cy="5677149"/>
          </a:xfrm>
        </p:grpSpPr>
        <p:pic>
          <p:nvPicPr>
            <p:cNvPr id="404" name="Google Shape;404;p27"/>
            <p:cNvPicPr preferRelativeResize="0"/>
            <p:nvPr/>
          </p:nvPicPr>
          <p:blipFill>
            <a:blip r:embed="rId3">
              <a:alphaModFix/>
            </a:blip>
            <a:stretch>
              <a:fillRect/>
            </a:stretch>
          </p:blipFill>
          <p:spPr>
            <a:xfrm>
              <a:off x="-506576" y="88350"/>
              <a:ext cx="1792924" cy="1682300"/>
            </a:xfrm>
            <a:prstGeom prst="rect">
              <a:avLst/>
            </a:prstGeom>
            <a:noFill/>
            <a:ln>
              <a:noFill/>
            </a:ln>
          </p:spPr>
        </p:pic>
        <p:pic>
          <p:nvPicPr>
            <p:cNvPr id="405" name="Google Shape;405;p27"/>
            <p:cNvPicPr preferRelativeResize="0"/>
            <p:nvPr/>
          </p:nvPicPr>
          <p:blipFill>
            <a:blip r:embed="rId4">
              <a:alphaModFix/>
            </a:blip>
            <a:stretch>
              <a:fillRect/>
            </a:stretch>
          </p:blipFill>
          <p:spPr>
            <a:xfrm>
              <a:off x="2572653" y="4803598"/>
              <a:ext cx="1043875" cy="961900"/>
            </a:xfrm>
            <a:prstGeom prst="rect">
              <a:avLst/>
            </a:prstGeom>
            <a:noFill/>
            <a:ln>
              <a:noFill/>
            </a:ln>
          </p:spPr>
        </p:pic>
      </p:grpSp>
      <p:pic>
        <p:nvPicPr>
          <p:cNvPr id="406" name="Google Shape;406;p27"/>
          <p:cNvPicPr preferRelativeResize="0"/>
          <p:nvPr/>
        </p:nvPicPr>
        <p:blipFill>
          <a:blip r:embed="rId5">
            <a:alphaModFix/>
          </a:blip>
          <a:stretch>
            <a:fillRect/>
          </a:stretch>
        </p:blipFill>
        <p:spPr>
          <a:xfrm>
            <a:off x="8204202" y="2730067"/>
            <a:ext cx="5805932" cy="6321397"/>
          </a:xfrm>
          <a:prstGeom prst="rect">
            <a:avLst/>
          </a:prstGeom>
          <a:noFill/>
          <a:ln>
            <a:noFill/>
          </a:ln>
        </p:spPr>
      </p:pic>
      <p:grpSp>
        <p:nvGrpSpPr>
          <p:cNvPr id="407" name="Google Shape;407;p27"/>
          <p:cNvGrpSpPr/>
          <p:nvPr/>
        </p:nvGrpSpPr>
        <p:grpSpPr>
          <a:xfrm>
            <a:off x="1230964" y="-1004482"/>
            <a:ext cx="12139141" cy="2804332"/>
            <a:chOff x="923223" y="-753362"/>
            <a:chExt cx="9104356" cy="2103249"/>
          </a:xfrm>
        </p:grpSpPr>
        <p:pic>
          <p:nvPicPr>
            <p:cNvPr id="408" name="Google Shape;408;p27"/>
            <p:cNvPicPr preferRelativeResize="0"/>
            <p:nvPr/>
          </p:nvPicPr>
          <p:blipFill>
            <a:blip r:embed="rId6">
              <a:alphaModFix/>
            </a:blip>
            <a:stretch>
              <a:fillRect/>
            </a:stretch>
          </p:blipFill>
          <p:spPr>
            <a:xfrm>
              <a:off x="6833959" y="-753362"/>
              <a:ext cx="3193620" cy="2103249"/>
            </a:xfrm>
            <a:prstGeom prst="rect">
              <a:avLst/>
            </a:prstGeom>
            <a:noFill/>
            <a:ln>
              <a:noFill/>
            </a:ln>
          </p:spPr>
        </p:pic>
        <p:pic>
          <p:nvPicPr>
            <p:cNvPr id="409" name="Google Shape;409;p27"/>
            <p:cNvPicPr preferRelativeResize="0"/>
            <p:nvPr/>
          </p:nvPicPr>
          <p:blipFill>
            <a:blip r:embed="rId7">
              <a:alphaModFix/>
            </a:blip>
            <a:stretch>
              <a:fillRect/>
            </a:stretch>
          </p:blipFill>
          <p:spPr>
            <a:xfrm>
              <a:off x="923223" y="-303550"/>
              <a:ext cx="1086799" cy="1203625"/>
            </a:xfrm>
            <a:prstGeom prst="rect">
              <a:avLst/>
            </a:prstGeom>
            <a:noFill/>
            <a:ln>
              <a:noFill/>
            </a:ln>
          </p:spPr>
        </p:pic>
      </p:grpSp>
      <p:grpSp>
        <p:nvGrpSpPr>
          <p:cNvPr id="410" name="Google Shape;410;p27"/>
          <p:cNvGrpSpPr/>
          <p:nvPr/>
        </p:nvGrpSpPr>
        <p:grpSpPr>
          <a:xfrm>
            <a:off x="-4975057" y="-1545899"/>
            <a:ext cx="19196300" cy="11331300"/>
            <a:chOff x="-3731293" y="-1159425"/>
            <a:chExt cx="14397225" cy="8498475"/>
          </a:xfrm>
        </p:grpSpPr>
        <p:pic>
          <p:nvPicPr>
            <p:cNvPr id="411" name="Google Shape;411;p27"/>
            <p:cNvPicPr preferRelativeResize="0"/>
            <p:nvPr/>
          </p:nvPicPr>
          <p:blipFill>
            <a:blip r:embed="rId8">
              <a:alphaModFix amt="87000"/>
            </a:blip>
            <a:stretch>
              <a:fillRect/>
            </a:stretch>
          </p:blipFill>
          <p:spPr>
            <a:xfrm>
              <a:off x="-3731293" y="2511502"/>
              <a:ext cx="4654526" cy="4827548"/>
            </a:xfrm>
            <a:prstGeom prst="rect">
              <a:avLst/>
            </a:prstGeom>
            <a:noFill/>
            <a:ln>
              <a:noFill/>
            </a:ln>
          </p:spPr>
        </p:pic>
        <p:pic>
          <p:nvPicPr>
            <p:cNvPr id="412" name="Google Shape;412;p27"/>
            <p:cNvPicPr preferRelativeResize="0"/>
            <p:nvPr/>
          </p:nvPicPr>
          <p:blipFill>
            <a:blip r:embed="rId9">
              <a:alphaModFix amt="86000"/>
            </a:blip>
            <a:stretch>
              <a:fillRect/>
            </a:stretch>
          </p:blipFill>
          <p:spPr>
            <a:xfrm rot="5019818">
              <a:off x="7862323" y="2237098"/>
              <a:ext cx="3167264" cy="2103248"/>
            </a:xfrm>
            <a:prstGeom prst="rect">
              <a:avLst/>
            </a:prstGeom>
            <a:noFill/>
            <a:ln>
              <a:noFill/>
            </a:ln>
          </p:spPr>
        </p:pic>
        <p:pic>
          <p:nvPicPr>
            <p:cNvPr id="413" name="Google Shape;413;p27"/>
            <p:cNvPicPr preferRelativeResize="0"/>
            <p:nvPr/>
          </p:nvPicPr>
          <p:blipFill>
            <a:blip r:embed="rId10">
              <a:alphaModFix/>
            </a:blip>
            <a:stretch>
              <a:fillRect/>
            </a:stretch>
          </p:blipFill>
          <p:spPr>
            <a:xfrm>
              <a:off x="3261724" y="-1159425"/>
              <a:ext cx="2891427" cy="1671350"/>
            </a:xfrm>
            <a:prstGeom prst="rect">
              <a:avLst/>
            </a:prstGeom>
            <a:noFill/>
            <a:ln>
              <a:noFill/>
            </a:ln>
          </p:spPr>
        </p:pic>
      </p:grpSp>
      <p:sp>
        <p:nvSpPr>
          <p:cNvPr id="414" name="Google Shape;414;p27"/>
          <p:cNvSpPr txBox="1">
            <a:spLocks noGrp="1"/>
          </p:cNvSpPr>
          <p:nvPr>
            <p:ph type="title"/>
          </p:nvPr>
        </p:nvSpPr>
        <p:spPr>
          <a:xfrm>
            <a:off x="3130584" y="917667"/>
            <a:ext cx="5930800" cy="1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15" name="Google Shape;415;p27"/>
          <p:cNvSpPr txBox="1">
            <a:spLocks noGrp="1"/>
          </p:cNvSpPr>
          <p:nvPr>
            <p:ph type="subTitle" idx="1"/>
          </p:nvPr>
        </p:nvSpPr>
        <p:spPr>
          <a:xfrm>
            <a:off x="3130533" y="2246416"/>
            <a:ext cx="5930800" cy="163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6" name="Google Shape;416;p27"/>
          <p:cNvSpPr txBox="1"/>
          <p:nvPr/>
        </p:nvSpPr>
        <p:spPr>
          <a:xfrm>
            <a:off x="2802251" y="4727033"/>
            <a:ext cx="6594400" cy="7416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400"/>
              </a:spcBef>
              <a:spcAft>
                <a:spcPts val="0"/>
              </a:spcAft>
              <a:buNone/>
            </a:pPr>
            <a:r>
              <a:rPr lang="en" sz="1600">
                <a:solidFill>
                  <a:schemeClr val="dk1"/>
                </a:solidFill>
                <a:latin typeface="Figtree"/>
                <a:ea typeface="Figtree"/>
                <a:cs typeface="Figtree"/>
                <a:sym typeface="Figtree"/>
              </a:rPr>
              <a:t>CREDITS: This presentation template was created by </a:t>
            </a:r>
            <a:r>
              <a:rPr lang="en" sz="1600" b="1" u="sng">
                <a:solidFill>
                  <a:schemeClr val="dk1"/>
                </a:solidFill>
                <a:latin typeface="Figtree"/>
                <a:ea typeface="Figtree"/>
                <a:cs typeface="Figtree"/>
                <a:sym typeface="Figtree"/>
                <a:hlinkClick r:id="rId11">
                  <a:extLst>
                    <a:ext uri="{A12FA001-AC4F-418D-AE19-62706E023703}">
                      <ahyp:hlinkClr xmlns:ahyp="http://schemas.microsoft.com/office/drawing/2018/hyperlinkcolor" val="tx"/>
                    </a:ext>
                  </a:extLst>
                </a:hlinkClick>
              </a:rPr>
              <a:t>Slidesgo</a:t>
            </a:r>
            <a:r>
              <a:rPr lang="en" sz="1600" b="1">
                <a:solidFill>
                  <a:schemeClr val="dk1"/>
                </a:solidFill>
                <a:latin typeface="Figtree"/>
                <a:ea typeface="Figtree"/>
                <a:cs typeface="Figtree"/>
                <a:sym typeface="Figtree"/>
              </a:rPr>
              <a:t>,</a:t>
            </a:r>
            <a:r>
              <a:rPr lang="en" sz="1600">
                <a:solidFill>
                  <a:schemeClr val="dk1"/>
                </a:solidFill>
                <a:latin typeface="Figtree"/>
                <a:ea typeface="Figtree"/>
                <a:cs typeface="Figtree"/>
                <a:sym typeface="Figtree"/>
              </a:rPr>
              <a:t> and includes icons by</a:t>
            </a:r>
            <a:r>
              <a:rPr lang="en" sz="1600" b="1">
                <a:solidFill>
                  <a:schemeClr val="dk1"/>
                </a:solidFill>
                <a:latin typeface="Figtree"/>
                <a:ea typeface="Figtree"/>
                <a:cs typeface="Figtree"/>
                <a:sym typeface="Figtree"/>
              </a:rPr>
              <a:t> </a:t>
            </a:r>
            <a:r>
              <a:rPr lang="en" sz="1600" b="1" u="sng">
                <a:solidFill>
                  <a:schemeClr val="dk1"/>
                </a:solidFill>
                <a:latin typeface="Figtree"/>
                <a:ea typeface="Figtree"/>
                <a:cs typeface="Figtree"/>
                <a:sym typeface="Figtree"/>
                <a:hlinkClick r:id="rId12">
                  <a:extLst>
                    <a:ext uri="{A12FA001-AC4F-418D-AE19-62706E023703}">
                      <ahyp:hlinkClr xmlns:ahyp="http://schemas.microsoft.com/office/drawing/2018/hyperlinkcolor" val="tx"/>
                    </a:ext>
                  </a:extLst>
                </a:hlinkClick>
              </a:rPr>
              <a:t>Flaticon</a:t>
            </a:r>
            <a:r>
              <a:rPr lang="en" sz="1600" b="1">
                <a:solidFill>
                  <a:schemeClr val="dk1"/>
                </a:solidFill>
                <a:latin typeface="Figtree"/>
                <a:ea typeface="Figtree"/>
                <a:cs typeface="Figtree"/>
                <a:sym typeface="Figtree"/>
              </a:rPr>
              <a:t>,</a:t>
            </a:r>
            <a:r>
              <a:rPr lang="en" sz="1600">
                <a:solidFill>
                  <a:schemeClr val="dk1"/>
                </a:solidFill>
                <a:latin typeface="Figtree"/>
                <a:ea typeface="Figtree"/>
                <a:cs typeface="Figtree"/>
                <a:sym typeface="Figtree"/>
              </a:rPr>
              <a:t> and infographics &amp; images by </a:t>
            </a:r>
            <a:r>
              <a:rPr lang="en" sz="1600" b="1" u="sng">
                <a:solidFill>
                  <a:schemeClr val="dk1"/>
                </a:solidFill>
                <a:latin typeface="Figtree"/>
                <a:ea typeface="Figtree"/>
                <a:cs typeface="Figtree"/>
                <a:sym typeface="Figtree"/>
                <a:hlinkClick r:id="rId13">
                  <a:extLst>
                    <a:ext uri="{A12FA001-AC4F-418D-AE19-62706E023703}">
                      <ahyp:hlinkClr xmlns:ahyp="http://schemas.microsoft.com/office/drawing/2018/hyperlinkcolor" val="tx"/>
                    </a:ext>
                  </a:extLst>
                </a:hlinkClick>
              </a:rPr>
              <a:t>Freepik</a:t>
            </a:r>
            <a:r>
              <a:rPr lang="en" sz="1600" b="1" u="sng">
                <a:solidFill>
                  <a:schemeClr val="dk1"/>
                </a:solidFill>
                <a:latin typeface="Figtree"/>
                <a:ea typeface="Figtree"/>
                <a:cs typeface="Figtree"/>
                <a:sym typeface="Figtree"/>
              </a:rPr>
              <a:t> </a:t>
            </a:r>
            <a:endParaRPr sz="1600" b="1" u="sng">
              <a:solidFill>
                <a:schemeClr val="dk1"/>
              </a:solidFill>
              <a:latin typeface="Figtree"/>
              <a:ea typeface="Figtree"/>
              <a:cs typeface="Figtree"/>
              <a:sym typeface="Figtree"/>
            </a:endParaRPr>
          </a:p>
        </p:txBody>
      </p:sp>
    </p:spTree>
    <p:extLst>
      <p:ext uri="{BB962C8B-B14F-4D97-AF65-F5344CB8AC3E}">
        <p14:creationId xmlns:p14="http://schemas.microsoft.com/office/powerpoint/2010/main" val="14584679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17"/>
        <p:cNvGrpSpPr/>
        <p:nvPr/>
      </p:nvGrpSpPr>
      <p:grpSpPr>
        <a:xfrm>
          <a:off x="0" y="0"/>
          <a:ext cx="0" cy="0"/>
          <a:chOff x="0" y="0"/>
          <a:chExt cx="0" cy="0"/>
        </a:xfrm>
      </p:grpSpPr>
      <p:pic>
        <p:nvPicPr>
          <p:cNvPr id="418" name="Google Shape;418;p28"/>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19" name="Google Shape;419;p28"/>
          <p:cNvGrpSpPr/>
          <p:nvPr/>
        </p:nvGrpSpPr>
        <p:grpSpPr>
          <a:xfrm rot="10800000" flipH="1">
            <a:off x="-2415713" y="-2988119"/>
            <a:ext cx="7923511" cy="11707923"/>
            <a:chOff x="-1811785" y="-1627275"/>
            <a:chExt cx="5942633" cy="8780942"/>
          </a:xfrm>
        </p:grpSpPr>
        <p:pic>
          <p:nvPicPr>
            <p:cNvPr id="420" name="Google Shape;420;p28"/>
            <p:cNvPicPr preferRelativeResize="0"/>
            <p:nvPr/>
          </p:nvPicPr>
          <p:blipFill>
            <a:blip r:embed="rId3">
              <a:alphaModFix/>
            </a:blip>
            <a:stretch>
              <a:fillRect/>
            </a:stretch>
          </p:blipFill>
          <p:spPr>
            <a:xfrm flipH="1">
              <a:off x="963581" y="-1627275"/>
              <a:ext cx="3167267" cy="2103247"/>
            </a:xfrm>
            <a:prstGeom prst="rect">
              <a:avLst/>
            </a:prstGeom>
            <a:noFill/>
            <a:ln>
              <a:noFill/>
            </a:ln>
          </p:spPr>
        </p:pic>
        <p:pic>
          <p:nvPicPr>
            <p:cNvPr id="421" name="Google Shape;421;p28"/>
            <p:cNvPicPr preferRelativeResize="0"/>
            <p:nvPr/>
          </p:nvPicPr>
          <p:blipFill>
            <a:blip r:embed="rId4">
              <a:alphaModFix/>
            </a:blip>
            <a:stretch>
              <a:fillRect/>
            </a:stretch>
          </p:blipFill>
          <p:spPr>
            <a:xfrm rot="3024203" flipH="1">
              <a:off x="-1661175" y="4029886"/>
              <a:ext cx="3638626" cy="2103250"/>
            </a:xfrm>
            <a:prstGeom prst="rect">
              <a:avLst/>
            </a:prstGeom>
            <a:noFill/>
            <a:ln>
              <a:noFill/>
            </a:ln>
          </p:spPr>
        </p:pic>
      </p:grpSp>
      <p:grpSp>
        <p:nvGrpSpPr>
          <p:cNvPr id="422" name="Google Shape;422;p28"/>
          <p:cNvGrpSpPr/>
          <p:nvPr/>
        </p:nvGrpSpPr>
        <p:grpSpPr>
          <a:xfrm rot="10800000" flipH="1">
            <a:off x="1547578" y="-307895"/>
            <a:ext cx="9586884" cy="7371432"/>
            <a:chOff x="1160683" y="-385075"/>
            <a:chExt cx="7190163" cy="5528574"/>
          </a:xfrm>
        </p:grpSpPr>
        <p:pic>
          <p:nvPicPr>
            <p:cNvPr id="423" name="Google Shape;423;p28"/>
            <p:cNvPicPr preferRelativeResize="0"/>
            <p:nvPr/>
          </p:nvPicPr>
          <p:blipFill>
            <a:blip r:embed="rId5">
              <a:alphaModFix/>
            </a:blip>
            <a:stretch>
              <a:fillRect/>
            </a:stretch>
          </p:blipFill>
          <p:spPr>
            <a:xfrm flipH="1">
              <a:off x="1160683" y="3587350"/>
              <a:ext cx="2362876" cy="1556149"/>
            </a:xfrm>
            <a:prstGeom prst="rect">
              <a:avLst/>
            </a:prstGeom>
            <a:noFill/>
            <a:ln>
              <a:noFill/>
            </a:ln>
          </p:spPr>
        </p:pic>
        <p:pic>
          <p:nvPicPr>
            <p:cNvPr id="424" name="Google Shape;424;p28"/>
            <p:cNvPicPr preferRelativeResize="0"/>
            <p:nvPr/>
          </p:nvPicPr>
          <p:blipFill>
            <a:blip r:embed="rId6">
              <a:alphaModFix/>
            </a:blip>
            <a:stretch>
              <a:fillRect/>
            </a:stretch>
          </p:blipFill>
          <p:spPr>
            <a:xfrm flipH="1">
              <a:off x="7554246" y="-385075"/>
              <a:ext cx="796600" cy="882224"/>
            </a:xfrm>
            <a:prstGeom prst="rect">
              <a:avLst/>
            </a:prstGeom>
            <a:noFill/>
            <a:ln>
              <a:noFill/>
            </a:ln>
          </p:spPr>
        </p:pic>
      </p:grpSp>
      <p:grpSp>
        <p:nvGrpSpPr>
          <p:cNvPr id="425" name="Google Shape;425;p28"/>
          <p:cNvGrpSpPr/>
          <p:nvPr/>
        </p:nvGrpSpPr>
        <p:grpSpPr>
          <a:xfrm rot="10800000" flipH="1">
            <a:off x="155860" y="-866511"/>
            <a:ext cx="9223097" cy="7479541"/>
            <a:chOff x="116894" y="-47195"/>
            <a:chExt cx="6917323" cy="5609656"/>
          </a:xfrm>
        </p:grpSpPr>
        <p:pic>
          <p:nvPicPr>
            <p:cNvPr id="426" name="Google Shape;426;p28"/>
            <p:cNvPicPr preferRelativeResize="0"/>
            <p:nvPr/>
          </p:nvPicPr>
          <p:blipFill>
            <a:blip r:embed="rId7">
              <a:alphaModFix amt="69000"/>
            </a:blip>
            <a:stretch>
              <a:fillRect/>
            </a:stretch>
          </p:blipFill>
          <p:spPr>
            <a:xfrm rot="-9899998" flipH="1">
              <a:off x="254490" y="102312"/>
              <a:ext cx="1318127" cy="1236801"/>
            </a:xfrm>
            <a:prstGeom prst="rect">
              <a:avLst/>
            </a:prstGeom>
            <a:noFill/>
            <a:ln>
              <a:noFill/>
            </a:ln>
          </p:spPr>
        </p:pic>
        <p:pic>
          <p:nvPicPr>
            <p:cNvPr id="427" name="Google Shape;427;p28"/>
            <p:cNvPicPr preferRelativeResize="0"/>
            <p:nvPr/>
          </p:nvPicPr>
          <p:blipFill>
            <a:blip r:embed="rId8">
              <a:alphaModFix/>
            </a:blip>
            <a:stretch>
              <a:fillRect/>
            </a:stretch>
          </p:blipFill>
          <p:spPr>
            <a:xfrm flipH="1">
              <a:off x="5990342" y="4600561"/>
              <a:ext cx="1043875" cy="961900"/>
            </a:xfrm>
            <a:prstGeom prst="rect">
              <a:avLst/>
            </a:prstGeom>
            <a:noFill/>
            <a:ln>
              <a:noFill/>
            </a:ln>
          </p:spPr>
        </p:pic>
      </p:grpSp>
      <p:pic>
        <p:nvPicPr>
          <p:cNvPr id="428" name="Google Shape;428;p28"/>
          <p:cNvPicPr preferRelativeResize="0"/>
          <p:nvPr/>
        </p:nvPicPr>
        <p:blipFill>
          <a:blip r:embed="rId9">
            <a:alphaModFix/>
          </a:blip>
          <a:stretch>
            <a:fillRect/>
          </a:stretch>
        </p:blipFill>
        <p:spPr>
          <a:xfrm rot="-8100000">
            <a:off x="8713102" y="-769866"/>
            <a:ext cx="5321521" cy="5793971"/>
          </a:xfrm>
          <a:prstGeom prst="rect">
            <a:avLst/>
          </a:prstGeom>
          <a:noFill/>
          <a:ln>
            <a:noFill/>
          </a:ln>
        </p:spPr>
      </p:pic>
    </p:spTree>
    <p:extLst>
      <p:ext uri="{BB962C8B-B14F-4D97-AF65-F5344CB8AC3E}">
        <p14:creationId xmlns:p14="http://schemas.microsoft.com/office/powerpoint/2010/main" val="2621222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29"/>
        <p:cNvGrpSpPr/>
        <p:nvPr/>
      </p:nvGrpSpPr>
      <p:grpSpPr>
        <a:xfrm>
          <a:off x="0" y="0"/>
          <a:ext cx="0" cy="0"/>
          <a:chOff x="0" y="0"/>
          <a:chExt cx="0" cy="0"/>
        </a:xfrm>
      </p:grpSpPr>
      <p:pic>
        <p:nvPicPr>
          <p:cNvPr id="430" name="Google Shape;430;p29"/>
          <p:cNvPicPr preferRelativeResize="0"/>
          <p:nvPr/>
        </p:nvPicPr>
        <p:blipFill>
          <a:blip r:embed="rId2">
            <a:alphaModFix/>
          </a:blip>
          <a:stretch>
            <a:fillRect/>
          </a:stretch>
        </p:blipFill>
        <p:spPr>
          <a:xfrm>
            <a:off x="1" y="33"/>
            <a:ext cx="12192004" cy="6858000"/>
          </a:xfrm>
          <a:prstGeom prst="rect">
            <a:avLst/>
          </a:prstGeom>
          <a:noFill/>
          <a:ln>
            <a:noFill/>
          </a:ln>
        </p:spPr>
      </p:pic>
      <p:pic>
        <p:nvPicPr>
          <p:cNvPr id="431" name="Google Shape;431;p29"/>
          <p:cNvPicPr preferRelativeResize="0"/>
          <p:nvPr/>
        </p:nvPicPr>
        <p:blipFill>
          <a:blip r:embed="rId3">
            <a:alphaModFix/>
          </a:blip>
          <a:stretch>
            <a:fillRect/>
          </a:stretch>
        </p:blipFill>
        <p:spPr>
          <a:xfrm rot="9394151" flipH="1">
            <a:off x="-457325" y="3769397"/>
            <a:ext cx="5715497" cy="6222935"/>
          </a:xfrm>
          <a:prstGeom prst="rect">
            <a:avLst/>
          </a:prstGeom>
          <a:noFill/>
          <a:ln>
            <a:noFill/>
          </a:ln>
        </p:spPr>
      </p:pic>
      <p:grpSp>
        <p:nvGrpSpPr>
          <p:cNvPr id="432" name="Google Shape;432;p29"/>
          <p:cNvGrpSpPr/>
          <p:nvPr/>
        </p:nvGrpSpPr>
        <p:grpSpPr>
          <a:xfrm flipH="1">
            <a:off x="-2159260" y="-3131262"/>
            <a:ext cx="16050104" cy="11387539"/>
            <a:chOff x="-1322192" y="-2348446"/>
            <a:chExt cx="12037578" cy="8540654"/>
          </a:xfrm>
        </p:grpSpPr>
        <p:pic>
          <p:nvPicPr>
            <p:cNvPr id="433" name="Google Shape;433;p29"/>
            <p:cNvPicPr preferRelativeResize="0"/>
            <p:nvPr/>
          </p:nvPicPr>
          <p:blipFill>
            <a:blip r:embed="rId4">
              <a:alphaModFix amt="83000"/>
            </a:blip>
            <a:stretch>
              <a:fillRect/>
            </a:stretch>
          </p:blipFill>
          <p:spPr>
            <a:xfrm rot="-5400000">
              <a:off x="-1854202" y="3556950"/>
              <a:ext cx="3167267" cy="2103247"/>
            </a:xfrm>
            <a:prstGeom prst="rect">
              <a:avLst/>
            </a:prstGeom>
            <a:noFill/>
            <a:ln>
              <a:noFill/>
            </a:ln>
          </p:spPr>
        </p:pic>
        <p:pic>
          <p:nvPicPr>
            <p:cNvPr id="434" name="Google Shape;434;p29"/>
            <p:cNvPicPr preferRelativeResize="0"/>
            <p:nvPr/>
          </p:nvPicPr>
          <p:blipFill>
            <a:blip r:embed="rId5">
              <a:alphaModFix amt="76000"/>
            </a:blip>
            <a:stretch>
              <a:fillRect/>
            </a:stretch>
          </p:blipFill>
          <p:spPr>
            <a:xfrm>
              <a:off x="-1014998" y="2578600"/>
              <a:ext cx="1555700" cy="1459701"/>
            </a:xfrm>
            <a:prstGeom prst="rect">
              <a:avLst/>
            </a:prstGeom>
            <a:noFill/>
            <a:ln>
              <a:noFill/>
            </a:ln>
          </p:spPr>
        </p:pic>
        <p:pic>
          <p:nvPicPr>
            <p:cNvPr id="435" name="Google Shape;435;p29"/>
            <p:cNvPicPr preferRelativeResize="0"/>
            <p:nvPr/>
          </p:nvPicPr>
          <p:blipFill>
            <a:blip r:embed="rId6">
              <a:alphaModFix amt="85000"/>
            </a:blip>
            <a:stretch>
              <a:fillRect/>
            </a:stretch>
          </p:blipFill>
          <p:spPr>
            <a:xfrm rot="-8404919">
              <a:off x="6825908" y="-1426076"/>
              <a:ext cx="3638626" cy="2103251"/>
            </a:xfrm>
            <a:prstGeom prst="rect">
              <a:avLst/>
            </a:prstGeom>
            <a:noFill/>
            <a:ln>
              <a:noFill/>
            </a:ln>
          </p:spPr>
        </p:pic>
      </p:grpSp>
      <p:grpSp>
        <p:nvGrpSpPr>
          <p:cNvPr id="436" name="Google Shape;436;p29"/>
          <p:cNvGrpSpPr/>
          <p:nvPr/>
        </p:nvGrpSpPr>
        <p:grpSpPr>
          <a:xfrm>
            <a:off x="-161026" y="-983266"/>
            <a:ext cx="4153315" cy="8930073"/>
            <a:chOff x="-120769" y="-737450"/>
            <a:chExt cx="3114986" cy="6697555"/>
          </a:xfrm>
        </p:grpSpPr>
        <p:pic>
          <p:nvPicPr>
            <p:cNvPr id="437" name="Google Shape;437;p29"/>
            <p:cNvPicPr preferRelativeResize="0"/>
            <p:nvPr/>
          </p:nvPicPr>
          <p:blipFill>
            <a:blip r:embed="rId7">
              <a:alphaModFix/>
            </a:blip>
            <a:stretch>
              <a:fillRect/>
            </a:stretch>
          </p:blipFill>
          <p:spPr>
            <a:xfrm flipH="1">
              <a:off x="1907418" y="-737450"/>
              <a:ext cx="1086799" cy="1203625"/>
            </a:xfrm>
            <a:prstGeom prst="rect">
              <a:avLst/>
            </a:prstGeom>
            <a:noFill/>
            <a:ln>
              <a:noFill/>
            </a:ln>
          </p:spPr>
        </p:pic>
        <p:pic>
          <p:nvPicPr>
            <p:cNvPr id="438" name="Google Shape;438;p29"/>
            <p:cNvPicPr preferRelativeResize="0"/>
            <p:nvPr/>
          </p:nvPicPr>
          <p:blipFill>
            <a:blip r:embed="rId7">
              <a:alphaModFix/>
            </a:blip>
            <a:stretch>
              <a:fillRect/>
            </a:stretch>
          </p:blipFill>
          <p:spPr>
            <a:xfrm rot="1812908" flipH="1">
              <a:off x="108267" y="4564776"/>
              <a:ext cx="1086800" cy="1203625"/>
            </a:xfrm>
            <a:prstGeom prst="rect">
              <a:avLst/>
            </a:prstGeom>
            <a:noFill/>
            <a:ln>
              <a:noFill/>
            </a:ln>
          </p:spPr>
        </p:pic>
      </p:grpSp>
    </p:spTree>
    <p:extLst>
      <p:ext uri="{BB962C8B-B14F-4D97-AF65-F5344CB8AC3E}">
        <p14:creationId xmlns:p14="http://schemas.microsoft.com/office/powerpoint/2010/main" val="1030627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6E31-2DF0-0EC2-787B-AFC01417E82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0B9E81B-0D33-F1A8-0EFB-9A8B270D4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71B8508-498F-085D-4CDB-8448309DAED2}"/>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F34E4428-A1FF-DBC5-4ABC-56D09E75F01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45DFE3E-565C-D139-498A-3DA32408BEC6}"/>
              </a:ext>
            </a:extLst>
          </p:cNvPr>
          <p:cNvSpPr>
            <a:spLocks noGrp="1"/>
          </p:cNvSpPr>
          <p:nvPr>
            <p:ph type="sldNum" sz="quarter" idx="12"/>
          </p:nvPr>
        </p:nvSpPr>
        <p:spPr/>
        <p:txBody>
          <a:bodyPr/>
          <a:lstStyle/>
          <a:p>
            <a:fld id="{AF316B62-00B0-45FF-8DB4-4765E5A17F9D}" type="slidenum">
              <a:rPr lang="en-CA" smtClean="0"/>
              <a:t>‹#›</a:t>
            </a:fld>
            <a:endParaRPr lang="en-CA"/>
          </a:p>
        </p:txBody>
      </p:sp>
    </p:spTree>
    <p:extLst>
      <p:ext uri="{BB962C8B-B14F-4D97-AF65-F5344CB8AC3E}">
        <p14:creationId xmlns:p14="http://schemas.microsoft.com/office/powerpoint/2010/main" val="9068057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42"/>
        <p:cNvGrpSpPr/>
        <p:nvPr/>
      </p:nvGrpSpPr>
      <p:grpSpPr>
        <a:xfrm>
          <a:off x="0" y="0"/>
          <a:ext cx="0" cy="0"/>
          <a:chOff x="0" y="0"/>
          <a:chExt cx="0" cy="0"/>
        </a:xfrm>
      </p:grpSpPr>
    </p:spTree>
    <p:extLst>
      <p:ext uri="{BB962C8B-B14F-4D97-AF65-F5344CB8AC3E}">
        <p14:creationId xmlns:p14="http://schemas.microsoft.com/office/powerpoint/2010/main" val="39992954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43"/>
        <p:cNvGrpSpPr/>
        <p:nvPr/>
      </p:nvGrpSpPr>
      <p:grpSpPr>
        <a:xfrm>
          <a:off x="0" y="0"/>
          <a:ext cx="0" cy="0"/>
          <a:chOff x="0" y="0"/>
          <a:chExt cx="0" cy="0"/>
        </a:xfrm>
      </p:grpSpPr>
      <p:sp>
        <p:nvSpPr>
          <p:cNvPr id="444" name="Google Shape;444;p32"/>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37066087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0" name="Google Shape;10;p2"/>
          <p:cNvGrpSpPr/>
          <p:nvPr/>
        </p:nvGrpSpPr>
        <p:grpSpPr>
          <a:xfrm>
            <a:off x="-3528892" y="-2194563"/>
            <a:ext cx="17475627" cy="11677552"/>
            <a:chOff x="-2646669" y="-1645922"/>
            <a:chExt cx="13106720" cy="8758164"/>
          </a:xfrm>
        </p:grpSpPr>
        <p:pic>
          <p:nvPicPr>
            <p:cNvPr id="11" name="Google Shape;11;p2"/>
            <p:cNvPicPr preferRelativeResize="0"/>
            <p:nvPr/>
          </p:nvPicPr>
          <p:blipFill>
            <a:blip r:embed="rId3">
              <a:alphaModFix/>
            </a:blip>
            <a:stretch>
              <a:fillRect/>
            </a:stretch>
          </p:blipFill>
          <p:spPr>
            <a:xfrm rot="3702422">
              <a:off x="-1783211" y="2152525"/>
              <a:ext cx="3991121" cy="4345452"/>
            </a:xfrm>
            <a:prstGeom prst="rect">
              <a:avLst/>
            </a:prstGeom>
            <a:noFill/>
            <a:ln>
              <a:noFill/>
            </a:ln>
          </p:spPr>
        </p:pic>
        <p:pic>
          <p:nvPicPr>
            <p:cNvPr id="12" name="Google Shape;12;p2"/>
            <p:cNvPicPr preferRelativeResize="0"/>
            <p:nvPr/>
          </p:nvPicPr>
          <p:blipFill>
            <a:blip r:embed="rId3">
              <a:alphaModFix/>
            </a:blip>
            <a:stretch>
              <a:fillRect/>
            </a:stretch>
          </p:blipFill>
          <p:spPr>
            <a:xfrm rot="-5400000">
              <a:off x="6291766" y="-1823087"/>
              <a:ext cx="3991120" cy="4345452"/>
            </a:xfrm>
            <a:prstGeom prst="rect">
              <a:avLst/>
            </a:prstGeom>
            <a:noFill/>
            <a:ln>
              <a:noFill/>
            </a:ln>
          </p:spPr>
        </p:pic>
      </p:grpSp>
      <p:grpSp>
        <p:nvGrpSpPr>
          <p:cNvPr id="13" name="Google Shape;13;p2"/>
          <p:cNvGrpSpPr/>
          <p:nvPr/>
        </p:nvGrpSpPr>
        <p:grpSpPr>
          <a:xfrm>
            <a:off x="-3528890" y="-1851563"/>
            <a:ext cx="16807159" cy="9798896"/>
            <a:chOff x="-2646668" y="-1388672"/>
            <a:chExt cx="12605369" cy="7349172"/>
          </a:xfrm>
        </p:grpSpPr>
        <p:pic>
          <p:nvPicPr>
            <p:cNvPr id="14" name="Google Shape;14;p2"/>
            <p:cNvPicPr preferRelativeResize="0"/>
            <p:nvPr/>
          </p:nvPicPr>
          <p:blipFill>
            <a:blip r:embed="rId4">
              <a:alphaModFix/>
            </a:blip>
            <a:stretch>
              <a:fillRect/>
            </a:stretch>
          </p:blipFill>
          <p:spPr>
            <a:xfrm rot="-44">
              <a:off x="6902850" y="3860896"/>
              <a:ext cx="3055850" cy="2099585"/>
            </a:xfrm>
            <a:prstGeom prst="rect">
              <a:avLst/>
            </a:prstGeom>
            <a:noFill/>
            <a:ln>
              <a:noFill/>
            </a:ln>
          </p:spPr>
        </p:pic>
        <p:pic>
          <p:nvPicPr>
            <p:cNvPr id="15" name="Google Shape;15;p2"/>
            <p:cNvPicPr preferRelativeResize="0"/>
            <p:nvPr/>
          </p:nvPicPr>
          <p:blipFill>
            <a:blip r:embed="rId5">
              <a:alphaModFix amt="46000"/>
            </a:blip>
            <a:stretch>
              <a:fillRect/>
            </a:stretch>
          </p:blipFill>
          <p:spPr>
            <a:xfrm rot="190401">
              <a:off x="-2567154" y="-1266015"/>
              <a:ext cx="4514499" cy="2997897"/>
            </a:xfrm>
            <a:prstGeom prst="rect">
              <a:avLst/>
            </a:prstGeom>
            <a:noFill/>
            <a:ln>
              <a:noFill/>
            </a:ln>
          </p:spPr>
        </p:pic>
      </p:grpSp>
      <p:grpSp>
        <p:nvGrpSpPr>
          <p:cNvPr id="16" name="Google Shape;16;p2"/>
          <p:cNvGrpSpPr/>
          <p:nvPr/>
        </p:nvGrpSpPr>
        <p:grpSpPr>
          <a:xfrm>
            <a:off x="284061" y="-854564"/>
            <a:ext cx="12089497" cy="7712595"/>
            <a:chOff x="213045" y="-640923"/>
            <a:chExt cx="9067123" cy="5784446"/>
          </a:xfrm>
        </p:grpSpPr>
        <p:pic>
          <p:nvPicPr>
            <p:cNvPr id="17" name="Google Shape;17;p2"/>
            <p:cNvPicPr preferRelativeResize="0"/>
            <p:nvPr/>
          </p:nvPicPr>
          <p:blipFill>
            <a:blip r:embed="rId6">
              <a:alphaModFix/>
            </a:blip>
            <a:stretch>
              <a:fillRect/>
            </a:stretch>
          </p:blipFill>
          <p:spPr>
            <a:xfrm rot="3154190">
              <a:off x="304301" y="3909850"/>
              <a:ext cx="1320889" cy="882225"/>
            </a:xfrm>
            <a:prstGeom prst="rect">
              <a:avLst/>
            </a:prstGeom>
            <a:noFill/>
            <a:ln>
              <a:noFill/>
            </a:ln>
          </p:spPr>
        </p:pic>
        <p:pic>
          <p:nvPicPr>
            <p:cNvPr id="18" name="Google Shape;18;p2"/>
            <p:cNvPicPr preferRelativeResize="0"/>
            <p:nvPr/>
          </p:nvPicPr>
          <p:blipFill>
            <a:blip r:embed="rId7">
              <a:alphaModFix/>
            </a:blip>
            <a:stretch>
              <a:fillRect/>
            </a:stretch>
          </p:blipFill>
          <p:spPr>
            <a:xfrm rot="1131160">
              <a:off x="6729249" y="-300900"/>
              <a:ext cx="2362877" cy="1556149"/>
            </a:xfrm>
            <a:prstGeom prst="rect">
              <a:avLst/>
            </a:prstGeom>
            <a:noFill/>
            <a:ln>
              <a:noFill/>
            </a:ln>
          </p:spPr>
        </p:pic>
        <p:pic>
          <p:nvPicPr>
            <p:cNvPr id="19" name="Google Shape;19;p2"/>
            <p:cNvPicPr preferRelativeResize="0"/>
            <p:nvPr/>
          </p:nvPicPr>
          <p:blipFill>
            <a:blip r:embed="rId8">
              <a:alphaModFix/>
            </a:blip>
            <a:stretch>
              <a:fillRect/>
            </a:stretch>
          </p:blipFill>
          <p:spPr>
            <a:xfrm>
              <a:off x="8133212" y="3400275"/>
              <a:ext cx="796600" cy="882224"/>
            </a:xfrm>
            <a:prstGeom prst="rect">
              <a:avLst/>
            </a:prstGeom>
            <a:noFill/>
            <a:ln>
              <a:noFill/>
            </a:ln>
          </p:spPr>
        </p:pic>
      </p:grpSp>
      <p:sp>
        <p:nvSpPr>
          <p:cNvPr id="20" name="Google Shape;20;p2"/>
          <p:cNvSpPr txBox="1">
            <a:spLocks noGrp="1"/>
          </p:cNvSpPr>
          <p:nvPr>
            <p:ph type="ctrTitle"/>
          </p:nvPr>
        </p:nvSpPr>
        <p:spPr>
          <a:xfrm>
            <a:off x="1927967" y="1552099"/>
            <a:ext cx="8336000" cy="29816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5200"/>
              <a:buNone/>
              <a:defRPr sz="68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21" name="Google Shape;21;p2"/>
          <p:cNvSpPr txBox="1">
            <a:spLocks noGrp="1"/>
          </p:cNvSpPr>
          <p:nvPr>
            <p:ph type="subTitle" idx="1"/>
          </p:nvPr>
        </p:nvSpPr>
        <p:spPr>
          <a:xfrm>
            <a:off x="3086351" y="4662641"/>
            <a:ext cx="60192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400"/>
              <a:buNone/>
              <a:defRPr sz="2133">
                <a:solidFill>
                  <a:schemeClr val="dk1"/>
                </a:solidFill>
              </a:defRPr>
            </a:lvl1pPr>
            <a:lvl2pPr lvl="1" algn="ctr">
              <a:lnSpc>
                <a:spcPct val="100000"/>
              </a:lnSpc>
              <a:spcBef>
                <a:spcPts val="0"/>
              </a:spcBef>
              <a:spcAft>
                <a:spcPts val="0"/>
              </a:spcAft>
              <a:buClr>
                <a:schemeClr val="dk1"/>
              </a:buClr>
              <a:buSzPts val="1800"/>
              <a:buNone/>
              <a:defRPr sz="2400">
                <a:solidFill>
                  <a:schemeClr val="dk1"/>
                </a:solidFill>
              </a:defRPr>
            </a:lvl2pPr>
            <a:lvl3pPr lvl="2" algn="ctr">
              <a:lnSpc>
                <a:spcPct val="100000"/>
              </a:lnSpc>
              <a:spcBef>
                <a:spcPts val="0"/>
              </a:spcBef>
              <a:spcAft>
                <a:spcPts val="0"/>
              </a:spcAft>
              <a:buClr>
                <a:schemeClr val="dk1"/>
              </a:buClr>
              <a:buSzPts val="1800"/>
              <a:buNone/>
              <a:defRPr sz="2400">
                <a:solidFill>
                  <a:schemeClr val="dk1"/>
                </a:solidFill>
              </a:defRPr>
            </a:lvl3pPr>
            <a:lvl4pPr lvl="3" algn="ctr">
              <a:lnSpc>
                <a:spcPct val="100000"/>
              </a:lnSpc>
              <a:spcBef>
                <a:spcPts val="0"/>
              </a:spcBef>
              <a:spcAft>
                <a:spcPts val="0"/>
              </a:spcAft>
              <a:buClr>
                <a:schemeClr val="dk1"/>
              </a:buClr>
              <a:buSzPts val="1800"/>
              <a:buNone/>
              <a:defRPr sz="2400">
                <a:solidFill>
                  <a:schemeClr val="dk1"/>
                </a:solidFill>
              </a:defRPr>
            </a:lvl4pPr>
            <a:lvl5pPr lvl="4" algn="ctr">
              <a:lnSpc>
                <a:spcPct val="100000"/>
              </a:lnSpc>
              <a:spcBef>
                <a:spcPts val="0"/>
              </a:spcBef>
              <a:spcAft>
                <a:spcPts val="0"/>
              </a:spcAft>
              <a:buClr>
                <a:schemeClr val="dk1"/>
              </a:buClr>
              <a:buSzPts val="1800"/>
              <a:buNone/>
              <a:defRPr sz="2400">
                <a:solidFill>
                  <a:schemeClr val="dk1"/>
                </a:solidFill>
              </a:defRPr>
            </a:lvl5pPr>
            <a:lvl6pPr lvl="5" algn="ctr">
              <a:lnSpc>
                <a:spcPct val="100000"/>
              </a:lnSpc>
              <a:spcBef>
                <a:spcPts val="0"/>
              </a:spcBef>
              <a:spcAft>
                <a:spcPts val="0"/>
              </a:spcAft>
              <a:buClr>
                <a:schemeClr val="dk1"/>
              </a:buClr>
              <a:buSzPts val="1800"/>
              <a:buNone/>
              <a:defRPr sz="2400">
                <a:solidFill>
                  <a:schemeClr val="dk1"/>
                </a:solidFill>
              </a:defRPr>
            </a:lvl6pPr>
            <a:lvl7pPr lvl="6" algn="ctr">
              <a:lnSpc>
                <a:spcPct val="100000"/>
              </a:lnSpc>
              <a:spcBef>
                <a:spcPts val="0"/>
              </a:spcBef>
              <a:spcAft>
                <a:spcPts val="0"/>
              </a:spcAft>
              <a:buClr>
                <a:schemeClr val="dk1"/>
              </a:buClr>
              <a:buSzPts val="1800"/>
              <a:buNone/>
              <a:defRPr sz="2400">
                <a:solidFill>
                  <a:schemeClr val="dk1"/>
                </a:solidFill>
              </a:defRPr>
            </a:lvl7pPr>
            <a:lvl8pPr lvl="7" algn="ctr">
              <a:lnSpc>
                <a:spcPct val="100000"/>
              </a:lnSpc>
              <a:spcBef>
                <a:spcPts val="0"/>
              </a:spcBef>
              <a:spcAft>
                <a:spcPts val="0"/>
              </a:spcAft>
              <a:buClr>
                <a:schemeClr val="dk1"/>
              </a:buClr>
              <a:buSzPts val="1800"/>
              <a:buNone/>
              <a:defRPr sz="2400">
                <a:solidFill>
                  <a:schemeClr val="dk1"/>
                </a:solidFill>
              </a:defRPr>
            </a:lvl8pPr>
            <a:lvl9pPr lvl="8" algn="ctr">
              <a:lnSpc>
                <a:spcPct val="100000"/>
              </a:lnSpc>
              <a:spcBef>
                <a:spcPts val="0"/>
              </a:spcBef>
              <a:spcAft>
                <a:spcPts val="0"/>
              </a:spcAft>
              <a:buClr>
                <a:schemeClr val="dk1"/>
              </a:buClr>
              <a:buSzPts val="1800"/>
              <a:buNone/>
              <a:defRPr sz="24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110364510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24" name="Google Shape;24;p3"/>
          <p:cNvGrpSpPr/>
          <p:nvPr/>
        </p:nvGrpSpPr>
        <p:grpSpPr>
          <a:xfrm>
            <a:off x="-1293369" y="-4179984"/>
            <a:ext cx="15954724" cy="12763715"/>
            <a:chOff x="-970027" y="-3134988"/>
            <a:chExt cx="11966043" cy="9572786"/>
          </a:xfrm>
        </p:grpSpPr>
        <p:pic>
          <p:nvPicPr>
            <p:cNvPr id="25" name="Google Shape;25;p3"/>
            <p:cNvPicPr preferRelativeResize="0"/>
            <p:nvPr/>
          </p:nvPicPr>
          <p:blipFill>
            <a:blip r:embed="rId3">
              <a:alphaModFix/>
            </a:blip>
            <a:stretch>
              <a:fillRect/>
            </a:stretch>
          </p:blipFill>
          <p:spPr>
            <a:xfrm rot="3069595">
              <a:off x="7600098" y="-1204751"/>
              <a:ext cx="3167267" cy="2103248"/>
            </a:xfrm>
            <a:prstGeom prst="rect">
              <a:avLst/>
            </a:prstGeom>
            <a:noFill/>
            <a:ln>
              <a:noFill/>
            </a:ln>
          </p:spPr>
        </p:pic>
        <p:pic>
          <p:nvPicPr>
            <p:cNvPr id="26" name="Google Shape;26;p3"/>
            <p:cNvPicPr preferRelativeResize="0"/>
            <p:nvPr/>
          </p:nvPicPr>
          <p:blipFill>
            <a:blip r:embed="rId4">
              <a:alphaModFix/>
            </a:blip>
            <a:stretch>
              <a:fillRect/>
            </a:stretch>
          </p:blipFill>
          <p:spPr>
            <a:xfrm rot="-5400000">
              <a:off x="7429532" y="1619675"/>
              <a:ext cx="3638627" cy="2103250"/>
            </a:xfrm>
            <a:prstGeom prst="rect">
              <a:avLst/>
            </a:prstGeom>
            <a:noFill/>
            <a:ln>
              <a:noFill/>
            </a:ln>
          </p:spPr>
        </p:pic>
        <p:pic>
          <p:nvPicPr>
            <p:cNvPr id="27" name="Google Shape;27;p3"/>
            <p:cNvPicPr preferRelativeResize="0"/>
            <p:nvPr/>
          </p:nvPicPr>
          <p:blipFill>
            <a:blip r:embed="rId5">
              <a:alphaModFix/>
            </a:blip>
            <a:stretch>
              <a:fillRect/>
            </a:stretch>
          </p:blipFill>
          <p:spPr>
            <a:xfrm rot="-9852316">
              <a:off x="-582739" y="-2765951"/>
              <a:ext cx="3167275" cy="3284995"/>
            </a:xfrm>
            <a:prstGeom prst="rect">
              <a:avLst/>
            </a:prstGeom>
            <a:noFill/>
            <a:ln>
              <a:noFill/>
            </a:ln>
          </p:spPr>
        </p:pic>
        <p:pic>
          <p:nvPicPr>
            <p:cNvPr id="28" name="Google Shape;28;p3"/>
            <p:cNvPicPr preferRelativeResize="0"/>
            <p:nvPr/>
          </p:nvPicPr>
          <p:blipFill>
            <a:blip r:embed="rId3">
              <a:alphaModFix/>
            </a:blip>
            <a:stretch>
              <a:fillRect/>
            </a:stretch>
          </p:blipFill>
          <p:spPr>
            <a:xfrm>
              <a:off x="-970027" y="4334550"/>
              <a:ext cx="3167267" cy="2103247"/>
            </a:xfrm>
            <a:prstGeom prst="rect">
              <a:avLst/>
            </a:prstGeom>
            <a:noFill/>
            <a:ln>
              <a:noFill/>
            </a:ln>
          </p:spPr>
        </p:pic>
      </p:grpSp>
      <p:pic>
        <p:nvPicPr>
          <p:cNvPr id="29" name="Google Shape;29;p3"/>
          <p:cNvPicPr preferRelativeResize="0"/>
          <p:nvPr/>
        </p:nvPicPr>
        <p:blipFill>
          <a:blip r:embed="rId6">
            <a:alphaModFix/>
          </a:blip>
          <a:stretch>
            <a:fillRect/>
          </a:stretch>
        </p:blipFill>
        <p:spPr>
          <a:xfrm>
            <a:off x="8476655" y="202400"/>
            <a:ext cx="6418336" cy="6988131"/>
          </a:xfrm>
          <a:prstGeom prst="rect">
            <a:avLst/>
          </a:prstGeom>
          <a:noFill/>
          <a:ln>
            <a:noFill/>
          </a:ln>
        </p:spPr>
      </p:pic>
      <p:grpSp>
        <p:nvGrpSpPr>
          <p:cNvPr id="30" name="Google Shape;30;p3"/>
          <p:cNvGrpSpPr/>
          <p:nvPr/>
        </p:nvGrpSpPr>
        <p:grpSpPr>
          <a:xfrm>
            <a:off x="2638532" y="-1222167"/>
            <a:ext cx="8468261" cy="7940165"/>
            <a:chOff x="1978899" y="-916625"/>
            <a:chExt cx="6351196" cy="5955124"/>
          </a:xfrm>
        </p:grpSpPr>
        <p:pic>
          <p:nvPicPr>
            <p:cNvPr id="31" name="Google Shape;31;p3"/>
            <p:cNvPicPr preferRelativeResize="0"/>
            <p:nvPr/>
          </p:nvPicPr>
          <p:blipFill>
            <a:blip r:embed="rId7">
              <a:alphaModFix/>
            </a:blip>
            <a:stretch>
              <a:fillRect/>
            </a:stretch>
          </p:blipFill>
          <p:spPr>
            <a:xfrm rot="7293761">
              <a:off x="7278652" y="3956300"/>
              <a:ext cx="852375" cy="943999"/>
            </a:xfrm>
            <a:prstGeom prst="rect">
              <a:avLst/>
            </a:prstGeom>
            <a:noFill/>
            <a:ln>
              <a:noFill/>
            </a:ln>
          </p:spPr>
        </p:pic>
        <p:pic>
          <p:nvPicPr>
            <p:cNvPr id="32" name="Google Shape;32;p3"/>
            <p:cNvPicPr preferRelativeResize="0"/>
            <p:nvPr/>
          </p:nvPicPr>
          <p:blipFill>
            <a:blip r:embed="rId8">
              <a:alphaModFix/>
            </a:blip>
            <a:stretch>
              <a:fillRect/>
            </a:stretch>
          </p:blipFill>
          <p:spPr>
            <a:xfrm>
              <a:off x="1978899" y="-916625"/>
              <a:ext cx="2408776" cy="1586375"/>
            </a:xfrm>
            <a:prstGeom prst="rect">
              <a:avLst/>
            </a:prstGeom>
            <a:noFill/>
            <a:ln>
              <a:noFill/>
            </a:ln>
          </p:spPr>
        </p:pic>
      </p:grpSp>
      <p:grpSp>
        <p:nvGrpSpPr>
          <p:cNvPr id="33" name="Google Shape;33;p3"/>
          <p:cNvGrpSpPr/>
          <p:nvPr/>
        </p:nvGrpSpPr>
        <p:grpSpPr>
          <a:xfrm>
            <a:off x="2033737" y="-669369"/>
            <a:ext cx="6562035" cy="8629700"/>
            <a:chOff x="1525303" y="-502027"/>
            <a:chExt cx="4921526" cy="6472275"/>
          </a:xfrm>
        </p:grpSpPr>
        <p:pic>
          <p:nvPicPr>
            <p:cNvPr id="34" name="Google Shape;34;p3"/>
            <p:cNvPicPr preferRelativeResize="0"/>
            <p:nvPr/>
          </p:nvPicPr>
          <p:blipFill>
            <a:blip r:embed="rId9">
              <a:alphaModFix/>
            </a:blip>
            <a:stretch>
              <a:fillRect/>
            </a:stretch>
          </p:blipFill>
          <p:spPr>
            <a:xfrm>
              <a:off x="5402953" y="-502027"/>
              <a:ext cx="1043875" cy="961900"/>
            </a:xfrm>
            <a:prstGeom prst="rect">
              <a:avLst/>
            </a:prstGeom>
            <a:noFill/>
            <a:ln>
              <a:noFill/>
            </a:ln>
          </p:spPr>
        </p:pic>
        <p:pic>
          <p:nvPicPr>
            <p:cNvPr id="35" name="Google Shape;35;p3"/>
            <p:cNvPicPr preferRelativeResize="0"/>
            <p:nvPr/>
          </p:nvPicPr>
          <p:blipFill>
            <a:blip r:embed="rId10">
              <a:alphaModFix amt="54000"/>
            </a:blip>
            <a:stretch>
              <a:fillRect/>
            </a:stretch>
          </p:blipFill>
          <p:spPr>
            <a:xfrm>
              <a:off x="1525303" y="4558150"/>
              <a:ext cx="1504950" cy="1412099"/>
            </a:xfrm>
            <a:prstGeom prst="rect">
              <a:avLst/>
            </a:prstGeom>
            <a:noFill/>
            <a:ln>
              <a:noFill/>
            </a:ln>
          </p:spPr>
        </p:pic>
      </p:grpSp>
      <p:sp>
        <p:nvSpPr>
          <p:cNvPr id="36" name="Google Shape;36;p3"/>
          <p:cNvSpPr txBox="1">
            <a:spLocks noGrp="1"/>
          </p:cNvSpPr>
          <p:nvPr>
            <p:ph type="title"/>
          </p:nvPr>
        </p:nvSpPr>
        <p:spPr>
          <a:xfrm>
            <a:off x="1423733" y="2717751"/>
            <a:ext cx="6756800" cy="11224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37" name="Google Shape;37;p3"/>
          <p:cNvSpPr txBox="1">
            <a:spLocks noGrp="1"/>
          </p:cNvSpPr>
          <p:nvPr>
            <p:ph type="title" idx="2" hasCustomPrompt="1"/>
          </p:nvPr>
        </p:nvSpPr>
        <p:spPr>
          <a:xfrm>
            <a:off x="1423733" y="1547967"/>
            <a:ext cx="1765600" cy="13956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38" name="Google Shape;38;p3"/>
          <p:cNvSpPr txBox="1">
            <a:spLocks noGrp="1"/>
          </p:cNvSpPr>
          <p:nvPr>
            <p:ph type="subTitle" idx="1"/>
          </p:nvPr>
        </p:nvSpPr>
        <p:spPr>
          <a:xfrm>
            <a:off x="1423733" y="4151333"/>
            <a:ext cx="6756800" cy="485200"/>
          </a:xfrm>
          <a:prstGeom prst="rect">
            <a:avLst/>
          </a:prstGeom>
          <a:solidFill>
            <a:srgbClr val="EBB59E">
              <a:alpha val="28130"/>
            </a:srgbClr>
          </a:solidFill>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2133">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12773048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9"/>
        <p:cNvGrpSpPr/>
        <p:nvPr/>
      </p:nvGrpSpPr>
      <p:grpSpPr>
        <a:xfrm>
          <a:off x="0" y="0"/>
          <a:ext cx="0" cy="0"/>
          <a:chOff x="0" y="0"/>
          <a:chExt cx="0" cy="0"/>
        </a:xfrm>
      </p:grpSpPr>
      <p:pic>
        <p:nvPicPr>
          <p:cNvPr id="40" name="Google Shape;40;p4"/>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1" name="Google Shape;41;p4"/>
          <p:cNvGrpSpPr/>
          <p:nvPr/>
        </p:nvGrpSpPr>
        <p:grpSpPr>
          <a:xfrm>
            <a:off x="9813711" y="-2026534"/>
            <a:ext cx="5069263" cy="11053671"/>
            <a:chOff x="7360283" y="-1519901"/>
            <a:chExt cx="3801947" cy="8290253"/>
          </a:xfrm>
        </p:grpSpPr>
        <p:pic>
          <p:nvPicPr>
            <p:cNvPr id="42" name="Google Shape;42;p4"/>
            <p:cNvPicPr preferRelativeResize="0"/>
            <p:nvPr/>
          </p:nvPicPr>
          <p:blipFill>
            <a:blip r:embed="rId3">
              <a:alphaModFix/>
            </a:blip>
            <a:stretch>
              <a:fillRect/>
            </a:stretch>
          </p:blipFill>
          <p:spPr>
            <a:xfrm rot="1996705">
              <a:off x="7677623" y="-823400"/>
              <a:ext cx="3167267" cy="2103246"/>
            </a:xfrm>
            <a:prstGeom prst="rect">
              <a:avLst/>
            </a:prstGeom>
            <a:noFill/>
            <a:ln>
              <a:noFill/>
            </a:ln>
          </p:spPr>
        </p:pic>
        <p:pic>
          <p:nvPicPr>
            <p:cNvPr id="43" name="Google Shape;43;p4"/>
            <p:cNvPicPr preferRelativeResize="0"/>
            <p:nvPr/>
          </p:nvPicPr>
          <p:blipFill>
            <a:blip r:embed="rId4">
              <a:alphaModFix/>
            </a:blip>
            <a:stretch>
              <a:fillRect/>
            </a:stretch>
          </p:blipFill>
          <p:spPr>
            <a:xfrm rot="-3751214">
              <a:off x="7570445" y="3619424"/>
              <a:ext cx="3638626" cy="2103251"/>
            </a:xfrm>
            <a:prstGeom prst="rect">
              <a:avLst/>
            </a:prstGeom>
            <a:noFill/>
            <a:ln>
              <a:noFill/>
            </a:ln>
          </p:spPr>
        </p:pic>
      </p:grpSp>
      <p:grpSp>
        <p:nvGrpSpPr>
          <p:cNvPr id="44" name="Google Shape;44;p4"/>
          <p:cNvGrpSpPr/>
          <p:nvPr/>
        </p:nvGrpSpPr>
        <p:grpSpPr>
          <a:xfrm>
            <a:off x="-4167656" y="-2740879"/>
            <a:ext cx="7859840" cy="13326483"/>
            <a:chOff x="-3125742" y="-2055659"/>
            <a:chExt cx="5894880" cy="9994862"/>
          </a:xfrm>
        </p:grpSpPr>
        <p:pic>
          <p:nvPicPr>
            <p:cNvPr id="45" name="Google Shape;45;p4"/>
            <p:cNvPicPr preferRelativeResize="0"/>
            <p:nvPr/>
          </p:nvPicPr>
          <p:blipFill>
            <a:blip r:embed="rId5">
              <a:alphaModFix/>
            </a:blip>
            <a:stretch>
              <a:fillRect/>
            </a:stretch>
          </p:blipFill>
          <p:spPr>
            <a:xfrm rot="2700000">
              <a:off x="-2173872" y="2819024"/>
              <a:ext cx="3991141" cy="4345478"/>
            </a:xfrm>
            <a:prstGeom prst="rect">
              <a:avLst/>
            </a:prstGeom>
            <a:noFill/>
            <a:ln>
              <a:noFill/>
            </a:ln>
          </p:spPr>
        </p:pic>
        <p:pic>
          <p:nvPicPr>
            <p:cNvPr id="46" name="Google Shape;46;p4"/>
            <p:cNvPicPr preferRelativeResize="0"/>
            <p:nvPr/>
          </p:nvPicPr>
          <p:blipFill>
            <a:blip r:embed="rId5">
              <a:alphaModFix/>
            </a:blip>
            <a:stretch>
              <a:fillRect/>
            </a:stretch>
          </p:blipFill>
          <p:spPr>
            <a:xfrm rot="-1245730">
              <a:off x="-2485122" y="-1489348"/>
              <a:ext cx="3991141" cy="4345478"/>
            </a:xfrm>
            <a:prstGeom prst="rect">
              <a:avLst/>
            </a:prstGeom>
            <a:noFill/>
            <a:ln>
              <a:noFill/>
            </a:ln>
          </p:spPr>
        </p:pic>
      </p:grpSp>
      <p:grpSp>
        <p:nvGrpSpPr>
          <p:cNvPr id="47" name="Google Shape;47;p4"/>
          <p:cNvGrpSpPr/>
          <p:nvPr/>
        </p:nvGrpSpPr>
        <p:grpSpPr>
          <a:xfrm>
            <a:off x="419899" y="-572667"/>
            <a:ext cx="12887000" cy="7692832"/>
            <a:chOff x="314924" y="-429500"/>
            <a:chExt cx="9665250" cy="5769624"/>
          </a:xfrm>
        </p:grpSpPr>
        <p:pic>
          <p:nvPicPr>
            <p:cNvPr id="48" name="Google Shape;48;p4"/>
            <p:cNvPicPr preferRelativeResize="0"/>
            <p:nvPr/>
          </p:nvPicPr>
          <p:blipFill>
            <a:blip r:embed="rId6">
              <a:alphaModFix/>
            </a:blip>
            <a:stretch>
              <a:fillRect/>
            </a:stretch>
          </p:blipFill>
          <p:spPr>
            <a:xfrm>
              <a:off x="7617299" y="3783975"/>
              <a:ext cx="2362876" cy="1556149"/>
            </a:xfrm>
            <a:prstGeom prst="rect">
              <a:avLst/>
            </a:prstGeom>
            <a:noFill/>
            <a:ln>
              <a:noFill/>
            </a:ln>
          </p:spPr>
        </p:pic>
        <p:pic>
          <p:nvPicPr>
            <p:cNvPr id="49" name="Google Shape;49;p4"/>
            <p:cNvPicPr preferRelativeResize="0"/>
            <p:nvPr/>
          </p:nvPicPr>
          <p:blipFill>
            <a:blip r:embed="rId7">
              <a:alphaModFix/>
            </a:blip>
            <a:stretch>
              <a:fillRect/>
            </a:stretch>
          </p:blipFill>
          <p:spPr>
            <a:xfrm>
              <a:off x="314924" y="-429500"/>
              <a:ext cx="796600" cy="882224"/>
            </a:xfrm>
            <a:prstGeom prst="rect">
              <a:avLst/>
            </a:prstGeom>
            <a:noFill/>
            <a:ln>
              <a:noFill/>
            </a:ln>
          </p:spPr>
        </p:pic>
      </p:grpSp>
      <p:grpSp>
        <p:nvGrpSpPr>
          <p:cNvPr id="50" name="Google Shape;50;p4"/>
          <p:cNvGrpSpPr/>
          <p:nvPr/>
        </p:nvGrpSpPr>
        <p:grpSpPr>
          <a:xfrm>
            <a:off x="2980855" y="-1008394"/>
            <a:ext cx="7696848" cy="8666091"/>
            <a:chOff x="2235641" y="-756295"/>
            <a:chExt cx="5772636" cy="6499568"/>
          </a:xfrm>
        </p:grpSpPr>
        <p:pic>
          <p:nvPicPr>
            <p:cNvPr id="51" name="Google Shape;51;p4"/>
            <p:cNvPicPr preferRelativeResize="0"/>
            <p:nvPr/>
          </p:nvPicPr>
          <p:blipFill>
            <a:blip r:embed="rId8">
              <a:alphaModFix/>
            </a:blip>
            <a:stretch>
              <a:fillRect/>
            </a:stretch>
          </p:blipFill>
          <p:spPr>
            <a:xfrm rot="9899998">
              <a:off x="6552553" y="-606788"/>
              <a:ext cx="1318127" cy="1236801"/>
            </a:xfrm>
            <a:prstGeom prst="rect">
              <a:avLst/>
            </a:prstGeom>
            <a:noFill/>
            <a:ln>
              <a:noFill/>
            </a:ln>
          </p:spPr>
        </p:pic>
        <p:pic>
          <p:nvPicPr>
            <p:cNvPr id="52" name="Google Shape;52;p4"/>
            <p:cNvPicPr preferRelativeResize="0"/>
            <p:nvPr/>
          </p:nvPicPr>
          <p:blipFill>
            <a:blip r:embed="rId9">
              <a:alphaModFix/>
            </a:blip>
            <a:stretch>
              <a:fillRect/>
            </a:stretch>
          </p:blipFill>
          <p:spPr>
            <a:xfrm>
              <a:off x="2235641" y="4781373"/>
              <a:ext cx="1043875" cy="961900"/>
            </a:xfrm>
            <a:prstGeom prst="rect">
              <a:avLst/>
            </a:prstGeom>
            <a:noFill/>
            <a:ln>
              <a:noFill/>
            </a:ln>
          </p:spPr>
        </p:pic>
      </p:grpSp>
      <p:sp>
        <p:nvSpPr>
          <p:cNvPr id="53" name="Google Shape;53;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54" name="Google Shape;54;p4"/>
          <p:cNvSpPr txBox="1">
            <a:spLocks noGrp="1"/>
          </p:cNvSpPr>
          <p:nvPr>
            <p:ph type="body" idx="1"/>
          </p:nvPr>
        </p:nvSpPr>
        <p:spPr>
          <a:xfrm>
            <a:off x="960000" y="1514433"/>
            <a:ext cx="10272000" cy="4812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SzPts val="800"/>
              <a:buFont typeface="Nunito Light"/>
              <a:buChar char="●"/>
              <a:defRPr sz="1600"/>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SzPts val="1200"/>
              <a:buFont typeface="Nunito Light"/>
              <a:buChar char="■"/>
              <a:defRPr/>
            </a:lvl3pPr>
            <a:lvl4pPr marL="2438339" lvl="3" indent="-406390" rtl="0">
              <a:lnSpc>
                <a:spcPct val="115000"/>
              </a:lnSpc>
              <a:spcBef>
                <a:spcPts val="0"/>
              </a:spcBef>
              <a:spcAft>
                <a:spcPts val="0"/>
              </a:spcAft>
              <a:buSzPts val="1200"/>
              <a:buFont typeface="Nunito Light"/>
              <a:buChar char="●"/>
              <a:defRPr/>
            </a:lvl4pPr>
            <a:lvl5pPr marL="3047924" lvl="4" indent="-406390" rtl="0">
              <a:lnSpc>
                <a:spcPct val="115000"/>
              </a:lnSpc>
              <a:spcBef>
                <a:spcPts val="0"/>
              </a:spcBef>
              <a:spcAft>
                <a:spcPts val="0"/>
              </a:spcAft>
              <a:buSzPts val="1200"/>
              <a:buFont typeface="Nunito Light"/>
              <a:buChar char="○"/>
              <a:defRPr/>
            </a:lvl5pPr>
            <a:lvl6pPr marL="3657509" lvl="5" indent="-406390" rtl="0">
              <a:lnSpc>
                <a:spcPct val="115000"/>
              </a:lnSpc>
              <a:spcBef>
                <a:spcPts val="0"/>
              </a:spcBef>
              <a:spcAft>
                <a:spcPts val="0"/>
              </a:spcAft>
              <a:buSzPts val="1200"/>
              <a:buFont typeface="Nunito Light"/>
              <a:buChar char="■"/>
              <a:defRPr/>
            </a:lvl6pPr>
            <a:lvl7pPr marL="4267093" lvl="6" indent="-406390" rtl="0">
              <a:lnSpc>
                <a:spcPct val="115000"/>
              </a:lnSpc>
              <a:spcBef>
                <a:spcPts val="0"/>
              </a:spcBef>
              <a:spcAft>
                <a:spcPts val="0"/>
              </a:spcAft>
              <a:buSzPts val="1200"/>
              <a:buFont typeface="Nunito Light"/>
              <a:buChar char="●"/>
              <a:defRPr/>
            </a:lvl7pPr>
            <a:lvl8pPr marL="4876678" lvl="7" indent="-406390" rtl="0">
              <a:lnSpc>
                <a:spcPct val="115000"/>
              </a:lnSpc>
              <a:spcBef>
                <a:spcPts val="0"/>
              </a:spcBef>
              <a:spcAft>
                <a:spcPts val="0"/>
              </a:spcAft>
              <a:buSzPts val="1200"/>
              <a:buFont typeface="Nunito Light"/>
              <a:buChar char="○"/>
              <a:defRPr/>
            </a:lvl8pPr>
            <a:lvl9pPr marL="5486263" lvl="8" indent="-406390" rtl="0">
              <a:lnSpc>
                <a:spcPct val="115000"/>
              </a:lnSpc>
              <a:spcBef>
                <a:spcPts val="0"/>
              </a:spcBef>
              <a:spcAft>
                <a:spcPts val="0"/>
              </a:spcAft>
              <a:buSzPts val="12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1473498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55"/>
        <p:cNvGrpSpPr/>
        <p:nvPr/>
      </p:nvGrpSpPr>
      <p:grpSpPr>
        <a:xfrm>
          <a:off x="0" y="0"/>
          <a:ext cx="0" cy="0"/>
          <a:chOff x="0" y="0"/>
          <a:chExt cx="0" cy="0"/>
        </a:xfrm>
      </p:grpSpPr>
      <p:pic>
        <p:nvPicPr>
          <p:cNvPr id="56" name="Google Shape;56;p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57" name="Google Shape;57;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58" name="Google Shape;58;p5"/>
          <p:cNvSpPr txBox="1">
            <a:spLocks noGrp="1"/>
          </p:cNvSpPr>
          <p:nvPr>
            <p:ph type="subTitle" idx="1"/>
          </p:nvPr>
        </p:nvSpPr>
        <p:spPr>
          <a:xfrm>
            <a:off x="6301200" y="2496471"/>
            <a:ext cx="4930800" cy="3648400"/>
          </a:xfrm>
          <a:prstGeom prst="rect">
            <a:avLst/>
          </a:prstGeom>
        </p:spPr>
        <p:txBody>
          <a:bodyPr spcFirstLastPara="1" wrap="square" lIns="91425" tIns="91425" rIns="91425" bIns="91425" anchor="t" anchorCtr="0">
            <a:noAutofit/>
          </a:bodyPr>
          <a:lstStyle>
            <a:lvl1pPr marR="121917" lvl="0" rtl="0">
              <a:lnSpc>
                <a:spcPct val="115000"/>
              </a:lnSpc>
              <a:spcBef>
                <a:spcPts val="0"/>
              </a:spcBef>
              <a:spcAft>
                <a:spcPts val="0"/>
              </a:spcAft>
              <a:buClr>
                <a:schemeClr val="dk2"/>
              </a:buClr>
              <a:buSzPts val="1400"/>
              <a:buChar char="●"/>
              <a:defRPr sz="1867" b="0"/>
            </a:lvl1pPr>
            <a:lvl2pPr lvl="1" algn="ctr" rtl="0">
              <a:lnSpc>
                <a:spcPct val="115000"/>
              </a:lnSpc>
              <a:spcBef>
                <a:spcPts val="0"/>
              </a:spcBef>
              <a:spcAft>
                <a:spcPts val="0"/>
              </a:spcAft>
              <a:buSzPts val="2800"/>
              <a:buChar char="○"/>
              <a:defRPr sz="3733"/>
            </a:lvl2pPr>
            <a:lvl3pPr lvl="2" algn="ctr" rtl="0">
              <a:lnSpc>
                <a:spcPct val="115000"/>
              </a:lnSpc>
              <a:spcBef>
                <a:spcPts val="0"/>
              </a:spcBef>
              <a:spcAft>
                <a:spcPts val="0"/>
              </a:spcAft>
              <a:buSzPts val="2800"/>
              <a:buChar char="■"/>
              <a:defRPr sz="3733"/>
            </a:lvl3pPr>
            <a:lvl4pPr lvl="3" algn="ctr" rtl="0">
              <a:lnSpc>
                <a:spcPct val="115000"/>
              </a:lnSpc>
              <a:spcBef>
                <a:spcPts val="0"/>
              </a:spcBef>
              <a:spcAft>
                <a:spcPts val="0"/>
              </a:spcAft>
              <a:buSzPts val="2800"/>
              <a:buChar char="●"/>
              <a:defRPr sz="3733"/>
            </a:lvl4pPr>
            <a:lvl5pPr lvl="4" algn="ctr" rtl="0">
              <a:lnSpc>
                <a:spcPct val="115000"/>
              </a:lnSpc>
              <a:spcBef>
                <a:spcPts val="0"/>
              </a:spcBef>
              <a:spcAft>
                <a:spcPts val="0"/>
              </a:spcAft>
              <a:buSzPts val="2800"/>
              <a:buChar char="○"/>
              <a:defRPr sz="3733"/>
            </a:lvl5pPr>
            <a:lvl6pPr lvl="5" algn="ctr" rtl="0">
              <a:lnSpc>
                <a:spcPct val="115000"/>
              </a:lnSpc>
              <a:spcBef>
                <a:spcPts val="0"/>
              </a:spcBef>
              <a:spcAft>
                <a:spcPts val="0"/>
              </a:spcAft>
              <a:buSzPts val="2800"/>
              <a:buChar char="■"/>
              <a:defRPr sz="3733"/>
            </a:lvl6pPr>
            <a:lvl7pPr lvl="6" algn="ctr" rtl="0">
              <a:lnSpc>
                <a:spcPct val="115000"/>
              </a:lnSpc>
              <a:spcBef>
                <a:spcPts val="0"/>
              </a:spcBef>
              <a:spcAft>
                <a:spcPts val="0"/>
              </a:spcAft>
              <a:buSzPts val="2800"/>
              <a:buChar char="●"/>
              <a:defRPr sz="3733"/>
            </a:lvl7pPr>
            <a:lvl8pPr lvl="7" algn="ctr" rtl="0">
              <a:lnSpc>
                <a:spcPct val="115000"/>
              </a:lnSpc>
              <a:spcBef>
                <a:spcPts val="0"/>
              </a:spcBef>
              <a:spcAft>
                <a:spcPts val="0"/>
              </a:spcAft>
              <a:buSzPts val="2800"/>
              <a:buChar char="○"/>
              <a:defRPr sz="3733"/>
            </a:lvl8pPr>
            <a:lvl9pPr lvl="8" algn="ctr" rtl="0">
              <a:lnSpc>
                <a:spcPct val="115000"/>
              </a:lnSpc>
              <a:spcBef>
                <a:spcPts val="0"/>
              </a:spcBef>
              <a:spcAft>
                <a:spcPts val="0"/>
              </a:spcAft>
              <a:buSzPts val="2800"/>
              <a:buChar char="■"/>
              <a:defRPr sz="3733"/>
            </a:lvl9pPr>
          </a:lstStyle>
          <a:p>
            <a:r>
              <a:rPr lang="en-US"/>
              <a:t>Click to edit Master subtitle style</a:t>
            </a:r>
            <a:endParaRPr/>
          </a:p>
        </p:txBody>
      </p:sp>
      <p:sp>
        <p:nvSpPr>
          <p:cNvPr id="59" name="Google Shape;59;p5"/>
          <p:cNvSpPr txBox="1">
            <a:spLocks noGrp="1"/>
          </p:cNvSpPr>
          <p:nvPr>
            <p:ph type="subTitle" idx="2"/>
          </p:nvPr>
        </p:nvSpPr>
        <p:spPr>
          <a:xfrm>
            <a:off x="960000" y="2496471"/>
            <a:ext cx="4930800" cy="3648400"/>
          </a:xfrm>
          <a:prstGeom prst="rect">
            <a:avLst/>
          </a:prstGeom>
        </p:spPr>
        <p:txBody>
          <a:bodyPr spcFirstLastPara="1" wrap="square" lIns="91425" tIns="91425" rIns="91425" bIns="91425" anchor="t" anchorCtr="0">
            <a:noAutofit/>
          </a:bodyPr>
          <a:lstStyle>
            <a:lvl1pPr marR="121917" lvl="0" rtl="0">
              <a:lnSpc>
                <a:spcPct val="115000"/>
              </a:lnSpc>
              <a:spcBef>
                <a:spcPts val="0"/>
              </a:spcBef>
              <a:spcAft>
                <a:spcPts val="0"/>
              </a:spcAft>
              <a:buClr>
                <a:schemeClr val="dk2"/>
              </a:buClr>
              <a:buSzPts val="1400"/>
              <a:buChar char="●"/>
              <a:defRPr sz="1867" b="0"/>
            </a:lvl1pPr>
            <a:lvl2pPr lvl="1" algn="ctr" rtl="0">
              <a:lnSpc>
                <a:spcPct val="115000"/>
              </a:lnSpc>
              <a:spcBef>
                <a:spcPts val="0"/>
              </a:spcBef>
              <a:spcAft>
                <a:spcPts val="0"/>
              </a:spcAft>
              <a:buSzPts val="1400"/>
              <a:buChar char="○"/>
              <a:defRPr sz="3733"/>
            </a:lvl2pPr>
            <a:lvl3pPr lvl="2" algn="ctr" rtl="0">
              <a:lnSpc>
                <a:spcPct val="115000"/>
              </a:lnSpc>
              <a:spcBef>
                <a:spcPts val="0"/>
              </a:spcBef>
              <a:spcAft>
                <a:spcPts val="0"/>
              </a:spcAft>
              <a:buSzPts val="1400"/>
              <a:buChar char="■"/>
              <a:defRPr sz="3733"/>
            </a:lvl3pPr>
            <a:lvl4pPr lvl="3" algn="ctr" rtl="0">
              <a:lnSpc>
                <a:spcPct val="115000"/>
              </a:lnSpc>
              <a:spcBef>
                <a:spcPts val="0"/>
              </a:spcBef>
              <a:spcAft>
                <a:spcPts val="0"/>
              </a:spcAft>
              <a:buSzPts val="1400"/>
              <a:buChar char="●"/>
              <a:defRPr sz="3733"/>
            </a:lvl4pPr>
            <a:lvl5pPr lvl="4" algn="ctr" rtl="0">
              <a:lnSpc>
                <a:spcPct val="115000"/>
              </a:lnSpc>
              <a:spcBef>
                <a:spcPts val="0"/>
              </a:spcBef>
              <a:spcAft>
                <a:spcPts val="0"/>
              </a:spcAft>
              <a:buSzPts val="1400"/>
              <a:buChar char="○"/>
              <a:defRPr sz="3733"/>
            </a:lvl5pPr>
            <a:lvl6pPr lvl="5" algn="ctr" rtl="0">
              <a:lnSpc>
                <a:spcPct val="115000"/>
              </a:lnSpc>
              <a:spcBef>
                <a:spcPts val="0"/>
              </a:spcBef>
              <a:spcAft>
                <a:spcPts val="0"/>
              </a:spcAft>
              <a:buSzPts val="1400"/>
              <a:buChar char="■"/>
              <a:defRPr sz="3733"/>
            </a:lvl6pPr>
            <a:lvl7pPr lvl="6" algn="ctr" rtl="0">
              <a:lnSpc>
                <a:spcPct val="115000"/>
              </a:lnSpc>
              <a:spcBef>
                <a:spcPts val="0"/>
              </a:spcBef>
              <a:spcAft>
                <a:spcPts val="0"/>
              </a:spcAft>
              <a:buSzPts val="1400"/>
              <a:buChar char="●"/>
              <a:defRPr sz="3733"/>
            </a:lvl7pPr>
            <a:lvl8pPr lvl="7" algn="ctr" rtl="0">
              <a:lnSpc>
                <a:spcPct val="115000"/>
              </a:lnSpc>
              <a:spcBef>
                <a:spcPts val="0"/>
              </a:spcBef>
              <a:spcAft>
                <a:spcPts val="0"/>
              </a:spcAft>
              <a:buSzPts val="1400"/>
              <a:buChar char="○"/>
              <a:defRPr sz="3733"/>
            </a:lvl8pPr>
            <a:lvl9pPr lvl="8" algn="ctr" rtl="0">
              <a:lnSpc>
                <a:spcPct val="115000"/>
              </a:lnSpc>
              <a:spcBef>
                <a:spcPts val="0"/>
              </a:spcBef>
              <a:spcAft>
                <a:spcPts val="0"/>
              </a:spcAft>
              <a:buSzPts val="1400"/>
              <a:buChar char="■"/>
              <a:defRPr sz="3733"/>
            </a:lvl9pPr>
          </a:lstStyle>
          <a:p>
            <a:r>
              <a:rPr lang="en-US"/>
              <a:t>Click to edit Master subtitle style</a:t>
            </a:r>
            <a:endParaRPr/>
          </a:p>
        </p:txBody>
      </p:sp>
      <p:sp>
        <p:nvSpPr>
          <p:cNvPr id="60" name="Google Shape;60;p5"/>
          <p:cNvSpPr txBox="1">
            <a:spLocks noGrp="1"/>
          </p:cNvSpPr>
          <p:nvPr>
            <p:ph type="subTitle" idx="3"/>
          </p:nvPr>
        </p:nvSpPr>
        <p:spPr>
          <a:xfrm>
            <a:off x="960000" y="1843667"/>
            <a:ext cx="4930800" cy="6528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200"/>
              <a:buFont typeface="EB Garamond"/>
              <a:buNone/>
              <a:defRPr sz="2933" b="1">
                <a:latin typeface="EB Garamond"/>
                <a:ea typeface="EB Garamond"/>
                <a:cs typeface="EB Garamond"/>
                <a:sym typeface="EB Garamond"/>
              </a:defRPr>
            </a:lvl1pPr>
            <a:lvl2pPr lvl="1">
              <a:lnSpc>
                <a:spcPct val="115000"/>
              </a:lnSpc>
              <a:spcBef>
                <a:spcPts val="0"/>
              </a:spcBef>
              <a:spcAft>
                <a:spcPts val="0"/>
              </a:spcAft>
              <a:buSzPts val="2200"/>
              <a:buFont typeface="EB Garamond"/>
              <a:buNone/>
              <a:defRPr sz="2933" b="1">
                <a:latin typeface="EB Garamond"/>
                <a:ea typeface="EB Garamond"/>
                <a:cs typeface="EB Garamond"/>
                <a:sym typeface="EB Garamond"/>
              </a:defRPr>
            </a:lvl2pPr>
            <a:lvl3pPr lvl="2">
              <a:lnSpc>
                <a:spcPct val="115000"/>
              </a:lnSpc>
              <a:spcBef>
                <a:spcPts val="0"/>
              </a:spcBef>
              <a:spcAft>
                <a:spcPts val="0"/>
              </a:spcAft>
              <a:buSzPts val="2200"/>
              <a:buFont typeface="EB Garamond"/>
              <a:buNone/>
              <a:defRPr sz="2933" b="1">
                <a:latin typeface="EB Garamond"/>
                <a:ea typeface="EB Garamond"/>
                <a:cs typeface="EB Garamond"/>
                <a:sym typeface="EB Garamond"/>
              </a:defRPr>
            </a:lvl3pPr>
            <a:lvl4pPr lvl="3">
              <a:lnSpc>
                <a:spcPct val="115000"/>
              </a:lnSpc>
              <a:spcBef>
                <a:spcPts val="0"/>
              </a:spcBef>
              <a:spcAft>
                <a:spcPts val="0"/>
              </a:spcAft>
              <a:buSzPts val="2200"/>
              <a:buFont typeface="EB Garamond"/>
              <a:buNone/>
              <a:defRPr sz="2933" b="1">
                <a:latin typeface="EB Garamond"/>
                <a:ea typeface="EB Garamond"/>
                <a:cs typeface="EB Garamond"/>
                <a:sym typeface="EB Garamond"/>
              </a:defRPr>
            </a:lvl4pPr>
            <a:lvl5pPr lvl="4">
              <a:lnSpc>
                <a:spcPct val="115000"/>
              </a:lnSpc>
              <a:spcBef>
                <a:spcPts val="0"/>
              </a:spcBef>
              <a:spcAft>
                <a:spcPts val="0"/>
              </a:spcAft>
              <a:buSzPts val="2200"/>
              <a:buFont typeface="EB Garamond"/>
              <a:buNone/>
              <a:defRPr sz="2933" b="1">
                <a:latin typeface="EB Garamond"/>
                <a:ea typeface="EB Garamond"/>
                <a:cs typeface="EB Garamond"/>
                <a:sym typeface="EB Garamond"/>
              </a:defRPr>
            </a:lvl5pPr>
            <a:lvl6pPr lvl="5">
              <a:lnSpc>
                <a:spcPct val="115000"/>
              </a:lnSpc>
              <a:spcBef>
                <a:spcPts val="0"/>
              </a:spcBef>
              <a:spcAft>
                <a:spcPts val="0"/>
              </a:spcAft>
              <a:buSzPts val="2200"/>
              <a:buFont typeface="EB Garamond"/>
              <a:buNone/>
              <a:defRPr sz="2933" b="1">
                <a:latin typeface="EB Garamond"/>
                <a:ea typeface="EB Garamond"/>
                <a:cs typeface="EB Garamond"/>
                <a:sym typeface="EB Garamond"/>
              </a:defRPr>
            </a:lvl6pPr>
            <a:lvl7pPr lvl="6">
              <a:lnSpc>
                <a:spcPct val="115000"/>
              </a:lnSpc>
              <a:spcBef>
                <a:spcPts val="0"/>
              </a:spcBef>
              <a:spcAft>
                <a:spcPts val="0"/>
              </a:spcAft>
              <a:buSzPts val="2200"/>
              <a:buFont typeface="EB Garamond"/>
              <a:buNone/>
              <a:defRPr sz="2933" b="1">
                <a:latin typeface="EB Garamond"/>
                <a:ea typeface="EB Garamond"/>
                <a:cs typeface="EB Garamond"/>
                <a:sym typeface="EB Garamond"/>
              </a:defRPr>
            </a:lvl7pPr>
            <a:lvl8pPr lvl="7">
              <a:lnSpc>
                <a:spcPct val="115000"/>
              </a:lnSpc>
              <a:spcBef>
                <a:spcPts val="0"/>
              </a:spcBef>
              <a:spcAft>
                <a:spcPts val="0"/>
              </a:spcAft>
              <a:buSzPts val="2200"/>
              <a:buFont typeface="EB Garamond"/>
              <a:buNone/>
              <a:defRPr sz="2933" b="1">
                <a:latin typeface="EB Garamond"/>
                <a:ea typeface="EB Garamond"/>
                <a:cs typeface="EB Garamond"/>
                <a:sym typeface="EB Garamond"/>
              </a:defRPr>
            </a:lvl8pPr>
            <a:lvl9pPr lvl="8">
              <a:lnSpc>
                <a:spcPct val="115000"/>
              </a:lnSpc>
              <a:spcBef>
                <a:spcPts val="0"/>
              </a:spcBef>
              <a:spcAft>
                <a:spcPts val="0"/>
              </a:spcAft>
              <a:buSzPts val="2200"/>
              <a:buFont typeface="EB Garamond"/>
              <a:buNone/>
              <a:defRPr sz="2933" b="1">
                <a:latin typeface="EB Garamond"/>
                <a:ea typeface="EB Garamond"/>
                <a:cs typeface="EB Garamond"/>
                <a:sym typeface="EB Garamond"/>
              </a:defRPr>
            </a:lvl9pPr>
          </a:lstStyle>
          <a:p>
            <a:r>
              <a:rPr lang="en-US"/>
              <a:t>Click to edit Master subtitle style</a:t>
            </a:r>
            <a:endParaRPr/>
          </a:p>
        </p:txBody>
      </p:sp>
      <p:sp>
        <p:nvSpPr>
          <p:cNvPr id="61" name="Google Shape;61;p5"/>
          <p:cNvSpPr txBox="1">
            <a:spLocks noGrp="1"/>
          </p:cNvSpPr>
          <p:nvPr>
            <p:ph type="subTitle" idx="4"/>
          </p:nvPr>
        </p:nvSpPr>
        <p:spPr>
          <a:xfrm>
            <a:off x="6301200" y="1843667"/>
            <a:ext cx="4930800" cy="652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2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200"/>
              <a:buFont typeface="EB Garamond"/>
              <a:buNone/>
              <a:defRPr sz="2933" b="1">
                <a:latin typeface="EB Garamond"/>
                <a:ea typeface="EB Garamond"/>
                <a:cs typeface="EB Garamond"/>
                <a:sym typeface="EB Garamond"/>
              </a:defRPr>
            </a:lvl2pPr>
            <a:lvl3pPr lvl="2" rtl="0">
              <a:lnSpc>
                <a:spcPct val="115000"/>
              </a:lnSpc>
              <a:spcBef>
                <a:spcPts val="0"/>
              </a:spcBef>
              <a:spcAft>
                <a:spcPts val="0"/>
              </a:spcAft>
              <a:buSzPts val="2200"/>
              <a:buFont typeface="EB Garamond"/>
              <a:buNone/>
              <a:defRPr sz="2933" b="1">
                <a:latin typeface="EB Garamond"/>
                <a:ea typeface="EB Garamond"/>
                <a:cs typeface="EB Garamond"/>
                <a:sym typeface="EB Garamond"/>
              </a:defRPr>
            </a:lvl3pPr>
            <a:lvl4pPr lvl="3" rtl="0">
              <a:lnSpc>
                <a:spcPct val="115000"/>
              </a:lnSpc>
              <a:spcBef>
                <a:spcPts val="0"/>
              </a:spcBef>
              <a:spcAft>
                <a:spcPts val="0"/>
              </a:spcAft>
              <a:buSzPts val="2200"/>
              <a:buFont typeface="EB Garamond"/>
              <a:buNone/>
              <a:defRPr sz="2933" b="1">
                <a:latin typeface="EB Garamond"/>
                <a:ea typeface="EB Garamond"/>
                <a:cs typeface="EB Garamond"/>
                <a:sym typeface="EB Garamond"/>
              </a:defRPr>
            </a:lvl4pPr>
            <a:lvl5pPr lvl="4" rtl="0">
              <a:lnSpc>
                <a:spcPct val="115000"/>
              </a:lnSpc>
              <a:spcBef>
                <a:spcPts val="0"/>
              </a:spcBef>
              <a:spcAft>
                <a:spcPts val="0"/>
              </a:spcAft>
              <a:buSzPts val="2200"/>
              <a:buFont typeface="EB Garamond"/>
              <a:buNone/>
              <a:defRPr sz="2933" b="1">
                <a:latin typeface="EB Garamond"/>
                <a:ea typeface="EB Garamond"/>
                <a:cs typeface="EB Garamond"/>
                <a:sym typeface="EB Garamond"/>
              </a:defRPr>
            </a:lvl5pPr>
            <a:lvl6pPr lvl="5" rtl="0">
              <a:lnSpc>
                <a:spcPct val="115000"/>
              </a:lnSpc>
              <a:spcBef>
                <a:spcPts val="0"/>
              </a:spcBef>
              <a:spcAft>
                <a:spcPts val="0"/>
              </a:spcAft>
              <a:buSzPts val="2200"/>
              <a:buFont typeface="EB Garamond"/>
              <a:buNone/>
              <a:defRPr sz="2933" b="1">
                <a:latin typeface="EB Garamond"/>
                <a:ea typeface="EB Garamond"/>
                <a:cs typeface="EB Garamond"/>
                <a:sym typeface="EB Garamond"/>
              </a:defRPr>
            </a:lvl6pPr>
            <a:lvl7pPr lvl="6" rtl="0">
              <a:lnSpc>
                <a:spcPct val="115000"/>
              </a:lnSpc>
              <a:spcBef>
                <a:spcPts val="0"/>
              </a:spcBef>
              <a:spcAft>
                <a:spcPts val="0"/>
              </a:spcAft>
              <a:buSzPts val="2200"/>
              <a:buFont typeface="EB Garamond"/>
              <a:buNone/>
              <a:defRPr sz="2933" b="1">
                <a:latin typeface="EB Garamond"/>
                <a:ea typeface="EB Garamond"/>
                <a:cs typeface="EB Garamond"/>
                <a:sym typeface="EB Garamond"/>
              </a:defRPr>
            </a:lvl7pPr>
            <a:lvl8pPr lvl="7" rtl="0">
              <a:lnSpc>
                <a:spcPct val="115000"/>
              </a:lnSpc>
              <a:spcBef>
                <a:spcPts val="0"/>
              </a:spcBef>
              <a:spcAft>
                <a:spcPts val="0"/>
              </a:spcAft>
              <a:buSzPts val="2200"/>
              <a:buFont typeface="EB Garamond"/>
              <a:buNone/>
              <a:defRPr sz="2933" b="1">
                <a:latin typeface="EB Garamond"/>
                <a:ea typeface="EB Garamond"/>
                <a:cs typeface="EB Garamond"/>
                <a:sym typeface="EB Garamond"/>
              </a:defRPr>
            </a:lvl8pPr>
            <a:lvl9pPr lvl="8" rtl="0">
              <a:lnSpc>
                <a:spcPct val="115000"/>
              </a:lnSpc>
              <a:spcBef>
                <a:spcPts val="0"/>
              </a:spcBef>
              <a:spcAft>
                <a:spcPts val="0"/>
              </a:spcAft>
              <a:buSzPts val="2200"/>
              <a:buFont typeface="EB Garamond"/>
              <a:buNone/>
              <a:defRPr sz="2933" b="1">
                <a:latin typeface="EB Garamond"/>
                <a:ea typeface="EB Garamond"/>
                <a:cs typeface="EB Garamond"/>
                <a:sym typeface="EB Garamond"/>
              </a:defRPr>
            </a:lvl9pPr>
          </a:lstStyle>
          <a:p>
            <a:r>
              <a:rPr lang="en-US"/>
              <a:t>Click to edit Master subtitle style</a:t>
            </a:r>
            <a:endParaRPr/>
          </a:p>
        </p:txBody>
      </p:sp>
      <p:pic>
        <p:nvPicPr>
          <p:cNvPr id="62" name="Google Shape;62;p5"/>
          <p:cNvPicPr preferRelativeResize="0"/>
          <p:nvPr/>
        </p:nvPicPr>
        <p:blipFill>
          <a:blip r:embed="rId3">
            <a:alphaModFix/>
          </a:blip>
          <a:stretch>
            <a:fillRect/>
          </a:stretch>
        </p:blipFill>
        <p:spPr>
          <a:xfrm rot="-7666905">
            <a:off x="5738240" y="4957729"/>
            <a:ext cx="5321497" cy="5793939"/>
          </a:xfrm>
          <a:prstGeom prst="rect">
            <a:avLst/>
          </a:prstGeom>
          <a:noFill/>
          <a:ln>
            <a:noFill/>
          </a:ln>
        </p:spPr>
      </p:pic>
      <p:grpSp>
        <p:nvGrpSpPr>
          <p:cNvPr id="63" name="Google Shape;63;p5"/>
          <p:cNvGrpSpPr/>
          <p:nvPr/>
        </p:nvGrpSpPr>
        <p:grpSpPr>
          <a:xfrm>
            <a:off x="4828653" y="-745529"/>
            <a:ext cx="7363360" cy="8447776"/>
            <a:chOff x="3621490" y="-559147"/>
            <a:chExt cx="5522520" cy="6335832"/>
          </a:xfrm>
        </p:grpSpPr>
        <p:pic>
          <p:nvPicPr>
            <p:cNvPr id="64" name="Google Shape;64;p5"/>
            <p:cNvPicPr preferRelativeResize="0"/>
            <p:nvPr/>
          </p:nvPicPr>
          <p:blipFill>
            <a:blip r:embed="rId4">
              <a:alphaModFix/>
            </a:blip>
            <a:stretch>
              <a:fillRect/>
            </a:stretch>
          </p:blipFill>
          <p:spPr>
            <a:xfrm rot="-1613369">
              <a:off x="7695024" y="4643452"/>
              <a:ext cx="1320890" cy="882225"/>
            </a:xfrm>
            <a:prstGeom prst="rect">
              <a:avLst/>
            </a:prstGeom>
            <a:noFill/>
            <a:ln>
              <a:noFill/>
            </a:ln>
          </p:spPr>
        </p:pic>
        <p:pic>
          <p:nvPicPr>
            <p:cNvPr id="65" name="Google Shape;65;p5"/>
            <p:cNvPicPr preferRelativeResize="0"/>
            <p:nvPr/>
          </p:nvPicPr>
          <p:blipFill>
            <a:blip r:embed="rId5">
              <a:alphaModFix/>
            </a:blip>
            <a:stretch>
              <a:fillRect/>
            </a:stretch>
          </p:blipFill>
          <p:spPr>
            <a:xfrm rot="10800000">
              <a:off x="3621490" y="-559147"/>
              <a:ext cx="796600" cy="882224"/>
            </a:xfrm>
            <a:prstGeom prst="rect">
              <a:avLst/>
            </a:prstGeom>
            <a:noFill/>
            <a:ln>
              <a:noFill/>
            </a:ln>
          </p:spPr>
        </p:pic>
      </p:grpSp>
      <p:grpSp>
        <p:nvGrpSpPr>
          <p:cNvPr id="66" name="Google Shape;66;p5"/>
          <p:cNvGrpSpPr/>
          <p:nvPr/>
        </p:nvGrpSpPr>
        <p:grpSpPr>
          <a:xfrm>
            <a:off x="-2563465" y="-3170697"/>
            <a:ext cx="16013960" cy="11795593"/>
            <a:chOff x="-1922599" y="-2378023"/>
            <a:chExt cx="12010470" cy="8846695"/>
          </a:xfrm>
        </p:grpSpPr>
        <p:pic>
          <p:nvPicPr>
            <p:cNvPr id="67" name="Google Shape;67;p5"/>
            <p:cNvPicPr preferRelativeResize="0"/>
            <p:nvPr/>
          </p:nvPicPr>
          <p:blipFill>
            <a:blip r:embed="rId6">
              <a:alphaModFix/>
            </a:blip>
            <a:stretch>
              <a:fillRect/>
            </a:stretch>
          </p:blipFill>
          <p:spPr>
            <a:xfrm rot="-7427685">
              <a:off x="7632471" y="-1010673"/>
              <a:ext cx="2308577" cy="1586146"/>
            </a:xfrm>
            <a:prstGeom prst="rect">
              <a:avLst/>
            </a:prstGeom>
            <a:noFill/>
            <a:ln>
              <a:noFill/>
            </a:ln>
          </p:spPr>
        </p:pic>
        <p:grpSp>
          <p:nvGrpSpPr>
            <p:cNvPr id="68" name="Google Shape;68;p5"/>
            <p:cNvGrpSpPr/>
            <p:nvPr/>
          </p:nvGrpSpPr>
          <p:grpSpPr>
            <a:xfrm>
              <a:off x="-1922599" y="-2378023"/>
              <a:ext cx="3747552" cy="8846695"/>
              <a:chOff x="-1922599" y="-2378023"/>
              <a:chExt cx="3747552" cy="8846695"/>
            </a:xfrm>
          </p:grpSpPr>
          <p:pic>
            <p:nvPicPr>
              <p:cNvPr id="69" name="Google Shape;69;p5"/>
              <p:cNvPicPr preferRelativeResize="0"/>
              <p:nvPr/>
            </p:nvPicPr>
            <p:blipFill>
              <a:blip r:embed="rId7">
                <a:alphaModFix/>
              </a:blip>
              <a:stretch>
                <a:fillRect/>
              </a:stretch>
            </p:blipFill>
            <p:spPr>
              <a:xfrm rot="-7392115">
                <a:off x="-1779951" y="3892504"/>
                <a:ext cx="2763477" cy="1835111"/>
              </a:xfrm>
              <a:prstGeom prst="rect">
                <a:avLst/>
              </a:prstGeom>
              <a:noFill/>
              <a:ln>
                <a:noFill/>
              </a:ln>
            </p:spPr>
          </p:pic>
          <p:pic>
            <p:nvPicPr>
              <p:cNvPr id="70" name="Google Shape;70;p5"/>
              <p:cNvPicPr preferRelativeResize="0"/>
              <p:nvPr/>
            </p:nvPicPr>
            <p:blipFill>
              <a:blip r:embed="rId8">
                <a:alphaModFix amt="76000"/>
              </a:blip>
              <a:stretch>
                <a:fillRect/>
              </a:stretch>
            </p:blipFill>
            <p:spPr>
              <a:xfrm rot="-5400000">
                <a:off x="-1730709" y="-2442909"/>
                <a:ext cx="3490775" cy="3620548"/>
              </a:xfrm>
              <a:prstGeom prst="rect">
                <a:avLst/>
              </a:prstGeom>
              <a:noFill/>
              <a:ln>
                <a:noFill/>
              </a:ln>
            </p:spPr>
          </p:pic>
        </p:grpSp>
      </p:grpSp>
      <p:grpSp>
        <p:nvGrpSpPr>
          <p:cNvPr id="71" name="Google Shape;71;p5"/>
          <p:cNvGrpSpPr/>
          <p:nvPr/>
        </p:nvGrpSpPr>
        <p:grpSpPr>
          <a:xfrm>
            <a:off x="-851653" y="1213938"/>
            <a:ext cx="14263191" cy="1871527"/>
            <a:chOff x="-638740" y="910453"/>
            <a:chExt cx="10697393" cy="1403645"/>
          </a:xfrm>
        </p:grpSpPr>
        <p:pic>
          <p:nvPicPr>
            <p:cNvPr id="72" name="Google Shape;72;p5"/>
            <p:cNvPicPr preferRelativeResize="0"/>
            <p:nvPr/>
          </p:nvPicPr>
          <p:blipFill>
            <a:blip r:embed="rId9">
              <a:alphaModFix/>
            </a:blip>
            <a:stretch>
              <a:fillRect/>
            </a:stretch>
          </p:blipFill>
          <p:spPr>
            <a:xfrm rot="10800000">
              <a:off x="-638740" y="910453"/>
              <a:ext cx="1043875" cy="961900"/>
            </a:xfrm>
            <a:prstGeom prst="rect">
              <a:avLst/>
            </a:prstGeom>
            <a:noFill/>
            <a:ln>
              <a:noFill/>
            </a:ln>
          </p:spPr>
        </p:pic>
        <p:pic>
          <p:nvPicPr>
            <p:cNvPr id="73" name="Google Shape;73;p5"/>
            <p:cNvPicPr preferRelativeResize="0"/>
            <p:nvPr/>
          </p:nvPicPr>
          <p:blipFill>
            <a:blip r:embed="rId10">
              <a:alphaModFix/>
            </a:blip>
            <a:stretch>
              <a:fillRect/>
            </a:stretch>
          </p:blipFill>
          <p:spPr>
            <a:xfrm>
              <a:off x="8731803" y="1069113"/>
              <a:ext cx="1326850" cy="1244986"/>
            </a:xfrm>
            <a:prstGeom prst="rect">
              <a:avLst/>
            </a:prstGeom>
            <a:noFill/>
            <a:ln>
              <a:noFill/>
            </a:ln>
          </p:spPr>
        </p:pic>
      </p:grpSp>
    </p:spTree>
    <p:extLst>
      <p:ext uri="{BB962C8B-B14F-4D97-AF65-F5344CB8AC3E}">
        <p14:creationId xmlns:p14="http://schemas.microsoft.com/office/powerpoint/2010/main" val="222331798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4"/>
        <p:cNvGrpSpPr/>
        <p:nvPr/>
      </p:nvGrpSpPr>
      <p:grpSpPr>
        <a:xfrm>
          <a:off x="0" y="0"/>
          <a:ext cx="0" cy="0"/>
          <a:chOff x="0" y="0"/>
          <a:chExt cx="0" cy="0"/>
        </a:xfrm>
      </p:grpSpPr>
      <p:pic>
        <p:nvPicPr>
          <p:cNvPr id="75" name="Google Shape;75;p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76" name="Google Shape;76;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77" name="Google Shape;77;p6"/>
          <p:cNvPicPr preferRelativeResize="0"/>
          <p:nvPr/>
        </p:nvPicPr>
        <p:blipFill>
          <a:blip r:embed="rId3">
            <a:alphaModFix/>
          </a:blip>
          <a:stretch>
            <a:fillRect/>
          </a:stretch>
        </p:blipFill>
        <p:spPr>
          <a:xfrm>
            <a:off x="8313555" y="2893000"/>
            <a:ext cx="6418336" cy="6988131"/>
          </a:xfrm>
          <a:prstGeom prst="rect">
            <a:avLst/>
          </a:prstGeom>
          <a:noFill/>
          <a:ln>
            <a:noFill/>
          </a:ln>
        </p:spPr>
      </p:pic>
      <p:pic>
        <p:nvPicPr>
          <p:cNvPr id="78" name="Google Shape;78;p6"/>
          <p:cNvPicPr preferRelativeResize="0"/>
          <p:nvPr/>
        </p:nvPicPr>
        <p:blipFill>
          <a:blip r:embed="rId4">
            <a:alphaModFix/>
          </a:blip>
          <a:stretch>
            <a:fillRect/>
          </a:stretch>
        </p:blipFill>
        <p:spPr>
          <a:xfrm>
            <a:off x="5751101" y="6288801"/>
            <a:ext cx="2913268" cy="1683967"/>
          </a:xfrm>
          <a:prstGeom prst="rect">
            <a:avLst/>
          </a:prstGeom>
          <a:noFill/>
          <a:ln>
            <a:noFill/>
          </a:ln>
        </p:spPr>
      </p:pic>
      <p:pic>
        <p:nvPicPr>
          <p:cNvPr id="79" name="Google Shape;79;p6"/>
          <p:cNvPicPr preferRelativeResize="0"/>
          <p:nvPr/>
        </p:nvPicPr>
        <p:blipFill>
          <a:blip r:embed="rId5">
            <a:alphaModFix/>
          </a:blip>
          <a:stretch>
            <a:fillRect/>
          </a:stretch>
        </p:blipFill>
        <p:spPr>
          <a:xfrm rot="7293761">
            <a:off x="11581637" y="3680534"/>
            <a:ext cx="1136500" cy="1258665"/>
          </a:xfrm>
          <a:prstGeom prst="rect">
            <a:avLst/>
          </a:prstGeom>
          <a:noFill/>
          <a:ln>
            <a:noFill/>
          </a:ln>
        </p:spPr>
      </p:pic>
      <p:grpSp>
        <p:nvGrpSpPr>
          <p:cNvPr id="80" name="Google Shape;80;p6"/>
          <p:cNvGrpSpPr/>
          <p:nvPr/>
        </p:nvGrpSpPr>
        <p:grpSpPr>
          <a:xfrm>
            <a:off x="-3981055" y="-2728189"/>
            <a:ext cx="18642408" cy="12030144"/>
            <a:chOff x="-2985791" y="-2046142"/>
            <a:chExt cx="13981806" cy="9022608"/>
          </a:xfrm>
        </p:grpSpPr>
        <p:pic>
          <p:nvPicPr>
            <p:cNvPr id="81" name="Google Shape;81;p6"/>
            <p:cNvPicPr preferRelativeResize="0"/>
            <p:nvPr/>
          </p:nvPicPr>
          <p:blipFill>
            <a:blip r:embed="rId6">
              <a:alphaModFix/>
            </a:blip>
            <a:stretch>
              <a:fillRect/>
            </a:stretch>
          </p:blipFill>
          <p:spPr>
            <a:xfrm rot="3069595">
              <a:off x="7600098" y="-1204751"/>
              <a:ext cx="3167267" cy="2103248"/>
            </a:xfrm>
            <a:prstGeom prst="rect">
              <a:avLst/>
            </a:prstGeom>
            <a:noFill/>
            <a:ln>
              <a:noFill/>
            </a:ln>
          </p:spPr>
        </p:pic>
        <p:pic>
          <p:nvPicPr>
            <p:cNvPr id="82" name="Google Shape;82;p6"/>
            <p:cNvPicPr preferRelativeResize="0"/>
            <p:nvPr/>
          </p:nvPicPr>
          <p:blipFill>
            <a:blip r:embed="rId7">
              <a:alphaModFix/>
            </a:blip>
            <a:stretch>
              <a:fillRect/>
            </a:stretch>
          </p:blipFill>
          <p:spPr>
            <a:xfrm rot="6438708">
              <a:off x="-2530091" y="-1473399"/>
              <a:ext cx="3167276" cy="3284995"/>
            </a:xfrm>
            <a:prstGeom prst="rect">
              <a:avLst/>
            </a:prstGeom>
            <a:noFill/>
            <a:ln>
              <a:noFill/>
            </a:ln>
          </p:spPr>
        </p:pic>
        <p:pic>
          <p:nvPicPr>
            <p:cNvPr id="83" name="Google Shape;83;p6"/>
            <p:cNvPicPr preferRelativeResize="0"/>
            <p:nvPr/>
          </p:nvPicPr>
          <p:blipFill>
            <a:blip r:embed="rId6">
              <a:alphaModFix/>
            </a:blip>
            <a:stretch>
              <a:fillRect/>
            </a:stretch>
          </p:blipFill>
          <p:spPr>
            <a:xfrm rot="-6935066">
              <a:off x="-1650952" y="4042348"/>
              <a:ext cx="3167269" cy="2103249"/>
            </a:xfrm>
            <a:prstGeom prst="rect">
              <a:avLst/>
            </a:prstGeom>
            <a:noFill/>
            <a:ln>
              <a:noFill/>
            </a:ln>
          </p:spPr>
        </p:pic>
      </p:grpSp>
      <p:grpSp>
        <p:nvGrpSpPr>
          <p:cNvPr id="84" name="Google Shape;84;p6"/>
          <p:cNvGrpSpPr/>
          <p:nvPr/>
        </p:nvGrpSpPr>
        <p:grpSpPr>
          <a:xfrm>
            <a:off x="5028902" y="-979803"/>
            <a:ext cx="4949737" cy="8727965"/>
            <a:chOff x="3771676" y="-734852"/>
            <a:chExt cx="3712303" cy="6545974"/>
          </a:xfrm>
        </p:grpSpPr>
        <p:pic>
          <p:nvPicPr>
            <p:cNvPr id="85" name="Google Shape;85;p6"/>
            <p:cNvPicPr preferRelativeResize="0"/>
            <p:nvPr/>
          </p:nvPicPr>
          <p:blipFill>
            <a:blip r:embed="rId8">
              <a:alphaModFix amt="87000"/>
            </a:blip>
            <a:stretch>
              <a:fillRect/>
            </a:stretch>
          </p:blipFill>
          <p:spPr>
            <a:xfrm>
              <a:off x="6440103" y="-734852"/>
              <a:ext cx="1043875" cy="961900"/>
            </a:xfrm>
            <a:prstGeom prst="rect">
              <a:avLst/>
            </a:prstGeom>
            <a:noFill/>
            <a:ln>
              <a:noFill/>
            </a:ln>
          </p:spPr>
        </p:pic>
        <p:pic>
          <p:nvPicPr>
            <p:cNvPr id="86" name="Google Shape;86;p6"/>
            <p:cNvPicPr preferRelativeResize="0"/>
            <p:nvPr/>
          </p:nvPicPr>
          <p:blipFill>
            <a:blip r:embed="rId9">
              <a:alphaModFix amt="54000"/>
            </a:blip>
            <a:stretch>
              <a:fillRect/>
            </a:stretch>
          </p:blipFill>
          <p:spPr>
            <a:xfrm>
              <a:off x="3771676" y="4831650"/>
              <a:ext cx="1043876" cy="979472"/>
            </a:xfrm>
            <a:prstGeom prst="rect">
              <a:avLst/>
            </a:prstGeom>
            <a:noFill/>
            <a:ln>
              <a:noFill/>
            </a:ln>
          </p:spPr>
        </p:pic>
      </p:grpSp>
    </p:spTree>
    <p:extLst>
      <p:ext uri="{BB962C8B-B14F-4D97-AF65-F5344CB8AC3E}">
        <p14:creationId xmlns:p14="http://schemas.microsoft.com/office/powerpoint/2010/main" val="42191701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99"/>
        <p:cNvGrpSpPr/>
        <p:nvPr/>
      </p:nvGrpSpPr>
      <p:grpSpPr>
        <a:xfrm>
          <a:off x="0" y="0"/>
          <a:ext cx="0" cy="0"/>
          <a:chOff x="0" y="0"/>
          <a:chExt cx="0" cy="0"/>
        </a:xfrm>
      </p:grpSpPr>
      <p:pic>
        <p:nvPicPr>
          <p:cNvPr id="100" name="Google Shape;100;p8"/>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01" name="Google Shape;101;p8"/>
          <p:cNvSpPr txBox="1">
            <a:spLocks noGrp="1"/>
          </p:cNvSpPr>
          <p:nvPr>
            <p:ph type="title"/>
          </p:nvPr>
        </p:nvSpPr>
        <p:spPr>
          <a:xfrm>
            <a:off x="2192600" y="2374467"/>
            <a:ext cx="7806800" cy="16012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4800"/>
              <a:buNone/>
              <a:defRPr sz="8000"/>
            </a:lvl1pPr>
            <a:lvl2pPr lvl="1">
              <a:spcBef>
                <a:spcPts val="0"/>
              </a:spcBef>
              <a:spcAft>
                <a:spcPts val="0"/>
              </a:spcAft>
              <a:buSzPts val="4800"/>
              <a:buFont typeface="EB Garamond"/>
              <a:buNone/>
              <a:defRPr sz="6400">
                <a:latin typeface="EB Garamond"/>
                <a:ea typeface="EB Garamond"/>
                <a:cs typeface="EB Garamond"/>
                <a:sym typeface="EB Garamond"/>
              </a:defRPr>
            </a:lvl2pPr>
            <a:lvl3pPr lvl="2">
              <a:spcBef>
                <a:spcPts val="0"/>
              </a:spcBef>
              <a:spcAft>
                <a:spcPts val="0"/>
              </a:spcAft>
              <a:buSzPts val="4800"/>
              <a:buFont typeface="EB Garamond"/>
              <a:buNone/>
              <a:defRPr sz="6400">
                <a:latin typeface="EB Garamond"/>
                <a:ea typeface="EB Garamond"/>
                <a:cs typeface="EB Garamond"/>
                <a:sym typeface="EB Garamond"/>
              </a:defRPr>
            </a:lvl3pPr>
            <a:lvl4pPr lvl="3">
              <a:spcBef>
                <a:spcPts val="0"/>
              </a:spcBef>
              <a:spcAft>
                <a:spcPts val="0"/>
              </a:spcAft>
              <a:buSzPts val="4800"/>
              <a:buFont typeface="EB Garamond"/>
              <a:buNone/>
              <a:defRPr sz="6400">
                <a:latin typeface="EB Garamond"/>
                <a:ea typeface="EB Garamond"/>
                <a:cs typeface="EB Garamond"/>
                <a:sym typeface="EB Garamond"/>
              </a:defRPr>
            </a:lvl4pPr>
            <a:lvl5pPr lvl="4">
              <a:spcBef>
                <a:spcPts val="0"/>
              </a:spcBef>
              <a:spcAft>
                <a:spcPts val="0"/>
              </a:spcAft>
              <a:buSzPts val="4800"/>
              <a:buFont typeface="EB Garamond"/>
              <a:buNone/>
              <a:defRPr sz="6400">
                <a:latin typeface="EB Garamond"/>
                <a:ea typeface="EB Garamond"/>
                <a:cs typeface="EB Garamond"/>
                <a:sym typeface="EB Garamond"/>
              </a:defRPr>
            </a:lvl5pPr>
            <a:lvl6pPr lvl="5">
              <a:spcBef>
                <a:spcPts val="0"/>
              </a:spcBef>
              <a:spcAft>
                <a:spcPts val="0"/>
              </a:spcAft>
              <a:buSzPts val="4800"/>
              <a:buFont typeface="EB Garamond"/>
              <a:buNone/>
              <a:defRPr sz="6400">
                <a:latin typeface="EB Garamond"/>
                <a:ea typeface="EB Garamond"/>
                <a:cs typeface="EB Garamond"/>
                <a:sym typeface="EB Garamond"/>
              </a:defRPr>
            </a:lvl6pPr>
            <a:lvl7pPr lvl="6">
              <a:spcBef>
                <a:spcPts val="0"/>
              </a:spcBef>
              <a:spcAft>
                <a:spcPts val="0"/>
              </a:spcAft>
              <a:buSzPts val="4800"/>
              <a:buFont typeface="EB Garamond"/>
              <a:buNone/>
              <a:defRPr sz="6400">
                <a:latin typeface="EB Garamond"/>
                <a:ea typeface="EB Garamond"/>
                <a:cs typeface="EB Garamond"/>
                <a:sym typeface="EB Garamond"/>
              </a:defRPr>
            </a:lvl7pPr>
            <a:lvl8pPr lvl="7">
              <a:spcBef>
                <a:spcPts val="0"/>
              </a:spcBef>
              <a:spcAft>
                <a:spcPts val="0"/>
              </a:spcAft>
              <a:buSzPts val="4800"/>
              <a:buFont typeface="EB Garamond"/>
              <a:buNone/>
              <a:defRPr sz="6400">
                <a:latin typeface="EB Garamond"/>
                <a:ea typeface="EB Garamond"/>
                <a:cs typeface="EB Garamond"/>
                <a:sym typeface="EB Garamond"/>
              </a:defRPr>
            </a:lvl8pPr>
            <a:lvl9pPr lvl="8">
              <a:spcBef>
                <a:spcPts val="0"/>
              </a:spcBef>
              <a:spcAft>
                <a:spcPts val="0"/>
              </a:spcAft>
              <a:buSzPts val="4800"/>
              <a:buFont typeface="EB Garamond"/>
              <a:buNone/>
              <a:defRPr sz="6400">
                <a:latin typeface="EB Garamond"/>
                <a:ea typeface="EB Garamond"/>
                <a:cs typeface="EB Garamond"/>
                <a:sym typeface="EB Garamond"/>
              </a:defRPr>
            </a:lvl9pPr>
          </a:lstStyle>
          <a:p>
            <a:r>
              <a:rPr lang="en-US"/>
              <a:t>Click to edit Master title style</a:t>
            </a:r>
            <a:endParaRPr/>
          </a:p>
        </p:txBody>
      </p:sp>
      <p:grpSp>
        <p:nvGrpSpPr>
          <p:cNvPr id="102" name="Google Shape;102;p8"/>
          <p:cNvGrpSpPr/>
          <p:nvPr/>
        </p:nvGrpSpPr>
        <p:grpSpPr>
          <a:xfrm>
            <a:off x="-2610199" y="-2518379"/>
            <a:ext cx="8961673" cy="13714645"/>
            <a:chOff x="-1957650" y="-1888784"/>
            <a:chExt cx="6721255" cy="10285984"/>
          </a:xfrm>
        </p:grpSpPr>
        <p:pic>
          <p:nvPicPr>
            <p:cNvPr id="103" name="Google Shape;103;p8"/>
            <p:cNvPicPr preferRelativeResize="0"/>
            <p:nvPr/>
          </p:nvPicPr>
          <p:blipFill>
            <a:blip r:embed="rId3">
              <a:alphaModFix/>
            </a:blip>
            <a:stretch>
              <a:fillRect/>
            </a:stretch>
          </p:blipFill>
          <p:spPr>
            <a:xfrm rot="7666905" flipH="1">
              <a:off x="-171763" y="3316147"/>
              <a:ext cx="3991123" cy="4345454"/>
            </a:xfrm>
            <a:prstGeom prst="rect">
              <a:avLst/>
            </a:prstGeom>
            <a:noFill/>
            <a:ln>
              <a:noFill/>
            </a:ln>
          </p:spPr>
        </p:pic>
        <p:pic>
          <p:nvPicPr>
            <p:cNvPr id="104" name="Google Shape;104;p8"/>
            <p:cNvPicPr preferRelativeResize="0"/>
            <p:nvPr/>
          </p:nvPicPr>
          <p:blipFill>
            <a:blip r:embed="rId3">
              <a:alphaModFix/>
            </a:blip>
            <a:stretch>
              <a:fillRect/>
            </a:stretch>
          </p:blipFill>
          <p:spPr>
            <a:xfrm rot="-5400000" flipH="1">
              <a:off x="-1780484" y="-2065950"/>
              <a:ext cx="3991120" cy="4345452"/>
            </a:xfrm>
            <a:prstGeom prst="rect">
              <a:avLst/>
            </a:prstGeom>
            <a:noFill/>
            <a:ln>
              <a:noFill/>
            </a:ln>
          </p:spPr>
        </p:pic>
      </p:grpSp>
      <p:pic>
        <p:nvPicPr>
          <p:cNvPr id="105" name="Google Shape;105;p8"/>
          <p:cNvPicPr preferRelativeResize="0"/>
          <p:nvPr/>
        </p:nvPicPr>
        <p:blipFill>
          <a:blip r:embed="rId4">
            <a:alphaModFix/>
          </a:blip>
          <a:stretch>
            <a:fillRect/>
          </a:stretch>
        </p:blipFill>
        <p:spPr>
          <a:xfrm rot="10800000" flipH="1">
            <a:off x="6618455" y="-671596"/>
            <a:ext cx="1391833" cy="1282533"/>
          </a:xfrm>
          <a:prstGeom prst="rect">
            <a:avLst/>
          </a:prstGeom>
          <a:noFill/>
          <a:ln>
            <a:noFill/>
          </a:ln>
        </p:spPr>
      </p:pic>
      <p:grpSp>
        <p:nvGrpSpPr>
          <p:cNvPr id="106" name="Google Shape;106;p8"/>
          <p:cNvGrpSpPr/>
          <p:nvPr/>
        </p:nvGrpSpPr>
        <p:grpSpPr>
          <a:xfrm>
            <a:off x="-379321" y="-846111"/>
            <a:ext cx="7317020" cy="7339523"/>
            <a:chOff x="-284491" y="-634583"/>
            <a:chExt cx="5487765" cy="5504642"/>
          </a:xfrm>
        </p:grpSpPr>
        <p:pic>
          <p:nvPicPr>
            <p:cNvPr id="107" name="Google Shape;107;p8"/>
            <p:cNvPicPr preferRelativeResize="0"/>
            <p:nvPr/>
          </p:nvPicPr>
          <p:blipFill>
            <a:blip r:embed="rId5">
              <a:alphaModFix/>
            </a:blip>
            <a:stretch>
              <a:fillRect/>
            </a:stretch>
          </p:blipFill>
          <p:spPr>
            <a:xfrm rot="1613369" flipH="1">
              <a:off x="249100" y="3736827"/>
              <a:ext cx="1320890" cy="882225"/>
            </a:xfrm>
            <a:prstGeom prst="rect">
              <a:avLst/>
            </a:prstGeom>
            <a:noFill/>
            <a:ln>
              <a:noFill/>
            </a:ln>
          </p:spPr>
        </p:pic>
        <p:pic>
          <p:nvPicPr>
            <p:cNvPr id="108" name="Google Shape;108;p8"/>
            <p:cNvPicPr preferRelativeResize="0"/>
            <p:nvPr/>
          </p:nvPicPr>
          <p:blipFill>
            <a:blip r:embed="rId6">
              <a:alphaModFix/>
            </a:blip>
            <a:stretch>
              <a:fillRect/>
            </a:stretch>
          </p:blipFill>
          <p:spPr>
            <a:xfrm rot="7840044" flipH="1">
              <a:off x="-105851" y="-9485"/>
              <a:ext cx="2362876" cy="1556150"/>
            </a:xfrm>
            <a:prstGeom prst="rect">
              <a:avLst/>
            </a:prstGeom>
            <a:noFill/>
            <a:ln>
              <a:noFill/>
            </a:ln>
          </p:spPr>
        </p:pic>
        <p:pic>
          <p:nvPicPr>
            <p:cNvPr id="109" name="Google Shape;109;p8"/>
            <p:cNvPicPr preferRelativeResize="0"/>
            <p:nvPr/>
          </p:nvPicPr>
          <p:blipFill>
            <a:blip r:embed="rId7">
              <a:alphaModFix/>
            </a:blip>
            <a:stretch>
              <a:fillRect/>
            </a:stretch>
          </p:blipFill>
          <p:spPr>
            <a:xfrm rot="10800000" flipH="1">
              <a:off x="4406674" y="-334335"/>
              <a:ext cx="796600" cy="882224"/>
            </a:xfrm>
            <a:prstGeom prst="rect">
              <a:avLst/>
            </a:prstGeom>
            <a:noFill/>
            <a:ln>
              <a:noFill/>
            </a:ln>
          </p:spPr>
        </p:pic>
      </p:grpSp>
      <p:grpSp>
        <p:nvGrpSpPr>
          <p:cNvPr id="110" name="Google Shape;110;p8"/>
          <p:cNvGrpSpPr/>
          <p:nvPr/>
        </p:nvGrpSpPr>
        <p:grpSpPr>
          <a:xfrm>
            <a:off x="-2610200" y="-2789697"/>
            <a:ext cx="17822819" cy="13720929"/>
            <a:chOff x="-1957650" y="-2092273"/>
            <a:chExt cx="13367114" cy="10290697"/>
          </a:xfrm>
        </p:grpSpPr>
        <p:pic>
          <p:nvPicPr>
            <p:cNvPr id="111" name="Google Shape;111;p8"/>
            <p:cNvPicPr preferRelativeResize="0"/>
            <p:nvPr/>
          </p:nvPicPr>
          <p:blipFill>
            <a:blip r:embed="rId8">
              <a:alphaModFix amt="75000"/>
            </a:blip>
            <a:stretch>
              <a:fillRect/>
            </a:stretch>
          </p:blipFill>
          <p:spPr>
            <a:xfrm rot="-10799956" flipH="1">
              <a:off x="-1957650" y="857009"/>
              <a:ext cx="3055850" cy="2099585"/>
            </a:xfrm>
            <a:prstGeom prst="rect">
              <a:avLst/>
            </a:prstGeom>
            <a:noFill/>
            <a:ln>
              <a:noFill/>
            </a:ln>
          </p:spPr>
        </p:pic>
        <p:pic>
          <p:nvPicPr>
            <p:cNvPr id="112" name="Google Shape;112;p8"/>
            <p:cNvPicPr preferRelativeResize="0"/>
            <p:nvPr/>
          </p:nvPicPr>
          <p:blipFill>
            <a:blip r:embed="rId9">
              <a:alphaModFix/>
            </a:blip>
            <a:stretch>
              <a:fillRect/>
            </a:stretch>
          </p:blipFill>
          <p:spPr>
            <a:xfrm rot="7392123" flipH="1">
              <a:off x="6661918" y="3989918"/>
              <a:ext cx="4514503" cy="2997899"/>
            </a:xfrm>
            <a:prstGeom prst="rect">
              <a:avLst/>
            </a:prstGeom>
            <a:noFill/>
            <a:ln>
              <a:noFill/>
            </a:ln>
          </p:spPr>
        </p:pic>
        <p:pic>
          <p:nvPicPr>
            <p:cNvPr id="113" name="Google Shape;113;p8"/>
            <p:cNvPicPr preferRelativeResize="0"/>
            <p:nvPr/>
          </p:nvPicPr>
          <p:blipFill>
            <a:blip r:embed="rId10">
              <a:alphaModFix amt="76000"/>
            </a:blip>
            <a:stretch>
              <a:fillRect/>
            </a:stretch>
          </p:blipFill>
          <p:spPr>
            <a:xfrm rot="5400000" flipH="1">
              <a:off x="6728673" y="-2157159"/>
              <a:ext cx="3490775" cy="3620548"/>
            </a:xfrm>
            <a:prstGeom prst="rect">
              <a:avLst/>
            </a:prstGeom>
            <a:noFill/>
            <a:ln>
              <a:noFill/>
            </a:ln>
          </p:spPr>
        </p:pic>
      </p:grpSp>
    </p:spTree>
    <p:extLst>
      <p:ext uri="{BB962C8B-B14F-4D97-AF65-F5344CB8AC3E}">
        <p14:creationId xmlns:p14="http://schemas.microsoft.com/office/powerpoint/2010/main" val="40483924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14"/>
        <p:cNvGrpSpPr/>
        <p:nvPr/>
      </p:nvGrpSpPr>
      <p:grpSpPr>
        <a:xfrm>
          <a:off x="0" y="0"/>
          <a:ext cx="0" cy="0"/>
          <a:chOff x="0" y="0"/>
          <a:chExt cx="0" cy="0"/>
        </a:xfrm>
      </p:grpSpPr>
      <p:pic>
        <p:nvPicPr>
          <p:cNvPr id="115" name="Google Shape;115;p9"/>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16" name="Google Shape;116;p9"/>
          <p:cNvSpPr txBox="1">
            <a:spLocks noGrp="1"/>
          </p:cNvSpPr>
          <p:nvPr>
            <p:ph type="title"/>
          </p:nvPr>
        </p:nvSpPr>
        <p:spPr>
          <a:xfrm>
            <a:off x="960000" y="1884700"/>
            <a:ext cx="5726400" cy="279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5333"/>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117" name="Google Shape;117;p9"/>
          <p:cNvSpPr txBox="1">
            <a:spLocks noGrp="1"/>
          </p:cNvSpPr>
          <p:nvPr>
            <p:ph type="subTitle" idx="1"/>
          </p:nvPr>
        </p:nvSpPr>
        <p:spPr>
          <a:xfrm>
            <a:off x="960000" y="4678400"/>
            <a:ext cx="5726400" cy="133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118" name="Google Shape;118;p9"/>
          <p:cNvGrpSpPr/>
          <p:nvPr/>
        </p:nvGrpSpPr>
        <p:grpSpPr>
          <a:xfrm rot="10800000">
            <a:off x="7380273" y="-2169685"/>
            <a:ext cx="7189711" cy="11118789"/>
            <a:chOff x="-1261435" y="-1947425"/>
            <a:chExt cx="5392283" cy="8339092"/>
          </a:xfrm>
        </p:grpSpPr>
        <p:pic>
          <p:nvPicPr>
            <p:cNvPr id="119" name="Google Shape;119;p9"/>
            <p:cNvPicPr preferRelativeResize="0"/>
            <p:nvPr/>
          </p:nvPicPr>
          <p:blipFill>
            <a:blip r:embed="rId3">
              <a:alphaModFix/>
            </a:blip>
            <a:stretch>
              <a:fillRect/>
            </a:stretch>
          </p:blipFill>
          <p:spPr>
            <a:xfrm flipH="1">
              <a:off x="963581" y="-1947425"/>
              <a:ext cx="3167267" cy="2103247"/>
            </a:xfrm>
            <a:prstGeom prst="rect">
              <a:avLst/>
            </a:prstGeom>
            <a:noFill/>
            <a:ln>
              <a:noFill/>
            </a:ln>
          </p:spPr>
        </p:pic>
        <p:pic>
          <p:nvPicPr>
            <p:cNvPr id="120" name="Google Shape;120;p9"/>
            <p:cNvPicPr preferRelativeResize="0"/>
            <p:nvPr/>
          </p:nvPicPr>
          <p:blipFill>
            <a:blip r:embed="rId4">
              <a:alphaModFix/>
            </a:blip>
            <a:stretch>
              <a:fillRect/>
            </a:stretch>
          </p:blipFill>
          <p:spPr>
            <a:xfrm rot="3024203" flipH="1">
              <a:off x="-1110825" y="3267886"/>
              <a:ext cx="3638626" cy="2103250"/>
            </a:xfrm>
            <a:prstGeom prst="rect">
              <a:avLst/>
            </a:prstGeom>
            <a:noFill/>
            <a:ln>
              <a:noFill/>
            </a:ln>
          </p:spPr>
        </p:pic>
      </p:grpSp>
      <p:grpSp>
        <p:nvGrpSpPr>
          <p:cNvPr id="121" name="Google Shape;121;p9"/>
          <p:cNvGrpSpPr/>
          <p:nvPr/>
        </p:nvGrpSpPr>
        <p:grpSpPr>
          <a:xfrm rot="10800000">
            <a:off x="328375" y="-745361"/>
            <a:ext cx="12188184" cy="8066432"/>
            <a:chOff x="278633" y="-726400"/>
            <a:chExt cx="9141138" cy="6049824"/>
          </a:xfrm>
        </p:grpSpPr>
        <p:pic>
          <p:nvPicPr>
            <p:cNvPr id="122" name="Google Shape;122;p9"/>
            <p:cNvPicPr preferRelativeResize="0"/>
            <p:nvPr/>
          </p:nvPicPr>
          <p:blipFill>
            <a:blip r:embed="rId5">
              <a:alphaModFix/>
            </a:blip>
            <a:stretch>
              <a:fillRect/>
            </a:stretch>
          </p:blipFill>
          <p:spPr>
            <a:xfrm flipH="1">
              <a:off x="278633" y="3767275"/>
              <a:ext cx="2362876" cy="1556149"/>
            </a:xfrm>
            <a:prstGeom prst="rect">
              <a:avLst/>
            </a:prstGeom>
            <a:noFill/>
            <a:ln>
              <a:noFill/>
            </a:ln>
          </p:spPr>
        </p:pic>
        <p:pic>
          <p:nvPicPr>
            <p:cNvPr id="123" name="Google Shape;123;p9"/>
            <p:cNvPicPr preferRelativeResize="0"/>
            <p:nvPr/>
          </p:nvPicPr>
          <p:blipFill>
            <a:blip r:embed="rId6">
              <a:alphaModFix/>
            </a:blip>
            <a:stretch>
              <a:fillRect/>
            </a:stretch>
          </p:blipFill>
          <p:spPr>
            <a:xfrm flipH="1">
              <a:off x="8623171" y="-726400"/>
              <a:ext cx="796600" cy="882224"/>
            </a:xfrm>
            <a:prstGeom prst="rect">
              <a:avLst/>
            </a:prstGeom>
            <a:noFill/>
            <a:ln>
              <a:noFill/>
            </a:ln>
          </p:spPr>
        </p:pic>
      </p:grpSp>
      <p:grpSp>
        <p:nvGrpSpPr>
          <p:cNvPr id="124" name="Google Shape;124;p9"/>
          <p:cNvGrpSpPr/>
          <p:nvPr/>
        </p:nvGrpSpPr>
        <p:grpSpPr>
          <a:xfrm rot="10800000">
            <a:off x="1448880" y="-810077"/>
            <a:ext cx="11565531" cy="7352541"/>
            <a:chOff x="-94756" y="-142445"/>
            <a:chExt cx="8674148" cy="5514406"/>
          </a:xfrm>
        </p:grpSpPr>
        <p:pic>
          <p:nvPicPr>
            <p:cNvPr id="125" name="Google Shape;125;p9"/>
            <p:cNvPicPr preferRelativeResize="0"/>
            <p:nvPr/>
          </p:nvPicPr>
          <p:blipFill>
            <a:blip r:embed="rId7">
              <a:alphaModFix amt="69000"/>
            </a:blip>
            <a:stretch>
              <a:fillRect/>
            </a:stretch>
          </p:blipFill>
          <p:spPr>
            <a:xfrm rot="-9899998" flipH="1">
              <a:off x="42840" y="7062"/>
              <a:ext cx="1318127" cy="1236801"/>
            </a:xfrm>
            <a:prstGeom prst="rect">
              <a:avLst/>
            </a:prstGeom>
            <a:noFill/>
            <a:ln>
              <a:noFill/>
            </a:ln>
          </p:spPr>
        </p:pic>
        <p:pic>
          <p:nvPicPr>
            <p:cNvPr id="126" name="Google Shape;126;p9"/>
            <p:cNvPicPr preferRelativeResize="0"/>
            <p:nvPr/>
          </p:nvPicPr>
          <p:blipFill>
            <a:blip r:embed="rId8">
              <a:alphaModFix/>
            </a:blip>
            <a:stretch>
              <a:fillRect/>
            </a:stretch>
          </p:blipFill>
          <p:spPr>
            <a:xfrm flipH="1">
              <a:off x="7535517" y="4410061"/>
              <a:ext cx="1043875" cy="961900"/>
            </a:xfrm>
            <a:prstGeom prst="rect">
              <a:avLst/>
            </a:prstGeom>
            <a:noFill/>
            <a:ln>
              <a:noFill/>
            </a:ln>
          </p:spPr>
        </p:pic>
      </p:grpSp>
      <p:pic>
        <p:nvPicPr>
          <p:cNvPr id="127" name="Google Shape;127;p9"/>
          <p:cNvPicPr preferRelativeResize="0"/>
          <p:nvPr/>
        </p:nvPicPr>
        <p:blipFill>
          <a:blip r:embed="rId9">
            <a:alphaModFix/>
          </a:blip>
          <a:stretch>
            <a:fillRect/>
          </a:stretch>
        </p:blipFill>
        <p:spPr>
          <a:xfrm rot="8100000" flipH="1">
            <a:off x="-1457019" y="-3225199"/>
            <a:ext cx="5321521" cy="5793971"/>
          </a:xfrm>
          <a:prstGeom prst="rect">
            <a:avLst/>
          </a:prstGeom>
          <a:noFill/>
          <a:ln>
            <a:noFill/>
          </a:ln>
        </p:spPr>
      </p:pic>
    </p:spTree>
    <p:extLst>
      <p:ext uri="{BB962C8B-B14F-4D97-AF65-F5344CB8AC3E}">
        <p14:creationId xmlns:p14="http://schemas.microsoft.com/office/powerpoint/2010/main" val="16510924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28"/>
        <p:cNvGrpSpPr/>
        <p:nvPr/>
      </p:nvGrpSpPr>
      <p:grpSpPr>
        <a:xfrm>
          <a:off x="0" y="0"/>
          <a:ext cx="0" cy="0"/>
          <a:chOff x="0" y="0"/>
          <a:chExt cx="0" cy="0"/>
        </a:xfrm>
      </p:grpSpPr>
      <p:sp>
        <p:nvSpPr>
          <p:cNvPr id="129" name="Google Shape;129;p10"/>
          <p:cNvSpPr>
            <a:spLocks noGrp="1"/>
          </p:cNvSpPr>
          <p:nvPr>
            <p:ph type="pic" idx="2"/>
          </p:nvPr>
        </p:nvSpPr>
        <p:spPr>
          <a:xfrm>
            <a:off x="0" y="0"/>
            <a:ext cx="12192000" cy="6858000"/>
          </a:xfrm>
          <a:prstGeom prst="rect">
            <a:avLst/>
          </a:prstGeom>
          <a:noFill/>
          <a:ln>
            <a:noFill/>
          </a:ln>
        </p:spPr>
      </p:sp>
      <p:sp>
        <p:nvSpPr>
          <p:cNvPr id="130" name="Google Shape;130;p10"/>
          <p:cNvSpPr txBox="1">
            <a:spLocks noGrp="1"/>
          </p:cNvSpPr>
          <p:nvPr>
            <p:ph type="title"/>
          </p:nvPr>
        </p:nvSpPr>
        <p:spPr>
          <a:xfrm>
            <a:off x="960000" y="4619567"/>
            <a:ext cx="4847200" cy="1525200"/>
          </a:xfrm>
          <a:prstGeom prst="rect">
            <a:avLst/>
          </a:prstGeom>
          <a:solidFill>
            <a:schemeClr val="lt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lvl1pPr>
            <a:lvl2pPr lvl="1" algn="ctr" rtl="0">
              <a:spcBef>
                <a:spcPts val="0"/>
              </a:spcBef>
              <a:spcAft>
                <a:spcPts val="0"/>
              </a:spcAft>
              <a:buSzPts val="3000"/>
              <a:buFont typeface="EB Garamond"/>
              <a:buNone/>
              <a:defRPr>
                <a:latin typeface="EB Garamond"/>
                <a:ea typeface="EB Garamond"/>
                <a:cs typeface="EB Garamond"/>
                <a:sym typeface="EB Garamond"/>
              </a:defRPr>
            </a:lvl2pPr>
            <a:lvl3pPr lvl="2" algn="ctr" rtl="0">
              <a:spcBef>
                <a:spcPts val="0"/>
              </a:spcBef>
              <a:spcAft>
                <a:spcPts val="0"/>
              </a:spcAft>
              <a:buSzPts val="3000"/>
              <a:buFont typeface="EB Garamond"/>
              <a:buNone/>
              <a:defRPr>
                <a:latin typeface="EB Garamond"/>
                <a:ea typeface="EB Garamond"/>
                <a:cs typeface="EB Garamond"/>
                <a:sym typeface="EB Garamond"/>
              </a:defRPr>
            </a:lvl3pPr>
            <a:lvl4pPr lvl="3" algn="ctr" rtl="0">
              <a:spcBef>
                <a:spcPts val="0"/>
              </a:spcBef>
              <a:spcAft>
                <a:spcPts val="0"/>
              </a:spcAft>
              <a:buSzPts val="3000"/>
              <a:buFont typeface="EB Garamond"/>
              <a:buNone/>
              <a:defRPr>
                <a:latin typeface="EB Garamond"/>
                <a:ea typeface="EB Garamond"/>
                <a:cs typeface="EB Garamond"/>
                <a:sym typeface="EB Garamond"/>
              </a:defRPr>
            </a:lvl4pPr>
            <a:lvl5pPr lvl="4" algn="ctr" rtl="0">
              <a:spcBef>
                <a:spcPts val="0"/>
              </a:spcBef>
              <a:spcAft>
                <a:spcPts val="0"/>
              </a:spcAft>
              <a:buSzPts val="3000"/>
              <a:buFont typeface="EB Garamond"/>
              <a:buNone/>
              <a:defRPr>
                <a:latin typeface="EB Garamond"/>
                <a:ea typeface="EB Garamond"/>
                <a:cs typeface="EB Garamond"/>
                <a:sym typeface="EB Garamond"/>
              </a:defRPr>
            </a:lvl5pPr>
            <a:lvl6pPr lvl="5" algn="ctr" rtl="0">
              <a:spcBef>
                <a:spcPts val="0"/>
              </a:spcBef>
              <a:spcAft>
                <a:spcPts val="0"/>
              </a:spcAft>
              <a:buSzPts val="3000"/>
              <a:buFont typeface="EB Garamond"/>
              <a:buNone/>
              <a:defRPr>
                <a:latin typeface="EB Garamond"/>
                <a:ea typeface="EB Garamond"/>
                <a:cs typeface="EB Garamond"/>
                <a:sym typeface="EB Garamond"/>
              </a:defRPr>
            </a:lvl6pPr>
            <a:lvl7pPr lvl="6" algn="ctr" rtl="0">
              <a:spcBef>
                <a:spcPts val="0"/>
              </a:spcBef>
              <a:spcAft>
                <a:spcPts val="0"/>
              </a:spcAft>
              <a:buSzPts val="3000"/>
              <a:buFont typeface="EB Garamond"/>
              <a:buNone/>
              <a:defRPr>
                <a:latin typeface="EB Garamond"/>
                <a:ea typeface="EB Garamond"/>
                <a:cs typeface="EB Garamond"/>
                <a:sym typeface="EB Garamond"/>
              </a:defRPr>
            </a:lvl7pPr>
            <a:lvl8pPr lvl="7" algn="ctr" rtl="0">
              <a:spcBef>
                <a:spcPts val="0"/>
              </a:spcBef>
              <a:spcAft>
                <a:spcPts val="0"/>
              </a:spcAft>
              <a:buSzPts val="3000"/>
              <a:buFont typeface="EB Garamond"/>
              <a:buNone/>
              <a:defRPr>
                <a:latin typeface="EB Garamond"/>
                <a:ea typeface="EB Garamond"/>
                <a:cs typeface="EB Garamond"/>
                <a:sym typeface="EB Garamond"/>
              </a:defRPr>
            </a:lvl8pPr>
            <a:lvl9pPr lvl="8" algn="ctr"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Tree>
    <p:extLst>
      <p:ext uri="{BB962C8B-B14F-4D97-AF65-F5344CB8AC3E}">
        <p14:creationId xmlns:p14="http://schemas.microsoft.com/office/powerpoint/2010/main" val="22172837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31"/>
        <p:cNvGrpSpPr/>
        <p:nvPr/>
      </p:nvGrpSpPr>
      <p:grpSpPr>
        <a:xfrm>
          <a:off x="0" y="0"/>
          <a:ext cx="0" cy="0"/>
          <a:chOff x="0" y="0"/>
          <a:chExt cx="0" cy="0"/>
        </a:xfrm>
      </p:grpSpPr>
      <p:pic>
        <p:nvPicPr>
          <p:cNvPr id="132" name="Google Shape;132;p11"/>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33" name="Google Shape;133;p11"/>
          <p:cNvGrpSpPr/>
          <p:nvPr/>
        </p:nvGrpSpPr>
        <p:grpSpPr>
          <a:xfrm>
            <a:off x="-2610200" y="-4609997"/>
            <a:ext cx="10147007" cy="13714628"/>
            <a:chOff x="-1957650" y="-3457498"/>
            <a:chExt cx="7610255" cy="10285971"/>
          </a:xfrm>
        </p:grpSpPr>
        <p:pic>
          <p:nvPicPr>
            <p:cNvPr id="134" name="Google Shape;134;p11"/>
            <p:cNvPicPr preferRelativeResize="0"/>
            <p:nvPr/>
          </p:nvPicPr>
          <p:blipFill>
            <a:blip r:embed="rId3">
              <a:alphaModFix/>
            </a:blip>
            <a:stretch>
              <a:fillRect/>
            </a:stretch>
          </p:blipFill>
          <p:spPr>
            <a:xfrm rot="3133095">
              <a:off x="717237" y="-2721899"/>
              <a:ext cx="3991123" cy="4345454"/>
            </a:xfrm>
            <a:prstGeom prst="rect">
              <a:avLst/>
            </a:prstGeom>
            <a:noFill/>
            <a:ln>
              <a:noFill/>
            </a:ln>
          </p:spPr>
        </p:pic>
        <p:pic>
          <p:nvPicPr>
            <p:cNvPr id="135" name="Google Shape;135;p11"/>
            <p:cNvPicPr preferRelativeResize="0"/>
            <p:nvPr/>
          </p:nvPicPr>
          <p:blipFill>
            <a:blip r:embed="rId3">
              <a:alphaModFix/>
            </a:blip>
            <a:stretch>
              <a:fillRect/>
            </a:stretch>
          </p:blipFill>
          <p:spPr>
            <a:xfrm rot="-5400000">
              <a:off x="-1780484" y="2660188"/>
              <a:ext cx="3991120" cy="4345452"/>
            </a:xfrm>
            <a:prstGeom prst="rect">
              <a:avLst/>
            </a:prstGeom>
            <a:noFill/>
            <a:ln>
              <a:noFill/>
            </a:ln>
          </p:spPr>
        </p:pic>
      </p:grpSp>
      <p:pic>
        <p:nvPicPr>
          <p:cNvPr id="136" name="Google Shape;136;p11"/>
          <p:cNvPicPr preferRelativeResize="0"/>
          <p:nvPr/>
        </p:nvPicPr>
        <p:blipFill>
          <a:blip r:embed="rId4">
            <a:alphaModFix/>
          </a:blip>
          <a:stretch>
            <a:fillRect/>
          </a:stretch>
        </p:blipFill>
        <p:spPr>
          <a:xfrm>
            <a:off x="6618455" y="5975315"/>
            <a:ext cx="1391833" cy="1282533"/>
          </a:xfrm>
          <a:prstGeom prst="rect">
            <a:avLst/>
          </a:prstGeom>
          <a:noFill/>
          <a:ln>
            <a:noFill/>
          </a:ln>
        </p:spPr>
      </p:pic>
      <p:grpSp>
        <p:nvGrpSpPr>
          <p:cNvPr id="137" name="Google Shape;137;p11"/>
          <p:cNvGrpSpPr/>
          <p:nvPr/>
        </p:nvGrpSpPr>
        <p:grpSpPr>
          <a:xfrm>
            <a:off x="-379321" y="-707188"/>
            <a:ext cx="12571325" cy="8139551"/>
            <a:chOff x="-284491" y="-530391"/>
            <a:chExt cx="9428494" cy="6104663"/>
          </a:xfrm>
        </p:grpSpPr>
        <p:pic>
          <p:nvPicPr>
            <p:cNvPr id="138" name="Google Shape;138;p11"/>
            <p:cNvPicPr preferRelativeResize="0"/>
            <p:nvPr/>
          </p:nvPicPr>
          <p:blipFill>
            <a:blip r:embed="rId5">
              <a:alphaModFix/>
            </a:blip>
            <a:stretch>
              <a:fillRect/>
            </a:stretch>
          </p:blipFill>
          <p:spPr>
            <a:xfrm>
              <a:off x="280850" y="98388"/>
              <a:ext cx="1320889" cy="882225"/>
            </a:xfrm>
            <a:prstGeom prst="rect">
              <a:avLst/>
            </a:prstGeom>
            <a:noFill/>
            <a:ln>
              <a:noFill/>
            </a:ln>
          </p:spPr>
        </p:pic>
        <p:pic>
          <p:nvPicPr>
            <p:cNvPr id="139" name="Google Shape;139;p11"/>
            <p:cNvPicPr preferRelativeResize="0"/>
            <p:nvPr/>
          </p:nvPicPr>
          <p:blipFill>
            <a:blip r:embed="rId6">
              <a:alphaModFix/>
            </a:blip>
            <a:stretch>
              <a:fillRect/>
            </a:stretch>
          </p:blipFill>
          <p:spPr>
            <a:xfrm rot="2959956">
              <a:off x="-105851" y="3393025"/>
              <a:ext cx="2362876" cy="1556150"/>
            </a:xfrm>
            <a:prstGeom prst="rect">
              <a:avLst/>
            </a:prstGeom>
            <a:noFill/>
            <a:ln>
              <a:noFill/>
            </a:ln>
          </p:spPr>
        </p:pic>
        <p:pic>
          <p:nvPicPr>
            <p:cNvPr id="140" name="Google Shape;140;p11"/>
            <p:cNvPicPr preferRelativeResize="0"/>
            <p:nvPr/>
          </p:nvPicPr>
          <p:blipFill>
            <a:blip r:embed="rId7">
              <a:alphaModFix/>
            </a:blip>
            <a:stretch>
              <a:fillRect/>
            </a:stretch>
          </p:blipFill>
          <p:spPr>
            <a:xfrm rot="2257247">
              <a:off x="5882612" y="313408"/>
              <a:ext cx="3202202" cy="1284687"/>
            </a:xfrm>
            <a:prstGeom prst="rect">
              <a:avLst/>
            </a:prstGeom>
            <a:noFill/>
            <a:ln>
              <a:noFill/>
            </a:ln>
          </p:spPr>
        </p:pic>
        <p:pic>
          <p:nvPicPr>
            <p:cNvPr id="141" name="Google Shape;141;p11"/>
            <p:cNvPicPr preferRelativeResize="0"/>
            <p:nvPr/>
          </p:nvPicPr>
          <p:blipFill>
            <a:blip r:embed="rId8">
              <a:alphaModFix/>
            </a:blip>
            <a:stretch>
              <a:fillRect/>
            </a:stretch>
          </p:blipFill>
          <p:spPr>
            <a:xfrm>
              <a:off x="4406674" y="4391800"/>
              <a:ext cx="796600" cy="882224"/>
            </a:xfrm>
            <a:prstGeom prst="rect">
              <a:avLst/>
            </a:prstGeom>
            <a:noFill/>
            <a:ln>
              <a:noFill/>
            </a:ln>
          </p:spPr>
        </p:pic>
      </p:grpSp>
      <p:grpSp>
        <p:nvGrpSpPr>
          <p:cNvPr id="142" name="Google Shape;142;p11"/>
          <p:cNvGrpSpPr/>
          <p:nvPr/>
        </p:nvGrpSpPr>
        <p:grpSpPr>
          <a:xfrm>
            <a:off x="8571834" y="-4344978"/>
            <a:ext cx="6640785" cy="13720929"/>
            <a:chOff x="6428875" y="-3258734"/>
            <a:chExt cx="4980589" cy="10290697"/>
          </a:xfrm>
        </p:grpSpPr>
        <p:pic>
          <p:nvPicPr>
            <p:cNvPr id="143" name="Google Shape;143;p11"/>
            <p:cNvPicPr preferRelativeResize="0"/>
            <p:nvPr/>
          </p:nvPicPr>
          <p:blipFill>
            <a:blip r:embed="rId9">
              <a:alphaModFix/>
            </a:blip>
            <a:stretch>
              <a:fillRect/>
            </a:stretch>
          </p:blipFill>
          <p:spPr>
            <a:xfrm rot="3407877">
              <a:off x="6661918" y="-2048128"/>
              <a:ext cx="4514503" cy="2997899"/>
            </a:xfrm>
            <a:prstGeom prst="rect">
              <a:avLst/>
            </a:prstGeom>
            <a:noFill/>
            <a:ln>
              <a:noFill/>
            </a:ln>
          </p:spPr>
        </p:pic>
        <p:pic>
          <p:nvPicPr>
            <p:cNvPr id="144" name="Google Shape;144;p11"/>
            <p:cNvPicPr preferRelativeResize="0"/>
            <p:nvPr/>
          </p:nvPicPr>
          <p:blipFill>
            <a:blip r:embed="rId10">
              <a:alphaModFix amt="75000"/>
            </a:blip>
            <a:stretch>
              <a:fillRect/>
            </a:stretch>
          </p:blipFill>
          <p:spPr>
            <a:xfrm rot="-44">
              <a:off x="7816150" y="2218421"/>
              <a:ext cx="3055850" cy="2099585"/>
            </a:xfrm>
            <a:prstGeom prst="rect">
              <a:avLst/>
            </a:prstGeom>
            <a:noFill/>
            <a:ln>
              <a:noFill/>
            </a:ln>
          </p:spPr>
        </p:pic>
        <p:pic>
          <p:nvPicPr>
            <p:cNvPr id="145" name="Google Shape;145;p11"/>
            <p:cNvPicPr preferRelativeResize="0"/>
            <p:nvPr/>
          </p:nvPicPr>
          <p:blipFill>
            <a:blip r:embed="rId11">
              <a:alphaModFix amt="76000"/>
            </a:blip>
            <a:stretch>
              <a:fillRect/>
            </a:stretch>
          </p:blipFill>
          <p:spPr>
            <a:xfrm rot="5400000">
              <a:off x="6728673" y="3476301"/>
              <a:ext cx="3490775" cy="3620548"/>
            </a:xfrm>
            <a:prstGeom prst="rect">
              <a:avLst/>
            </a:prstGeom>
            <a:noFill/>
            <a:ln>
              <a:noFill/>
            </a:ln>
          </p:spPr>
        </p:pic>
      </p:grpSp>
      <p:sp>
        <p:nvSpPr>
          <p:cNvPr id="146" name="Google Shape;146;p11"/>
          <p:cNvSpPr txBox="1">
            <a:spLocks noGrp="1"/>
          </p:cNvSpPr>
          <p:nvPr>
            <p:ph type="title" hasCustomPrompt="1"/>
          </p:nvPr>
        </p:nvSpPr>
        <p:spPr>
          <a:xfrm>
            <a:off x="2752600" y="2243272"/>
            <a:ext cx="6686800" cy="1604400"/>
          </a:xfrm>
          <a:prstGeom prst="rect">
            <a:avLst/>
          </a:prstGeom>
        </p:spPr>
        <p:txBody>
          <a:bodyPr spcFirstLastPara="1" wrap="square" lIns="91425" tIns="91425" rIns="91425" bIns="91425" anchor="b" anchorCtr="0">
            <a:noAutofit/>
          </a:bodyPr>
          <a:lstStyle>
            <a:lvl1pPr marL="0" marR="0" lvl="0" indent="0" algn="ctr" rtl="0">
              <a:lnSpc>
                <a:spcPct val="115000"/>
              </a:lnSpc>
              <a:spcBef>
                <a:spcPts val="0"/>
              </a:spcBef>
              <a:spcAft>
                <a:spcPts val="0"/>
              </a:spcAft>
              <a:buSzPts val="9600"/>
              <a:buNone/>
              <a:defRPr sz="8000">
                <a:solidFill>
                  <a:schemeClr val="dk2"/>
                </a:solidFill>
              </a:defRPr>
            </a:lvl1pPr>
            <a:lvl2pPr lvl="1" algn="ctr">
              <a:spcBef>
                <a:spcPts val="0"/>
              </a:spcBef>
              <a:spcAft>
                <a:spcPts val="0"/>
              </a:spcAft>
              <a:buSzPts val="9600"/>
              <a:buFont typeface="EB Garamond"/>
              <a:buNone/>
              <a:defRPr sz="12800">
                <a:latin typeface="EB Garamond"/>
                <a:ea typeface="EB Garamond"/>
                <a:cs typeface="EB Garamond"/>
                <a:sym typeface="EB Garamond"/>
              </a:defRPr>
            </a:lvl2pPr>
            <a:lvl3pPr lvl="2" algn="ctr">
              <a:spcBef>
                <a:spcPts val="0"/>
              </a:spcBef>
              <a:spcAft>
                <a:spcPts val="0"/>
              </a:spcAft>
              <a:buSzPts val="9600"/>
              <a:buFont typeface="EB Garamond"/>
              <a:buNone/>
              <a:defRPr sz="12800">
                <a:latin typeface="EB Garamond"/>
                <a:ea typeface="EB Garamond"/>
                <a:cs typeface="EB Garamond"/>
                <a:sym typeface="EB Garamond"/>
              </a:defRPr>
            </a:lvl3pPr>
            <a:lvl4pPr lvl="3" algn="ctr">
              <a:spcBef>
                <a:spcPts val="0"/>
              </a:spcBef>
              <a:spcAft>
                <a:spcPts val="0"/>
              </a:spcAft>
              <a:buSzPts val="9600"/>
              <a:buFont typeface="EB Garamond"/>
              <a:buNone/>
              <a:defRPr sz="12800">
                <a:latin typeface="EB Garamond"/>
                <a:ea typeface="EB Garamond"/>
                <a:cs typeface="EB Garamond"/>
                <a:sym typeface="EB Garamond"/>
              </a:defRPr>
            </a:lvl4pPr>
            <a:lvl5pPr lvl="4" algn="ctr">
              <a:spcBef>
                <a:spcPts val="0"/>
              </a:spcBef>
              <a:spcAft>
                <a:spcPts val="0"/>
              </a:spcAft>
              <a:buSzPts val="9600"/>
              <a:buFont typeface="EB Garamond"/>
              <a:buNone/>
              <a:defRPr sz="12800">
                <a:latin typeface="EB Garamond"/>
                <a:ea typeface="EB Garamond"/>
                <a:cs typeface="EB Garamond"/>
                <a:sym typeface="EB Garamond"/>
              </a:defRPr>
            </a:lvl5pPr>
            <a:lvl6pPr lvl="5" algn="ctr">
              <a:spcBef>
                <a:spcPts val="0"/>
              </a:spcBef>
              <a:spcAft>
                <a:spcPts val="0"/>
              </a:spcAft>
              <a:buSzPts val="9600"/>
              <a:buFont typeface="EB Garamond"/>
              <a:buNone/>
              <a:defRPr sz="12800">
                <a:latin typeface="EB Garamond"/>
                <a:ea typeface="EB Garamond"/>
                <a:cs typeface="EB Garamond"/>
                <a:sym typeface="EB Garamond"/>
              </a:defRPr>
            </a:lvl6pPr>
            <a:lvl7pPr lvl="6" algn="ctr">
              <a:spcBef>
                <a:spcPts val="0"/>
              </a:spcBef>
              <a:spcAft>
                <a:spcPts val="0"/>
              </a:spcAft>
              <a:buSzPts val="9600"/>
              <a:buFont typeface="EB Garamond"/>
              <a:buNone/>
              <a:defRPr sz="12800">
                <a:latin typeface="EB Garamond"/>
                <a:ea typeface="EB Garamond"/>
                <a:cs typeface="EB Garamond"/>
                <a:sym typeface="EB Garamond"/>
              </a:defRPr>
            </a:lvl7pPr>
            <a:lvl8pPr lvl="7" algn="ctr">
              <a:spcBef>
                <a:spcPts val="0"/>
              </a:spcBef>
              <a:spcAft>
                <a:spcPts val="0"/>
              </a:spcAft>
              <a:buSzPts val="9600"/>
              <a:buFont typeface="EB Garamond"/>
              <a:buNone/>
              <a:defRPr sz="12800">
                <a:latin typeface="EB Garamond"/>
                <a:ea typeface="EB Garamond"/>
                <a:cs typeface="EB Garamond"/>
                <a:sym typeface="EB Garamond"/>
              </a:defRPr>
            </a:lvl8pPr>
            <a:lvl9pPr lvl="8" algn="ctr">
              <a:spcBef>
                <a:spcPts val="0"/>
              </a:spcBef>
              <a:spcAft>
                <a:spcPts val="0"/>
              </a:spcAft>
              <a:buSzPts val="9600"/>
              <a:buFont typeface="EB Garamond"/>
              <a:buNone/>
              <a:defRPr sz="12800">
                <a:latin typeface="EB Garamond"/>
                <a:ea typeface="EB Garamond"/>
                <a:cs typeface="EB Garamond"/>
                <a:sym typeface="EB Garamond"/>
              </a:defRPr>
            </a:lvl9pPr>
          </a:lstStyle>
          <a:p>
            <a:r>
              <a:t>xx%</a:t>
            </a:r>
          </a:p>
        </p:txBody>
      </p:sp>
      <p:sp>
        <p:nvSpPr>
          <p:cNvPr id="147" name="Google Shape;147;p11"/>
          <p:cNvSpPr txBox="1">
            <a:spLocks noGrp="1"/>
          </p:cNvSpPr>
          <p:nvPr>
            <p:ph type="subTitle" idx="1"/>
          </p:nvPr>
        </p:nvSpPr>
        <p:spPr>
          <a:xfrm>
            <a:off x="2752600" y="3838667"/>
            <a:ext cx="6686800" cy="485200"/>
          </a:xfrm>
          <a:prstGeom prst="rect">
            <a:avLst/>
          </a:prstGeom>
          <a:solidFill>
            <a:srgbClr val="EBB59E">
              <a:alpha val="28130"/>
            </a:srgbClr>
          </a:solidFill>
        </p:spPr>
        <p:txBody>
          <a:bodyPr spcFirstLastPara="1" wrap="square" lIns="91425" tIns="91425" rIns="91425" bIns="91425" anchor="ctr" anchorCtr="0">
            <a:noAutofit/>
          </a:bodyPr>
          <a:lstStyle>
            <a:lvl1pPr lvl="0" algn="ctr" rtl="0">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3314275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48"/>
        <p:cNvGrpSpPr/>
        <p:nvPr/>
      </p:nvGrpSpPr>
      <p:grpSpPr>
        <a:xfrm>
          <a:off x="0" y="0"/>
          <a:ext cx="0" cy="0"/>
          <a:chOff x="0" y="0"/>
          <a:chExt cx="0" cy="0"/>
        </a:xfrm>
      </p:grpSpPr>
    </p:spTree>
    <p:extLst>
      <p:ext uri="{BB962C8B-B14F-4D97-AF65-F5344CB8AC3E}">
        <p14:creationId xmlns:p14="http://schemas.microsoft.com/office/powerpoint/2010/main" val="16930091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49"/>
        <p:cNvGrpSpPr/>
        <p:nvPr/>
      </p:nvGrpSpPr>
      <p:grpSpPr>
        <a:xfrm>
          <a:off x="0" y="0"/>
          <a:ext cx="0" cy="0"/>
          <a:chOff x="0" y="0"/>
          <a:chExt cx="0" cy="0"/>
        </a:xfrm>
      </p:grpSpPr>
      <p:pic>
        <p:nvPicPr>
          <p:cNvPr id="150" name="Google Shape;150;p13"/>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51" name="Google Shape;151;p13"/>
          <p:cNvGrpSpPr/>
          <p:nvPr/>
        </p:nvGrpSpPr>
        <p:grpSpPr>
          <a:xfrm>
            <a:off x="1531181" y="6269334"/>
            <a:ext cx="5049792" cy="4287909"/>
            <a:chOff x="1148386" y="4702000"/>
            <a:chExt cx="3787344" cy="3215932"/>
          </a:xfrm>
        </p:grpSpPr>
        <p:pic>
          <p:nvPicPr>
            <p:cNvPr id="152" name="Google Shape;152;p13"/>
            <p:cNvPicPr preferRelativeResize="0"/>
            <p:nvPr/>
          </p:nvPicPr>
          <p:blipFill>
            <a:blip r:embed="rId3">
              <a:alphaModFix/>
            </a:blip>
            <a:stretch>
              <a:fillRect/>
            </a:stretch>
          </p:blipFill>
          <p:spPr>
            <a:xfrm>
              <a:off x="1148386" y="4702000"/>
              <a:ext cx="2027866" cy="2103247"/>
            </a:xfrm>
            <a:prstGeom prst="rect">
              <a:avLst/>
            </a:prstGeom>
            <a:noFill/>
            <a:ln>
              <a:noFill/>
            </a:ln>
          </p:spPr>
        </p:pic>
        <p:pic>
          <p:nvPicPr>
            <p:cNvPr id="153" name="Google Shape;153;p13"/>
            <p:cNvPicPr preferRelativeResize="0"/>
            <p:nvPr/>
          </p:nvPicPr>
          <p:blipFill>
            <a:blip r:embed="rId4">
              <a:alphaModFix/>
            </a:blip>
            <a:stretch>
              <a:fillRect/>
            </a:stretch>
          </p:blipFill>
          <p:spPr>
            <a:xfrm rot="5400000">
              <a:off x="2300473" y="5282675"/>
              <a:ext cx="3167267" cy="2103247"/>
            </a:xfrm>
            <a:prstGeom prst="rect">
              <a:avLst/>
            </a:prstGeom>
            <a:noFill/>
            <a:ln>
              <a:noFill/>
            </a:ln>
          </p:spPr>
        </p:pic>
      </p:grpSp>
      <p:grpSp>
        <p:nvGrpSpPr>
          <p:cNvPr id="154" name="Google Shape;154;p13"/>
          <p:cNvGrpSpPr/>
          <p:nvPr/>
        </p:nvGrpSpPr>
        <p:grpSpPr>
          <a:xfrm>
            <a:off x="9420622" y="-923099"/>
            <a:ext cx="3244261" cy="2467464"/>
            <a:chOff x="7065466" y="-692324"/>
            <a:chExt cx="2433196" cy="1850598"/>
          </a:xfrm>
        </p:grpSpPr>
        <p:pic>
          <p:nvPicPr>
            <p:cNvPr id="155" name="Google Shape;155;p13"/>
            <p:cNvPicPr preferRelativeResize="0"/>
            <p:nvPr/>
          </p:nvPicPr>
          <p:blipFill>
            <a:blip r:embed="rId5">
              <a:alphaModFix/>
            </a:blip>
            <a:stretch>
              <a:fillRect/>
            </a:stretch>
          </p:blipFill>
          <p:spPr>
            <a:xfrm rot="-5400000">
              <a:off x="8156325" y="-184062"/>
              <a:ext cx="1850598" cy="834075"/>
            </a:xfrm>
            <a:prstGeom prst="rect">
              <a:avLst/>
            </a:prstGeom>
            <a:noFill/>
            <a:ln>
              <a:noFill/>
            </a:ln>
          </p:spPr>
        </p:pic>
        <p:pic>
          <p:nvPicPr>
            <p:cNvPr id="156" name="Google Shape;156;p13"/>
            <p:cNvPicPr preferRelativeResize="0"/>
            <p:nvPr/>
          </p:nvPicPr>
          <p:blipFill>
            <a:blip r:embed="rId6">
              <a:alphaModFix amt="63000"/>
            </a:blip>
            <a:stretch>
              <a:fillRect/>
            </a:stretch>
          </p:blipFill>
          <p:spPr>
            <a:xfrm>
              <a:off x="7065466" y="-604789"/>
              <a:ext cx="1043875" cy="961900"/>
            </a:xfrm>
            <a:prstGeom prst="rect">
              <a:avLst/>
            </a:prstGeom>
            <a:noFill/>
            <a:ln>
              <a:noFill/>
            </a:ln>
          </p:spPr>
        </p:pic>
      </p:grpSp>
      <p:grpSp>
        <p:nvGrpSpPr>
          <p:cNvPr id="157" name="Google Shape;157;p13"/>
          <p:cNvGrpSpPr/>
          <p:nvPr/>
        </p:nvGrpSpPr>
        <p:grpSpPr>
          <a:xfrm>
            <a:off x="-4982591" y="-4516671"/>
            <a:ext cx="22688489" cy="14171612"/>
            <a:chOff x="-3736944" y="-3387504"/>
            <a:chExt cx="17016367" cy="10628709"/>
          </a:xfrm>
        </p:grpSpPr>
        <p:pic>
          <p:nvPicPr>
            <p:cNvPr id="158" name="Google Shape;158;p13"/>
            <p:cNvPicPr preferRelativeResize="0"/>
            <p:nvPr/>
          </p:nvPicPr>
          <p:blipFill>
            <a:blip r:embed="rId7">
              <a:alphaModFix/>
            </a:blip>
            <a:stretch>
              <a:fillRect/>
            </a:stretch>
          </p:blipFill>
          <p:spPr>
            <a:xfrm rot="2007324">
              <a:off x="8095575" y="1814813"/>
              <a:ext cx="4258574" cy="4636654"/>
            </a:xfrm>
            <a:prstGeom prst="rect">
              <a:avLst/>
            </a:prstGeom>
            <a:noFill/>
            <a:ln>
              <a:noFill/>
            </a:ln>
          </p:spPr>
        </p:pic>
        <p:pic>
          <p:nvPicPr>
            <p:cNvPr id="159" name="Google Shape;159;p13"/>
            <p:cNvPicPr preferRelativeResize="0"/>
            <p:nvPr/>
          </p:nvPicPr>
          <p:blipFill>
            <a:blip r:embed="rId7">
              <a:alphaModFix/>
            </a:blip>
            <a:stretch>
              <a:fillRect/>
            </a:stretch>
          </p:blipFill>
          <p:spPr>
            <a:xfrm rot="-4555981">
              <a:off x="-3099888" y="-3076913"/>
              <a:ext cx="4258574" cy="4636656"/>
            </a:xfrm>
            <a:prstGeom prst="rect">
              <a:avLst/>
            </a:prstGeom>
            <a:noFill/>
            <a:ln>
              <a:noFill/>
            </a:ln>
          </p:spPr>
        </p:pic>
      </p:grpSp>
      <p:grpSp>
        <p:nvGrpSpPr>
          <p:cNvPr id="160" name="Google Shape;160;p13"/>
          <p:cNvGrpSpPr/>
          <p:nvPr/>
        </p:nvGrpSpPr>
        <p:grpSpPr>
          <a:xfrm>
            <a:off x="838523" y="-2579038"/>
            <a:ext cx="11235373" cy="10328639"/>
            <a:chOff x="628892" y="-1934279"/>
            <a:chExt cx="8426530" cy="7746479"/>
          </a:xfrm>
        </p:grpSpPr>
        <p:pic>
          <p:nvPicPr>
            <p:cNvPr id="161" name="Google Shape;161;p13"/>
            <p:cNvPicPr preferRelativeResize="0"/>
            <p:nvPr/>
          </p:nvPicPr>
          <p:blipFill>
            <a:blip r:embed="rId8">
              <a:alphaModFix/>
            </a:blip>
            <a:stretch>
              <a:fillRect/>
            </a:stretch>
          </p:blipFill>
          <p:spPr>
            <a:xfrm rot="9275489">
              <a:off x="769875" y="-1204660"/>
              <a:ext cx="3739115" cy="1500093"/>
            </a:xfrm>
            <a:prstGeom prst="rect">
              <a:avLst/>
            </a:prstGeom>
            <a:noFill/>
            <a:ln>
              <a:noFill/>
            </a:ln>
          </p:spPr>
        </p:pic>
        <p:pic>
          <p:nvPicPr>
            <p:cNvPr id="162" name="Google Shape;162;p13"/>
            <p:cNvPicPr preferRelativeResize="0"/>
            <p:nvPr/>
          </p:nvPicPr>
          <p:blipFill>
            <a:blip r:embed="rId9">
              <a:alphaModFix/>
            </a:blip>
            <a:stretch>
              <a:fillRect/>
            </a:stretch>
          </p:blipFill>
          <p:spPr>
            <a:xfrm>
              <a:off x="6874648" y="4608575"/>
              <a:ext cx="1086799" cy="1203625"/>
            </a:xfrm>
            <a:prstGeom prst="rect">
              <a:avLst/>
            </a:prstGeom>
            <a:noFill/>
            <a:ln>
              <a:noFill/>
            </a:ln>
          </p:spPr>
        </p:pic>
        <p:pic>
          <p:nvPicPr>
            <p:cNvPr id="163" name="Google Shape;163;p13"/>
            <p:cNvPicPr preferRelativeResize="0"/>
            <p:nvPr/>
          </p:nvPicPr>
          <p:blipFill>
            <a:blip r:embed="rId10">
              <a:alphaModFix/>
            </a:blip>
            <a:stretch>
              <a:fillRect/>
            </a:stretch>
          </p:blipFill>
          <p:spPr>
            <a:xfrm rot="3449620">
              <a:off x="7863247" y="-389063"/>
              <a:ext cx="1135050" cy="758101"/>
            </a:xfrm>
            <a:prstGeom prst="rect">
              <a:avLst/>
            </a:prstGeom>
            <a:noFill/>
            <a:ln>
              <a:noFill/>
            </a:ln>
          </p:spPr>
        </p:pic>
      </p:grpSp>
      <p:sp>
        <p:nvSpPr>
          <p:cNvPr id="164" name="Google Shape;164;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165" name="Google Shape;165;p13"/>
          <p:cNvSpPr txBox="1">
            <a:spLocks noGrp="1"/>
          </p:cNvSpPr>
          <p:nvPr>
            <p:ph type="subTitle" idx="1"/>
          </p:nvPr>
        </p:nvSpPr>
        <p:spPr>
          <a:xfrm>
            <a:off x="950967"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6" name="Google Shape;166;p13"/>
          <p:cNvSpPr txBox="1">
            <a:spLocks noGrp="1"/>
          </p:cNvSpPr>
          <p:nvPr>
            <p:ph type="subTitle" idx="2"/>
          </p:nvPr>
        </p:nvSpPr>
        <p:spPr>
          <a:xfrm>
            <a:off x="950967"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7" name="Google Shape;167;p13"/>
          <p:cNvSpPr txBox="1">
            <a:spLocks noGrp="1"/>
          </p:cNvSpPr>
          <p:nvPr>
            <p:ph type="subTitle" idx="3"/>
          </p:nvPr>
        </p:nvSpPr>
        <p:spPr>
          <a:xfrm>
            <a:off x="4559000"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8" name="Google Shape;168;p13"/>
          <p:cNvSpPr txBox="1">
            <a:spLocks noGrp="1"/>
          </p:cNvSpPr>
          <p:nvPr>
            <p:ph type="subTitle" idx="4"/>
          </p:nvPr>
        </p:nvSpPr>
        <p:spPr>
          <a:xfrm>
            <a:off x="4559000"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69" name="Google Shape;169;p13"/>
          <p:cNvSpPr txBox="1">
            <a:spLocks noGrp="1"/>
          </p:cNvSpPr>
          <p:nvPr>
            <p:ph type="title" idx="5" hasCustomPrompt="1"/>
          </p:nvPr>
        </p:nvSpPr>
        <p:spPr>
          <a:xfrm>
            <a:off x="1887167"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0" name="Google Shape;170;p13"/>
          <p:cNvSpPr txBox="1">
            <a:spLocks noGrp="1"/>
          </p:cNvSpPr>
          <p:nvPr>
            <p:ph type="title" idx="6" hasCustomPrompt="1"/>
          </p:nvPr>
        </p:nvSpPr>
        <p:spPr>
          <a:xfrm>
            <a:off x="5495200"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1" name="Google Shape;171;p13"/>
          <p:cNvSpPr txBox="1">
            <a:spLocks noGrp="1"/>
          </p:cNvSpPr>
          <p:nvPr>
            <p:ph type="title" idx="7" hasCustomPrompt="1"/>
          </p:nvPr>
        </p:nvSpPr>
        <p:spPr>
          <a:xfrm>
            <a:off x="1887167"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2" name="Google Shape;172;p13"/>
          <p:cNvSpPr txBox="1">
            <a:spLocks noGrp="1"/>
          </p:cNvSpPr>
          <p:nvPr>
            <p:ph type="title" idx="8" hasCustomPrompt="1"/>
          </p:nvPr>
        </p:nvSpPr>
        <p:spPr>
          <a:xfrm>
            <a:off x="5495200"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3" name="Google Shape;173;p13"/>
          <p:cNvSpPr txBox="1">
            <a:spLocks noGrp="1"/>
          </p:cNvSpPr>
          <p:nvPr>
            <p:ph type="subTitle" idx="9"/>
          </p:nvPr>
        </p:nvSpPr>
        <p:spPr>
          <a:xfrm>
            <a:off x="8167033" y="5083776"/>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4" name="Google Shape;174;p13"/>
          <p:cNvSpPr txBox="1">
            <a:spLocks noGrp="1"/>
          </p:cNvSpPr>
          <p:nvPr>
            <p:ph type="subTitle" idx="13"/>
          </p:nvPr>
        </p:nvSpPr>
        <p:spPr>
          <a:xfrm>
            <a:off x="8167033" y="2763705"/>
            <a:ext cx="3074000" cy="76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5" name="Google Shape;175;p13"/>
          <p:cNvSpPr txBox="1">
            <a:spLocks noGrp="1"/>
          </p:cNvSpPr>
          <p:nvPr>
            <p:ph type="title" idx="14" hasCustomPrompt="1"/>
          </p:nvPr>
        </p:nvSpPr>
        <p:spPr>
          <a:xfrm>
            <a:off x="9103233" y="3833600"/>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6" name="Google Shape;176;p13"/>
          <p:cNvSpPr txBox="1">
            <a:spLocks noGrp="1"/>
          </p:cNvSpPr>
          <p:nvPr>
            <p:ph type="title" idx="15" hasCustomPrompt="1"/>
          </p:nvPr>
        </p:nvSpPr>
        <p:spPr>
          <a:xfrm>
            <a:off x="9103233" y="1513517"/>
            <a:ext cx="1201600" cy="71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4000">
                <a:solidFill>
                  <a:schemeClr val="dk2"/>
                </a:solidFill>
              </a:defRPr>
            </a:lvl1pPr>
            <a:lvl2pPr lvl="1" rtl="0">
              <a:spcBef>
                <a:spcPts val="0"/>
              </a:spcBef>
              <a:spcAft>
                <a:spcPts val="0"/>
              </a:spcAft>
              <a:buSzPts val="3000"/>
              <a:buFont typeface="EB Garamond"/>
              <a:buNone/>
              <a:defRPr sz="4000">
                <a:latin typeface="EB Garamond"/>
                <a:ea typeface="EB Garamond"/>
                <a:cs typeface="EB Garamond"/>
                <a:sym typeface="EB Garamond"/>
              </a:defRPr>
            </a:lvl2pPr>
            <a:lvl3pPr lvl="2" rtl="0">
              <a:spcBef>
                <a:spcPts val="0"/>
              </a:spcBef>
              <a:spcAft>
                <a:spcPts val="0"/>
              </a:spcAft>
              <a:buSzPts val="3000"/>
              <a:buFont typeface="EB Garamond"/>
              <a:buNone/>
              <a:defRPr sz="4000">
                <a:latin typeface="EB Garamond"/>
                <a:ea typeface="EB Garamond"/>
                <a:cs typeface="EB Garamond"/>
                <a:sym typeface="EB Garamond"/>
              </a:defRPr>
            </a:lvl3pPr>
            <a:lvl4pPr lvl="3" rtl="0">
              <a:spcBef>
                <a:spcPts val="0"/>
              </a:spcBef>
              <a:spcAft>
                <a:spcPts val="0"/>
              </a:spcAft>
              <a:buSzPts val="3000"/>
              <a:buFont typeface="EB Garamond"/>
              <a:buNone/>
              <a:defRPr sz="4000">
                <a:latin typeface="EB Garamond"/>
                <a:ea typeface="EB Garamond"/>
                <a:cs typeface="EB Garamond"/>
                <a:sym typeface="EB Garamond"/>
              </a:defRPr>
            </a:lvl4pPr>
            <a:lvl5pPr lvl="4" rtl="0">
              <a:spcBef>
                <a:spcPts val="0"/>
              </a:spcBef>
              <a:spcAft>
                <a:spcPts val="0"/>
              </a:spcAft>
              <a:buSzPts val="3000"/>
              <a:buFont typeface="EB Garamond"/>
              <a:buNone/>
              <a:defRPr sz="4000">
                <a:latin typeface="EB Garamond"/>
                <a:ea typeface="EB Garamond"/>
                <a:cs typeface="EB Garamond"/>
                <a:sym typeface="EB Garamond"/>
              </a:defRPr>
            </a:lvl5pPr>
            <a:lvl6pPr lvl="5" rtl="0">
              <a:spcBef>
                <a:spcPts val="0"/>
              </a:spcBef>
              <a:spcAft>
                <a:spcPts val="0"/>
              </a:spcAft>
              <a:buSzPts val="3000"/>
              <a:buFont typeface="EB Garamond"/>
              <a:buNone/>
              <a:defRPr sz="4000">
                <a:latin typeface="EB Garamond"/>
                <a:ea typeface="EB Garamond"/>
                <a:cs typeface="EB Garamond"/>
                <a:sym typeface="EB Garamond"/>
              </a:defRPr>
            </a:lvl6pPr>
            <a:lvl7pPr lvl="6" rtl="0">
              <a:spcBef>
                <a:spcPts val="0"/>
              </a:spcBef>
              <a:spcAft>
                <a:spcPts val="0"/>
              </a:spcAft>
              <a:buSzPts val="3000"/>
              <a:buFont typeface="EB Garamond"/>
              <a:buNone/>
              <a:defRPr sz="4000">
                <a:latin typeface="EB Garamond"/>
                <a:ea typeface="EB Garamond"/>
                <a:cs typeface="EB Garamond"/>
                <a:sym typeface="EB Garamond"/>
              </a:defRPr>
            </a:lvl7pPr>
            <a:lvl8pPr lvl="7" rtl="0">
              <a:spcBef>
                <a:spcPts val="0"/>
              </a:spcBef>
              <a:spcAft>
                <a:spcPts val="0"/>
              </a:spcAft>
              <a:buSzPts val="3000"/>
              <a:buFont typeface="EB Garamond"/>
              <a:buNone/>
              <a:defRPr sz="4000">
                <a:latin typeface="EB Garamond"/>
                <a:ea typeface="EB Garamond"/>
                <a:cs typeface="EB Garamond"/>
                <a:sym typeface="EB Garamond"/>
              </a:defRPr>
            </a:lvl8pPr>
            <a:lvl9pPr lvl="8" rtl="0">
              <a:spcBef>
                <a:spcPts val="0"/>
              </a:spcBef>
              <a:spcAft>
                <a:spcPts val="0"/>
              </a:spcAft>
              <a:buSzPts val="3000"/>
              <a:buFont typeface="EB Garamond"/>
              <a:buNone/>
              <a:defRPr sz="4000">
                <a:latin typeface="EB Garamond"/>
                <a:ea typeface="EB Garamond"/>
                <a:cs typeface="EB Garamond"/>
                <a:sym typeface="EB Garamond"/>
              </a:defRPr>
            </a:lvl9pPr>
          </a:lstStyle>
          <a:p>
            <a:r>
              <a:t>xx%</a:t>
            </a:r>
          </a:p>
        </p:txBody>
      </p:sp>
      <p:sp>
        <p:nvSpPr>
          <p:cNvPr id="177" name="Google Shape;177;p13"/>
          <p:cNvSpPr txBox="1">
            <a:spLocks noGrp="1"/>
          </p:cNvSpPr>
          <p:nvPr>
            <p:ph type="subTitle" idx="16"/>
          </p:nvPr>
        </p:nvSpPr>
        <p:spPr>
          <a:xfrm>
            <a:off x="950967"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78" name="Google Shape;178;p13"/>
          <p:cNvSpPr txBox="1">
            <a:spLocks noGrp="1"/>
          </p:cNvSpPr>
          <p:nvPr>
            <p:ph type="subTitle" idx="17"/>
          </p:nvPr>
        </p:nvSpPr>
        <p:spPr>
          <a:xfrm>
            <a:off x="950967"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79" name="Google Shape;179;p13"/>
          <p:cNvSpPr txBox="1">
            <a:spLocks noGrp="1"/>
          </p:cNvSpPr>
          <p:nvPr>
            <p:ph type="subTitle" idx="18"/>
          </p:nvPr>
        </p:nvSpPr>
        <p:spPr>
          <a:xfrm>
            <a:off x="4559000"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0" name="Google Shape;180;p13"/>
          <p:cNvSpPr txBox="1">
            <a:spLocks noGrp="1"/>
          </p:cNvSpPr>
          <p:nvPr>
            <p:ph type="subTitle" idx="19"/>
          </p:nvPr>
        </p:nvSpPr>
        <p:spPr>
          <a:xfrm>
            <a:off x="4559000"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1" name="Google Shape;181;p13"/>
          <p:cNvSpPr txBox="1">
            <a:spLocks noGrp="1"/>
          </p:cNvSpPr>
          <p:nvPr>
            <p:ph type="subTitle" idx="20"/>
          </p:nvPr>
        </p:nvSpPr>
        <p:spPr>
          <a:xfrm>
            <a:off x="8167033" y="4591700"/>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182" name="Google Shape;182;p13"/>
          <p:cNvSpPr txBox="1">
            <a:spLocks noGrp="1"/>
          </p:cNvSpPr>
          <p:nvPr>
            <p:ph type="subTitle" idx="21"/>
          </p:nvPr>
        </p:nvSpPr>
        <p:spPr>
          <a:xfrm>
            <a:off x="8167033" y="2271733"/>
            <a:ext cx="3074000" cy="59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2638834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83"/>
        <p:cNvGrpSpPr/>
        <p:nvPr/>
      </p:nvGrpSpPr>
      <p:grpSpPr>
        <a:xfrm>
          <a:off x="0" y="0"/>
          <a:ext cx="0" cy="0"/>
          <a:chOff x="0" y="0"/>
          <a:chExt cx="0" cy="0"/>
        </a:xfrm>
      </p:grpSpPr>
      <p:pic>
        <p:nvPicPr>
          <p:cNvPr id="184" name="Google Shape;184;p14"/>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185" name="Google Shape;185;p14"/>
          <p:cNvGrpSpPr/>
          <p:nvPr/>
        </p:nvGrpSpPr>
        <p:grpSpPr>
          <a:xfrm>
            <a:off x="-2415713" y="-2141466"/>
            <a:ext cx="7034511" cy="11679689"/>
            <a:chOff x="-1811785" y="-1606100"/>
            <a:chExt cx="5275883" cy="8759767"/>
          </a:xfrm>
        </p:grpSpPr>
        <p:pic>
          <p:nvPicPr>
            <p:cNvPr id="186" name="Google Shape;186;p14"/>
            <p:cNvPicPr preferRelativeResize="0"/>
            <p:nvPr/>
          </p:nvPicPr>
          <p:blipFill>
            <a:blip r:embed="rId3">
              <a:alphaModFix/>
            </a:blip>
            <a:stretch>
              <a:fillRect/>
            </a:stretch>
          </p:blipFill>
          <p:spPr>
            <a:xfrm flipH="1">
              <a:off x="296831" y="-1606100"/>
              <a:ext cx="3167267" cy="2103247"/>
            </a:xfrm>
            <a:prstGeom prst="rect">
              <a:avLst/>
            </a:prstGeom>
            <a:noFill/>
            <a:ln>
              <a:noFill/>
            </a:ln>
          </p:spPr>
        </p:pic>
        <p:pic>
          <p:nvPicPr>
            <p:cNvPr id="187" name="Google Shape;187;p14"/>
            <p:cNvPicPr preferRelativeResize="0"/>
            <p:nvPr/>
          </p:nvPicPr>
          <p:blipFill>
            <a:blip r:embed="rId4">
              <a:alphaModFix/>
            </a:blip>
            <a:stretch>
              <a:fillRect/>
            </a:stretch>
          </p:blipFill>
          <p:spPr>
            <a:xfrm rot="3024203" flipH="1">
              <a:off x="-1661175" y="4029886"/>
              <a:ext cx="3638626" cy="2103250"/>
            </a:xfrm>
            <a:prstGeom prst="rect">
              <a:avLst/>
            </a:prstGeom>
            <a:noFill/>
            <a:ln>
              <a:noFill/>
            </a:ln>
          </p:spPr>
        </p:pic>
      </p:grpSp>
      <p:grpSp>
        <p:nvGrpSpPr>
          <p:cNvPr id="188" name="Google Shape;188;p14"/>
          <p:cNvGrpSpPr/>
          <p:nvPr/>
        </p:nvGrpSpPr>
        <p:grpSpPr>
          <a:xfrm>
            <a:off x="1547578" y="-513433"/>
            <a:ext cx="9586884" cy="7371432"/>
            <a:chOff x="1160683" y="-385075"/>
            <a:chExt cx="7190163" cy="5528574"/>
          </a:xfrm>
        </p:grpSpPr>
        <p:pic>
          <p:nvPicPr>
            <p:cNvPr id="189" name="Google Shape;189;p14"/>
            <p:cNvPicPr preferRelativeResize="0"/>
            <p:nvPr/>
          </p:nvPicPr>
          <p:blipFill>
            <a:blip r:embed="rId5">
              <a:alphaModFix/>
            </a:blip>
            <a:stretch>
              <a:fillRect/>
            </a:stretch>
          </p:blipFill>
          <p:spPr>
            <a:xfrm flipH="1">
              <a:off x="1160683" y="3587350"/>
              <a:ext cx="2362876" cy="1556149"/>
            </a:xfrm>
            <a:prstGeom prst="rect">
              <a:avLst/>
            </a:prstGeom>
            <a:noFill/>
            <a:ln>
              <a:noFill/>
            </a:ln>
          </p:spPr>
        </p:pic>
        <p:pic>
          <p:nvPicPr>
            <p:cNvPr id="190" name="Google Shape;190;p14"/>
            <p:cNvPicPr preferRelativeResize="0"/>
            <p:nvPr/>
          </p:nvPicPr>
          <p:blipFill>
            <a:blip r:embed="rId6">
              <a:alphaModFix/>
            </a:blip>
            <a:stretch>
              <a:fillRect/>
            </a:stretch>
          </p:blipFill>
          <p:spPr>
            <a:xfrm flipH="1">
              <a:off x="7554246" y="-385075"/>
              <a:ext cx="796600" cy="882224"/>
            </a:xfrm>
            <a:prstGeom prst="rect">
              <a:avLst/>
            </a:prstGeom>
            <a:noFill/>
            <a:ln>
              <a:noFill/>
            </a:ln>
          </p:spPr>
        </p:pic>
      </p:grpSp>
      <p:grpSp>
        <p:nvGrpSpPr>
          <p:cNvPr id="191" name="Google Shape;191;p14"/>
          <p:cNvGrpSpPr/>
          <p:nvPr/>
        </p:nvGrpSpPr>
        <p:grpSpPr>
          <a:xfrm>
            <a:off x="522759" y="-867260"/>
            <a:ext cx="8856197" cy="8283875"/>
            <a:chOff x="392069" y="-650445"/>
            <a:chExt cx="6642148" cy="6212906"/>
          </a:xfrm>
        </p:grpSpPr>
        <p:pic>
          <p:nvPicPr>
            <p:cNvPr id="192" name="Google Shape;192;p14"/>
            <p:cNvPicPr preferRelativeResize="0"/>
            <p:nvPr/>
          </p:nvPicPr>
          <p:blipFill>
            <a:blip r:embed="rId7">
              <a:alphaModFix amt="69000"/>
            </a:blip>
            <a:stretch>
              <a:fillRect/>
            </a:stretch>
          </p:blipFill>
          <p:spPr>
            <a:xfrm rot="-9899998" flipH="1">
              <a:off x="529665" y="-500938"/>
              <a:ext cx="1318127" cy="1236801"/>
            </a:xfrm>
            <a:prstGeom prst="rect">
              <a:avLst/>
            </a:prstGeom>
            <a:noFill/>
            <a:ln>
              <a:noFill/>
            </a:ln>
          </p:spPr>
        </p:pic>
        <p:pic>
          <p:nvPicPr>
            <p:cNvPr id="193" name="Google Shape;193;p14"/>
            <p:cNvPicPr preferRelativeResize="0"/>
            <p:nvPr/>
          </p:nvPicPr>
          <p:blipFill>
            <a:blip r:embed="rId8">
              <a:alphaModFix/>
            </a:blip>
            <a:stretch>
              <a:fillRect/>
            </a:stretch>
          </p:blipFill>
          <p:spPr>
            <a:xfrm flipH="1">
              <a:off x="5990342" y="4600561"/>
              <a:ext cx="1043875" cy="961900"/>
            </a:xfrm>
            <a:prstGeom prst="rect">
              <a:avLst/>
            </a:prstGeom>
            <a:noFill/>
            <a:ln>
              <a:noFill/>
            </a:ln>
          </p:spPr>
        </p:pic>
      </p:grpSp>
      <p:pic>
        <p:nvPicPr>
          <p:cNvPr id="194" name="Google Shape;194;p14"/>
          <p:cNvPicPr preferRelativeResize="0"/>
          <p:nvPr/>
        </p:nvPicPr>
        <p:blipFill>
          <a:blip r:embed="rId9">
            <a:alphaModFix/>
          </a:blip>
          <a:stretch>
            <a:fillRect/>
          </a:stretch>
        </p:blipFill>
        <p:spPr>
          <a:xfrm rot="-2700000" flipH="1">
            <a:off x="9870202" y="3586232"/>
            <a:ext cx="5321521" cy="5793971"/>
          </a:xfrm>
          <a:prstGeom prst="rect">
            <a:avLst/>
          </a:prstGeom>
          <a:noFill/>
          <a:ln>
            <a:noFill/>
          </a:ln>
        </p:spPr>
      </p:pic>
      <p:sp>
        <p:nvSpPr>
          <p:cNvPr id="195" name="Google Shape;195;p14"/>
          <p:cNvSpPr txBox="1">
            <a:spLocks noGrp="1"/>
          </p:cNvSpPr>
          <p:nvPr>
            <p:ph type="title"/>
          </p:nvPr>
        </p:nvSpPr>
        <p:spPr>
          <a:xfrm>
            <a:off x="1232000" y="4327916"/>
            <a:ext cx="9728400" cy="70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96" name="Google Shape;196;p14"/>
          <p:cNvSpPr txBox="1">
            <a:spLocks noGrp="1"/>
          </p:cNvSpPr>
          <p:nvPr>
            <p:ph type="subTitle" idx="1"/>
          </p:nvPr>
        </p:nvSpPr>
        <p:spPr>
          <a:xfrm>
            <a:off x="1232000" y="1696000"/>
            <a:ext cx="9728400" cy="2410800"/>
          </a:xfrm>
          <a:prstGeom prst="rect">
            <a:avLst/>
          </a:prstGeom>
          <a:noFill/>
        </p:spPr>
        <p:txBody>
          <a:bodyPr spcFirstLastPara="1" wrap="square" lIns="91425" tIns="91425" rIns="91425" bIns="91425" anchor="b" anchorCtr="0">
            <a:noAutofit/>
          </a:bodyPr>
          <a:lstStyle>
            <a:lvl1pPr lvl="0" algn="r" rtl="0">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Tree>
    <p:extLst>
      <p:ext uri="{BB962C8B-B14F-4D97-AF65-F5344CB8AC3E}">
        <p14:creationId xmlns:p14="http://schemas.microsoft.com/office/powerpoint/2010/main" val="3731876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97"/>
        <p:cNvGrpSpPr/>
        <p:nvPr/>
      </p:nvGrpSpPr>
      <p:grpSpPr>
        <a:xfrm>
          <a:off x="0" y="0"/>
          <a:ext cx="0" cy="0"/>
          <a:chOff x="0" y="0"/>
          <a:chExt cx="0" cy="0"/>
        </a:xfrm>
      </p:grpSpPr>
      <p:pic>
        <p:nvPicPr>
          <p:cNvPr id="198" name="Google Shape;198;p1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199" name="Google Shape;199;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200" name="Google Shape;200;p15"/>
          <p:cNvPicPr preferRelativeResize="0"/>
          <p:nvPr/>
        </p:nvPicPr>
        <p:blipFill>
          <a:blip r:embed="rId3">
            <a:alphaModFix/>
          </a:blip>
          <a:stretch>
            <a:fillRect/>
          </a:stretch>
        </p:blipFill>
        <p:spPr>
          <a:xfrm rot="3019615">
            <a:off x="6425503" y="-4369802"/>
            <a:ext cx="5678096" cy="6182203"/>
          </a:xfrm>
          <a:prstGeom prst="rect">
            <a:avLst/>
          </a:prstGeom>
          <a:noFill/>
          <a:ln>
            <a:noFill/>
          </a:ln>
        </p:spPr>
      </p:pic>
      <p:grpSp>
        <p:nvGrpSpPr>
          <p:cNvPr id="201" name="Google Shape;201;p15"/>
          <p:cNvGrpSpPr/>
          <p:nvPr/>
        </p:nvGrpSpPr>
        <p:grpSpPr>
          <a:xfrm>
            <a:off x="5239166" y="5180289"/>
            <a:ext cx="9006815" cy="4179959"/>
            <a:chOff x="3929374" y="3885216"/>
            <a:chExt cx="6755111" cy="3134969"/>
          </a:xfrm>
        </p:grpSpPr>
        <p:pic>
          <p:nvPicPr>
            <p:cNvPr id="202" name="Google Shape;202;p15"/>
            <p:cNvPicPr preferRelativeResize="0"/>
            <p:nvPr/>
          </p:nvPicPr>
          <p:blipFill>
            <a:blip r:embed="rId4">
              <a:alphaModFix amt="75000"/>
            </a:blip>
            <a:stretch>
              <a:fillRect/>
            </a:stretch>
          </p:blipFill>
          <p:spPr>
            <a:xfrm rot="9482569">
              <a:off x="7238874" y="4401077"/>
              <a:ext cx="3167267" cy="2103246"/>
            </a:xfrm>
            <a:prstGeom prst="rect">
              <a:avLst/>
            </a:prstGeom>
            <a:noFill/>
            <a:ln>
              <a:noFill/>
            </a:ln>
          </p:spPr>
        </p:pic>
        <p:pic>
          <p:nvPicPr>
            <p:cNvPr id="203" name="Google Shape;203;p15"/>
            <p:cNvPicPr preferRelativeResize="0"/>
            <p:nvPr/>
          </p:nvPicPr>
          <p:blipFill>
            <a:blip r:embed="rId5">
              <a:alphaModFix/>
            </a:blip>
            <a:stretch>
              <a:fillRect/>
            </a:stretch>
          </p:blipFill>
          <p:spPr>
            <a:xfrm>
              <a:off x="3929374" y="4710175"/>
              <a:ext cx="2027866" cy="2103247"/>
            </a:xfrm>
            <a:prstGeom prst="rect">
              <a:avLst/>
            </a:prstGeom>
            <a:noFill/>
            <a:ln>
              <a:noFill/>
            </a:ln>
          </p:spPr>
        </p:pic>
      </p:grpSp>
      <p:grpSp>
        <p:nvGrpSpPr>
          <p:cNvPr id="204" name="Google Shape;204;p15"/>
          <p:cNvGrpSpPr/>
          <p:nvPr/>
        </p:nvGrpSpPr>
        <p:grpSpPr>
          <a:xfrm>
            <a:off x="-861261" y="805802"/>
            <a:ext cx="14247959" cy="6404564"/>
            <a:chOff x="-645946" y="604351"/>
            <a:chExt cx="10685969" cy="4803423"/>
          </a:xfrm>
        </p:grpSpPr>
        <p:pic>
          <p:nvPicPr>
            <p:cNvPr id="205" name="Google Shape;205;p15"/>
            <p:cNvPicPr preferRelativeResize="0"/>
            <p:nvPr/>
          </p:nvPicPr>
          <p:blipFill>
            <a:blip r:embed="rId6">
              <a:alphaModFix amt="79000"/>
            </a:blip>
            <a:stretch>
              <a:fillRect/>
            </a:stretch>
          </p:blipFill>
          <p:spPr>
            <a:xfrm rot="-2700000">
              <a:off x="8648331" y="858130"/>
              <a:ext cx="1174132" cy="1101691"/>
            </a:xfrm>
            <a:prstGeom prst="rect">
              <a:avLst/>
            </a:prstGeom>
            <a:noFill/>
            <a:ln>
              <a:noFill/>
            </a:ln>
          </p:spPr>
        </p:pic>
        <p:pic>
          <p:nvPicPr>
            <p:cNvPr id="206" name="Google Shape;206;p15"/>
            <p:cNvPicPr preferRelativeResize="0"/>
            <p:nvPr/>
          </p:nvPicPr>
          <p:blipFill>
            <a:blip r:embed="rId7">
              <a:alphaModFix amt="63000"/>
            </a:blip>
            <a:stretch>
              <a:fillRect/>
            </a:stretch>
          </p:blipFill>
          <p:spPr>
            <a:xfrm>
              <a:off x="-645946" y="4445873"/>
              <a:ext cx="1043875" cy="961900"/>
            </a:xfrm>
            <a:prstGeom prst="rect">
              <a:avLst/>
            </a:prstGeom>
            <a:noFill/>
            <a:ln>
              <a:noFill/>
            </a:ln>
          </p:spPr>
        </p:pic>
      </p:grpSp>
      <p:grpSp>
        <p:nvGrpSpPr>
          <p:cNvPr id="207" name="Google Shape;207;p15"/>
          <p:cNvGrpSpPr/>
          <p:nvPr/>
        </p:nvGrpSpPr>
        <p:grpSpPr>
          <a:xfrm>
            <a:off x="-606940" y="-1150861"/>
            <a:ext cx="9568069" cy="8491492"/>
            <a:chOff x="-455205" y="-863146"/>
            <a:chExt cx="7176052" cy="6368619"/>
          </a:xfrm>
        </p:grpSpPr>
        <p:pic>
          <p:nvPicPr>
            <p:cNvPr id="208" name="Google Shape;208;p15"/>
            <p:cNvPicPr preferRelativeResize="0"/>
            <p:nvPr/>
          </p:nvPicPr>
          <p:blipFill>
            <a:blip r:embed="rId8">
              <a:alphaModFix/>
            </a:blip>
            <a:stretch>
              <a:fillRect/>
            </a:stretch>
          </p:blipFill>
          <p:spPr>
            <a:xfrm>
              <a:off x="5585798" y="4747374"/>
              <a:ext cx="1135050" cy="758100"/>
            </a:xfrm>
            <a:prstGeom prst="rect">
              <a:avLst/>
            </a:prstGeom>
            <a:noFill/>
            <a:ln>
              <a:noFill/>
            </a:ln>
          </p:spPr>
        </p:pic>
        <p:pic>
          <p:nvPicPr>
            <p:cNvPr id="209" name="Google Shape;209;p15"/>
            <p:cNvPicPr preferRelativeResize="0"/>
            <p:nvPr/>
          </p:nvPicPr>
          <p:blipFill>
            <a:blip r:embed="rId9">
              <a:alphaModFix/>
            </a:blip>
            <a:stretch>
              <a:fillRect/>
            </a:stretch>
          </p:blipFill>
          <p:spPr>
            <a:xfrm rot="5399987" flipH="1">
              <a:off x="-842533" y="-475814"/>
              <a:ext cx="2268940" cy="1494276"/>
            </a:xfrm>
            <a:prstGeom prst="rect">
              <a:avLst/>
            </a:prstGeom>
            <a:noFill/>
            <a:ln>
              <a:noFill/>
            </a:ln>
          </p:spPr>
        </p:pic>
      </p:grpSp>
    </p:spTree>
    <p:extLst>
      <p:ext uri="{BB962C8B-B14F-4D97-AF65-F5344CB8AC3E}">
        <p14:creationId xmlns:p14="http://schemas.microsoft.com/office/powerpoint/2010/main" val="14515966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10"/>
        <p:cNvGrpSpPr/>
        <p:nvPr/>
      </p:nvGrpSpPr>
      <p:grpSpPr>
        <a:xfrm>
          <a:off x="0" y="0"/>
          <a:ext cx="0" cy="0"/>
          <a:chOff x="0" y="0"/>
          <a:chExt cx="0" cy="0"/>
        </a:xfrm>
      </p:grpSpPr>
      <p:pic>
        <p:nvPicPr>
          <p:cNvPr id="211" name="Google Shape;211;p16"/>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12" name="Google Shape;212;p1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pic>
        <p:nvPicPr>
          <p:cNvPr id="213" name="Google Shape;213;p16"/>
          <p:cNvPicPr preferRelativeResize="0"/>
          <p:nvPr/>
        </p:nvPicPr>
        <p:blipFill>
          <a:blip r:embed="rId3">
            <a:alphaModFix/>
          </a:blip>
          <a:stretch>
            <a:fillRect/>
          </a:stretch>
        </p:blipFill>
        <p:spPr>
          <a:xfrm rot="-5400000" flipH="1">
            <a:off x="-4445312" y="3807100"/>
            <a:ext cx="5321493" cy="5793936"/>
          </a:xfrm>
          <a:prstGeom prst="rect">
            <a:avLst/>
          </a:prstGeom>
          <a:noFill/>
          <a:ln>
            <a:noFill/>
          </a:ln>
        </p:spPr>
      </p:pic>
      <p:pic>
        <p:nvPicPr>
          <p:cNvPr id="214" name="Google Shape;214;p16"/>
          <p:cNvPicPr preferRelativeResize="0"/>
          <p:nvPr/>
        </p:nvPicPr>
        <p:blipFill>
          <a:blip r:embed="rId4">
            <a:alphaModFix/>
          </a:blip>
          <a:stretch>
            <a:fillRect/>
          </a:stretch>
        </p:blipFill>
        <p:spPr>
          <a:xfrm rot="10800000" flipH="1">
            <a:off x="7752989" y="6288004"/>
            <a:ext cx="1391833" cy="1282533"/>
          </a:xfrm>
          <a:prstGeom prst="rect">
            <a:avLst/>
          </a:prstGeom>
          <a:noFill/>
          <a:ln>
            <a:noFill/>
          </a:ln>
        </p:spPr>
      </p:pic>
      <p:grpSp>
        <p:nvGrpSpPr>
          <p:cNvPr id="215" name="Google Shape;215;p16"/>
          <p:cNvGrpSpPr/>
          <p:nvPr/>
        </p:nvGrpSpPr>
        <p:grpSpPr>
          <a:xfrm>
            <a:off x="-1463055" y="3705094"/>
            <a:ext cx="15154875" cy="4991057"/>
            <a:chOff x="-1097291" y="2778820"/>
            <a:chExt cx="11366156" cy="3743293"/>
          </a:xfrm>
        </p:grpSpPr>
        <p:pic>
          <p:nvPicPr>
            <p:cNvPr id="216" name="Google Shape;216;p16"/>
            <p:cNvPicPr preferRelativeResize="0"/>
            <p:nvPr/>
          </p:nvPicPr>
          <p:blipFill>
            <a:blip r:embed="rId5">
              <a:alphaModFix/>
            </a:blip>
            <a:stretch>
              <a:fillRect/>
            </a:stretch>
          </p:blipFill>
          <p:spPr>
            <a:xfrm rot="7840044" flipH="1">
              <a:off x="-918651" y="4340865"/>
              <a:ext cx="2362876" cy="1556150"/>
            </a:xfrm>
            <a:prstGeom prst="rect">
              <a:avLst/>
            </a:prstGeom>
            <a:noFill/>
            <a:ln>
              <a:noFill/>
            </a:ln>
          </p:spPr>
        </p:pic>
        <p:pic>
          <p:nvPicPr>
            <p:cNvPr id="217" name="Google Shape;217;p16"/>
            <p:cNvPicPr preferRelativeResize="0"/>
            <p:nvPr/>
          </p:nvPicPr>
          <p:blipFill>
            <a:blip r:embed="rId6">
              <a:alphaModFix/>
            </a:blip>
            <a:stretch>
              <a:fillRect/>
            </a:stretch>
          </p:blipFill>
          <p:spPr>
            <a:xfrm rot="8542753" flipH="1">
              <a:off x="7007474" y="3622619"/>
              <a:ext cx="3202202" cy="1284687"/>
            </a:xfrm>
            <a:prstGeom prst="rect">
              <a:avLst/>
            </a:prstGeom>
            <a:noFill/>
            <a:ln>
              <a:noFill/>
            </a:ln>
          </p:spPr>
        </p:pic>
        <p:pic>
          <p:nvPicPr>
            <p:cNvPr id="218" name="Google Shape;218;p16"/>
            <p:cNvPicPr preferRelativeResize="0"/>
            <p:nvPr/>
          </p:nvPicPr>
          <p:blipFill>
            <a:blip r:embed="rId7">
              <a:alphaModFix/>
            </a:blip>
            <a:stretch>
              <a:fillRect/>
            </a:stretch>
          </p:blipFill>
          <p:spPr>
            <a:xfrm rot="10800000" flipH="1">
              <a:off x="5346474" y="4755828"/>
              <a:ext cx="796600" cy="882224"/>
            </a:xfrm>
            <a:prstGeom prst="rect">
              <a:avLst/>
            </a:prstGeom>
            <a:noFill/>
            <a:ln>
              <a:noFill/>
            </a:ln>
          </p:spPr>
        </p:pic>
      </p:grpSp>
      <p:grpSp>
        <p:nvGrpSpPr>
          <p:cNvPr id="219" name="Google Shape;219;p16"/>
          <p:cNvGrpSpPr/>
          <p:nvPr/>
        </p:nvGrpSpPr>
        <p:grpSpPr>
          <a:xfrm>
            <a:off x="-1543467" y="-4549056"/>
            <a:ext cx="16094632" cy="8057723"/>
            <a:chOff x="-1157600" y="-3411792"/>
            <a:chExt cx="12070974" cy="6043292"/>
          </a:xfrm>
        </p:grpSpPr>
        <p:pic>
          <p:nvPicPr>
            <p:cNvPr id="220" name="Google Shape;220;p16"/>
            <p:cNvPicPr preferRelativeResize="0"/>
            <p:nvPr/>
          </p:nvPicPr>
          <p:blipFill>
            <a:blip r:embed="rId8">
              <a:alphaModFix/>
            </a:blip>
            <a:stretch>
              <a:fillRect/>
            </a:stretch>
          </p:blipFill>
          <p:spPr>
            <a:xfrm rot="-10799956" flipH="1">
              <a:off x="-1157600" y="-1654591"/>
              <a:ext cx="3055850" cy="2099585"/>
            </a:xfrm>
            <a:prstGeom prst="rect">
              <a:avLst/>
            </a:prstGeom>
            <a:noFill/>
            <a:ln>
              <a:noFill/>
            </a:ln>
          </p:spPr>
        </p:pic>
        <p:pic>
          <p:nvPicPr>
            <p:cNvPr id="221" name="Google Shape;221;p16"/>
            <p:cNvPicPr preferRelativeResize="0"/>
            <p:nvPr/>
          </p:nvPicPr>
          <p:blipFill>
            <a:blip r:embed="rId9">
              <a:alphaModFix/>
            </a:blip>
            <a:stretch>
              <a:fillRect/>
            </a:stretch>
          </p:blipFill>
          <p:spPr>
            <a:xfrm rot="3029897" flipH="1">
              <a:off x="8487966" y="153131"/>
              <a:ext cx="1975439" cy="2097962"/>
            </a:xfrm>
            <a:prstGeom prst="rect">
              <a:avLst/>
            </a:prstGeom>
            <a:noFill/>
            <a:ln>
              <a:noFill/>
            </a:ln>
          </p:spPr>
        </p:pic>
        <p:pic>
          <p:nvPicPr>
            <p:cNvPr id="222" name="Google Shape;222;p16"/>
            <p:cNvPicPr preferRelativeResize="0"/>
            <p:nvPr/>
          </p:nvPicPr>
          <p:blipFill>
            <a:blip r:embed="rId10">
              <a:alphaModFix amt="76000"/>
            </a:blip>
            <a:stretch>
              <a:fillRect/>
            </a:stretch>
          </p:blipFill>
          <p:spPr>
            <a:xfrm rot="-10455859" flipH="1">
              <a:off x="45324" y="-3246422"/>
              <a:ext cx="3490776" cy="3620549"/>
            </a:xfrm>
            <a:prstGeom prst="rect">
              <a:avLst/>
            </a:prstGeom>
            <a:noFill/>
            <a:ln>
              <a:noFill/>
            </a:ln>
          </p:spPr>
        </p:pic>
      </p:grpSp>
    </p:spTree>
    <p:extLst>
      <p:ext uri="{BB962C8B-B14F-4D97-AF65-F5344CB8AC3E}">
        <p14:creationId xmlns:p14="http://schemas.microsoft.com/office/powerpoint/2010/main" val="394417510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23"/>
        <p:cNvGrpSpPr/>
        <p:nvPr/>
      </p:nvGrpSpPr>
      <p:grpSpPr>
        <a:xfrm>
          <a:off x="0" y="0"/>
          <a:ext cx="0" cy="0"/>
          <a:chOff x="0" y="0"/>
          <a:chExt cx="0" cy="0"/>
        </a:xfrm>
      </p:grpSpPr>
      <p:pic>
        <p:nvPicPr>
          <p:cNvPr id="224" name="Google Shape;224;p17"/>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225" name="Google Shape;225;p17"/>
          <p:cNvGrpSpPr/>
          <p:nvPr/>
        </p:nvGrpSpPr>
        <p:grpSpPr>
          <a:xfrm>
            <a:off x="-1906701" y="-1701613"/>
            <a:ext cx="15436775" cy="8953976"/>
            <a:chOff x="-1430026" y="-1276210"/>
            <a:chExt cx="11577581" cy="6715482"/>
          </a:xfrm>
        </p:grpSpPr>
        <p:pic>
          <p:nvPicPr>
            <p:cNvPr id="226" name="Google Shape;226;p17"/>
            <p:cNvPicPr preferRelativeResize="0"/>
            <p:nvPr/>
          </p:nvPicPr>
          <p:blipFill>
            <a:blip r:embed="rId3">
              <a:alphaModFix amt="75000"/>
            </a:blip>
            <a:stretch>
              <a:fillRect/>
            </a:stretch>
          </p:blipFill>
          <p:spPr>
            <a:xfrm rot="5400000">
              <a:off x="7512298" y="-744200"/>
              <a:ext cx="3167267" cy="2103247"/>
            </a:xfrm>
            <a:prstGeom prst="rect">
              <a:avLst/>
            </a:prstGeom>
            <a:noFill/>
            <a:ln>
              <a:noFill/>
            </a:ln>
          </p:spPr>
        </p:pic>
        <p:pic>
          <p:nvPicPr>
            <p:cNvPr id="227" name="Google Shape;227;p17"/>
            <p:cNvPicPr preferRelativeResize="0"/>
            <p:nvPr/>
          </p:nvPicPr>
          <p:blipFill>
            <a:blip r:embed="rId4">
              <a:alphaModFix/>
            </a:blip>
            <a:stretch>
              <a:fillRect/>
            </a:stretch>
          </p:blipFill>
          <p:spPr>
            <a:xfrm>
              <a:off x="-1430026" y="3336025"/>
              <a:ext cx="2027866" cy="2103247"/>
            </a:xfrm>
            <a:prstGeom prst="rect">
              <a:avLst/>
            </a:prstGeom>
            <a:noFill/>
            <a:ln>
              <a:noFill/>
            </a:ln>
          </p:spPr>
        </p:pic>
      </p:grpSp>
      <p:pic>
        <p:nvPicPr>
          <p:cNvPr id="228" name="Google Shape;228;p17"/>
          <p:cNvPicPr preferRelativeResize="0"/>
          <p:nvPr/>
        </p:nvPicPr>
        <p:blipFill>
          <a:blip r:embed="rId5">
            <a:alphaModFix/>
          </a:blip>
          <a:stretch>
            <a:fillRect/>
          </a:stretch>
        </p:blipFill>
        <p:spPr>
          <a:xfrm rot="370385">
            <a:off x="8250266" y="3583567"/>
            <a:ext cx="5678100" cy="6182203"/>
          </a:xfrm>
          <a:prstGeom prst="rect">
            <a:avLst/>
          </a:prstGeom>
          <a:noFill/>
          <a:ln>
            <a:noFill/>
          </a:ln>
        </p:spPr>
      </p:pic>
      <p:grpSp>
        <p:nvGrpSpPr>
          <p:cNvPr id="229" name="Google Shape;229;p17"/>
          <p:cNvGrpSpPr/>
          <p:nvPr/>
        </p:nvGrpSpPr>
        <p:grpSpPr>
          <a:xfrm>
            <a:off x="-883828" y="-1368499"/>
            <a:ext cx="12517725" cy="6292531"/>
            <a:chOff x="-662871" y="-1026374"/>
            <a:chExt cx="9388294" cy="4719398"/>
          </a:xfrm>
        </p:grpSpPr>
        <p:pic>
          <p:nvPicPr>
            <p:cNvPr id="230" name="Google Shape;230;p17"/>
            <p:cNvPicPr preferRelativeResize="0"/>
            <p:nvPr/>
          </p:nvPicPr>
          <p:blipFill>
            <a:blip r:embed="rId6">
              <a:alphaModFix amt="79000"/>
            </a:blip>
            <a:stretch>
              <a:fillRect/>
            </a:stretch>
          </p:blipFill>
          <p:spPr>
            <a:xfrm rot="-2700000">
              <a:off x="7333731" y="-772595"/>
              <a:ext cx="1174132" cy="1101691"/>
            </a:xfrm>
            <a:prstGeom prst="rect">
              <a:avLst/>
            </a:prstGeom>
            <a:noFill/>
            <a:ln>
              <a:noFill/>
            </a:ln>
          </p:spPr>
        </p:pic>
        <p:pic>
          <p:nvPicPr>
            <p:cNvPr id="231" name="Google Shape;231;p17"/>
            <p:cNvPicPr preferRelativeResize="0"/>
            <p:nvPr/>
          </p:nvPicPr>
          <p:blipFill>
            <a:blip r:embed="rId7">
              <a:alphaModFix amt="63000"/>
            </a:blip>
            <a:stretch>
              <a:fillRect/>
            </a:stretch>
          </p:blipFill>
          <p:spPr>
            <a:xfrm>
              <a:off x="-662871" y="2731123"/>
              <a:ext cx="1043875" cy="961900"/>
            </a:xfrm>
            <a:prstGeom prst="rect">
              <a:avLst/>
            </a:prstGeom>
            <a:noFill/>
            <a:ln>
              <a:noFill/>
            </a:ln>
          </p:spPr>
        </p:pic>
      </p:grpSp>
      <p:grpSp>
        <p:nvGrpSpPr>
          <p:cNvPr id="232" name="Google Shape;232;p17"/>
          <p:cNvGrpSpPr/>
          <p:nvPr/>
        </p:nvGrpSpPr>
        <p:grpSpPr>
          <a:xfrm>
            <a:off x="-1771997" y="-1875009"/>
            <a:ext cx="12956511" cy="8502543"/>
            <a:chOff x="-1328998" y="-1406257"/>
            <a:chExt cx="9717383" cy="6376907"/>
          </a:xfrm>
        </p:grpSpPr>
        <p:pic>
          <p:nvPicPr>
            <p:cNvPr id="233" name="Google Shape;233;p17"/>
            <p:cNvPicPr preferRelativeResize="0"/>
            <p:nvPr/>
          </p:nvPicPr>
          <p:blipFill>
            <a:blip r:embed="rId8">
              <a:alphaModFix/>
            </a:blip>
            <a:stretch>
              <a:fillRect/>
            </a:stretch>
          </p:blipFill>
          <p:spPr>
            <a:xfrm>
              <a:off x="-840402" y="4008599"/>
              <a:ext cx="1135050" cy="758100"/>
            </a:xfrm>
            <a:prstGeom prst="rect">
              <a:avLst/>
            </a:prstGeom>
            <a:noFill/>
            <a:ln>
              <a:noFill/>
            </a:ln>
          </p:spPr>
        </p:pic>
        <p:pic>
          <p:nvPicPr>
            <p:cNvPr id="234" name="Google Shape;234;p17"/>
            <p:cNvPicPr preferRelativeResize="0"/>
            <p:nvPr/>
          </p:nvPicPr>
          <p:blipFill>
            <a:blip r:embed="rId9">
              <a:alphaModFix/>
            </a:blip>
            <a:stretch>
              <a:fillRect/>
            </a:stretch>
          </p:blipFill>
          <p:spPr>
            <a:xfrm>
              <a:off x="7453210" y="3934950"/>
              <a:ext cx="935175" cy="1035701"/>
            </a:xfrm>
            <a:prstGeom prst="rect">
              <a:avLst/>
            </a:prstGeom>
            <a:noFill/>
            <a:ln>
              <a:noFill/>
            </a:ln>
          </p:spPr>
        </p:pic>
        <p:pic>
          <p:nvPicPr>
            <p:cNvPr id="235" name="Google Shape;235;p17"/>
            <p:cNvPicPr preferRelativeResize="0"/>
            <p:nvPr/>
          </p:nvPicPr>
          <p:blipFill>
            <a:blip r:embed="rId10">
              <a:alphaModFix/>
            </a:blip>
            <a:stretch>
              <a:fillRect/>
            </a:stretch>
          </p:blipFill>
          <p:spPr>
            <a:xfrm rot="7518071" flipH="1">
              <a:off x="-1144794" y="-546976"/>
              <a:ext cx="3193620" cy="2103249"/>
            </a:xfrm>
            <a:prstGeom prst="rect">
              <a:avLst/>
            </a:prstGeom>
            <a:noFill/>
            <a:ln>
              <a:noFill/>
            </a:ln>
          </p:spPr>
        </p:pic>
      </p:grpSp>
      <p:sp>
        <p:nvSpPr>
          <p:cNvPr id="236" name="Google Shape;236;p17"/>
          <p:cNvSpPr txBox="1">
            <a:spLocks noGrp="1"/>
          </p:cNvSpPr>
          <p:nvPr>
            <p:ph type="title"/>
          </p:nvPr>
        </p:nvSpPr>
        <p:spPr>
          <a:xfrm>
            <a:off x="6096200" y="2175433"/>
            <a:ext cx="5150400" cy="1446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37" name="Google Shape;237;p17"/>
          <p:cNvSpPr txBox="1">
            <a:spLocks noGrp="1"/>
          </p:cNvSpPr>
          <p:nvPr>
            <p:ph type="subTitle" idx="1"/>
          </p:nvPr>
        </p:nvSpPr>
        <p:spPr>
          <a:xfrm>
            <a:off x="6096200" y="3568167"/>
            <a:ext cx="5150400" cy="11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8" name="Google Shape;238;p17"/>
          <p:cNvSpPr>
            <a:spLocks noGrp="1"/>
          </p:cNvSpPr>
          <p:nvPr>
            <p:ph type="pic" idx="2"/>
          </p:nvPr>
        </p:nvSpPr>
        <p:spPr>
          <a:xfrm flipH="1">
            <a:off x="1521749" y="711817"/>
            <a:ext cx="3880000" cy="5434400"/>
          </a:xfrm>
          <a:prstGeom prst="roundRect">
            <a:avLst>
              <a:gd name="adj" fmla="val 16667"/>
            </a:avLst>
          </a:prstGeom>
          <a:noFill/>
          <a:ln>
            <a:noFill/>
          </a:ln>
        </p:spPr>
      </p:sp>
    </p:spTree>
    <p:extLst>
      <p:ext uri="{BB962C8B-B14F-4D97-AF65-F5344CB8AC3E}">
        <p14:creationId xmlns:p14="http://schemas.microsoft.com/office/powerpoint/2010/main" val="200965442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39"/>
        <p:cNvGrpSpPr/>
        <p:nvPr/>
      </p:nvGrpSpPr>
      <p:grpSpPr>
        <a:xfrm>
          <a:off x="0" y="0"/>
          <a:ext cx="0" cy="0"/>
          <a:chOff x="0" y="0"/>
          <a:chExt cx="0" cy="0"/>
        </a:xfrm>
      </p:grpSpPr>
      <p:pic>
        <p:nvPicPr>
          <p:cNvPr id="240" name="Google Shape;240;p18"/>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41" name="Google Shape;241;p18"/>
          <p:cNvSpPr txBox="1">
            <a:spLocks noGrp="1"/>
          </p:cNvSpPr>
          <p:nvPr>
            <p:ph type="title"/>
          </p:nvPr>
        </p:nvSpPr>
        <p:spPr>
          <a:xfrm>
            <a:off x="960000" y="2491567"/>
            <a:ext cx="4797200" cy="80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42" name="Google Shape;242;p18"/>
          <p:cNvSpPr txBox="1">
            <a:spLocks noGrp="1"/>
          </p:cNvSpPr>
          <p:nvPr>
            <p:ph type="subTitle" idx="1"/>
          </p:nvPr>
        </p:nvSpPr>
        <p:spPr>
          <a:xfrm>
            <a:off x="960000" y="3292833"/>
            <a:ext cx="4797200" cy="107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243" name="Google Shape;243;p18"/>
          <p:cNvPicPr preferRelativeResize="0"/>
          <p:nvPr/>
        </p:nvPicPr>
        <p:blipFill>
          <a:blip r:embed="rId3">
            <a:alphaModFix/>
          </a:blip>
          <a:stretch>
            <a:fillRect/>
          </a:stretch>
        </p:blipFill>
        <p:spPr>
          <a:xfrm rot="-5400000">
            <a:off x="11014567" y="3969867"/>
            <a:ext cx="2913268" cy="1683967"/>
          </a:xfrm>
          <a:prstGeom prst="rect">
            <a:avLst/>
          </a:prstGeom>
          <a:noFill/>
          <a:ln>
            <a:noFill/>
          </a:ln>
        </p:spPr>
      </p:pic>
      <p:pic>
        <p:nvPicPr>
          <p:cNvPr id="244" name="Google Shape;244;p18"/>
          <p:cNvPicPr preferRelativeResize="0"/>
          <p:nvPr/>
        </p:nvPicPr>
        <p:blipFill>
          <a:blip r:embed="rId4">
            <a:alphaModFix/>
          </a:blip>
          <a:stretch>
            <a:fillRect/>
          </a:stretch>
        </p:blipFill>
        <p:spPr>
          <a:xfrm rot="7293761">
            <a:off x="11537303" y="5079068"/>
            <a:ext cx="1136500" cy="1258665"/>
          </a:xfrm>
          <a:prstGeom prst="rect">
            <a:avLst/>
          </a:prstGeom>
          <a:noFill/>
          <a:ln>
            <a:noFill/>
          </a:ln>
        </p:spPr>
      </p:pic>
      <p:grpSp>
        <p:nvGrpSpPr>
          <p:cNvPr id="245" name="Google Shape;245;p18"/>
          <p:cNvGrpSpPr/>
          <p:nvPr/>
        </p:nvGrpSpPr>
        <p:grpSpPr>
          <a:xfrm>
            <a:off x="-4065754" y="-3214689"/>
            <a:ext cx="12379308" cy="12516644"/>
            <a:chOff x="-3049316" y="-2411017"/>
            <a:chExt cx="9284481" cy="9387483"/>
          </a:xfrm>
        </p:grpSpPr>
        <p:pic>
          <p:nvPicPr>
            <p:cNvPr id="246" name="Google Shape;246;p18"/>
            <p:cNvPicPr preferRelativeResize="0"/>
            <p:nvPr/>
          </p:nvPicPr>
          <p:blipFill>
            <a:blip r:embed="rId5">
              <a:alphaModFix/>
            </a:blip>
            <a:stretch>
              <a:fillRect/>
            </a:stretch>
          </p:blipFill>
          <p:spPr>
            <a:xfrm rot="3069595">
              <a:off x="2839248" y="-1569626"/>
              <a:ext cx="3167267" cy="2103248"/>
            </a:xfrm>
            <a:prstGeom prst="rect">
              <a:avLst/>
            </a:prstGeom>
            <a:noFill/>
            <a:ln>
              <a:noFill/>
            </a:ln>
          </p:spPr>
        </p:pic>
        <p:pic>
          <p:nvPicPr>
            <p:cNvPr id="247" name="Google Shape;247;p18"/>
            <p:cNvPicPr preferRelativeResize="0"/>
            <p:nvPr/>
          </p:nvPicPr>
          <p:blipFill>
            <a:blip r:embed="rId6">
              <a:alphaModFix/>
            </a:blip>
            <a:stretch>
              <a:fillRect/>
            </a:stretch>
          </p:blipFill>
          <p:spPr>
            <a:xfrm rot="6438708">
              <a:off x="-2593616" y="2061451"/>
              <a:ext cx="3167276" cy="3284995"/>
            </a:xfrm>
            <a:prstGeom prst="rect">
              <a:avLst/>
            </a:prstGeom>
            <a:noFill/>
            <a:ln>
              <a:noFill/>
            </a:ln>
          </p:spPr>
        </p:pic>
        <p:pic>
          <p:nvPicPr>
            <p:cNvPr id="248" name="Google Shape;248;p18"/>
            <p:cNvPicPr preferRelativeResize="0"/>
            <p:nvPr/>
          </p:nvPicPr>
          <p:blipFill>
            <a:blip r:embed="rId5">
              <a:alphaModFix/>
            </a:blip>
            <a:stretch>
              <a:fillRect/>
            </a:stretch>
          </p:blipFill>
          <p:spPr>
            <a:xfrm rot="-6935066">
              <a:off x="-1650952" y="4042348"/>
              <a:ext cx="3167269" cy="2103249"/>
            </a:xfrm>
            <a:prstGeom prst="rect">
              <a:avLst/>
            </a:prstGeom>
            <a:noFill/>
            <a:ln>
              <a:noFill/>
            </a:ln>
          </p:spPr>
        </p:pic>
      </p:grpSp>
      <p:grpSp>
        <p:nvGrpSpPr>
          <p:cNvPr id="249" name="Google Shape;249;p18"/>
          <p:cNvGrpSpPr/>
          <p:nvPr/>
        </p:nvGrpSpPr>
        <p:grpSpPr>
          <a:xfrm>
            <a:off x="3815368" y="-782269"/>
            <a:ext cx="5415371" cy="8356732"/>
            <a:chOff x="2861526" y="-586702"/>
            <a:chExt cx="4061528" cy="6267549"/>
          </a:xfrm>
        </p:grpSpPr>
        <p:pic>
          <p:nvPicPr>
            <p:cNvPr id="250" name="Google Shape;250;p18"/>
            <p:cNvPicPr preferRelativeResize="0"/>
            <p:nvPr/>
          </p:nvPicPr>
          <p:blipFill>
            <a:blip r:embed="rId7">
              <a:alphaModFix amt="87000"/>
            </a:blip>
            <a:stretch>
              <a:fillRect/>
            </a:stretch>
          </p:blipFill>
          <p:spPr>
            <a:xfrm>
              <a:off x="5879178" y="-586702"/>
              <a:ext cx="1043875" cy="961900"/>
            </a:xfrm>
            <a:prstGeom prst="rect">
              <a:avLst/>
            </a:prstGeom>
            <a:noFill/>
            <a:ln>
              <a:noFill/>
            </a:ln>
          </p:spPr>
        </p:pic>
        <p:pic>
          <p:nvPicPr>
            <p:cNvPr id="251" name="Google Shape;251;p18"/>
            <p:cNvPicPr preferRelativeResize="0"/>
            <p:nvPr/>
          </p:nvPicPr>
          <p:blipFill>
            <a:blip r:embed="rId8">
              <a:alphaModFix amt="54000"/>
            </a:blip>
            <a:stretch>
              <a:fillRect/>
            </a:stretch>
          </p:blipFill>
          <p:spPr>
            <a:xfrm>
              <a:off x="2861526" y="4701375"/>
              <a:ext cx="1043876" cy="979472"/>
            </a:xfrm>
            <a:prstGeom prst="rect">
              <a:avLst/>
            </a:prstGeom>
            <a:noFill/>
            <a:ln>
              <a:noFill/>
            </a:ln>
          </p:spPr>
        </p:pic>
      </p:grpSp>
    </p:spTree>
    <p:extLst>
      <p:ext uri="{BB962C8B-B14F-4D97-AF65-F5344CB8AC3E}">
        <p14:creationId xmlns:p14="http://schemas.microsoft.com/office/powerpoint/2010/main" val="218706547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52"/>
        <p:cNvGrpSpPr/>
        <p:nvPr/>
      </p:nvGrpSpPr>
      <p:grpSpPr>
        <a:xfrm>
          <a:off x="0" y="0"/>
          <a:ext cx="0" cy="0"/>
          <a:chOff x="0" y="0"/>
          <a:chExt cx="0" cy="0"/>
        </a:xfrm>
      </p:grpSpPr>
      <p:pic>
        <p:nvPicPr>
          <p:cNvPr id="253" name="Google Shape;253;p19"/>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54" name="Google Shape;254;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55" name="Google Shape;255;p19"/>
          <p:cNvSpPr txBox="1">
            <a:spLocks noGrp="1"/>
          </p:cNvSpPr>
          <p:nvPr>
            <p:ph type="body" idx="1"/>
          </p:nvPr>
        </p:nvSpPr>
        <p:spPr>
          <a:xfrm>
            <a:off x="960000" y="1442633"/>
            <a:ext cx="5692400" cy="47020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Clr>
                <a:schemeClr val="dk2"/>
              </a:buClr>
              <a:buSzPts val="1400"/>
              <a:buFont typeface="Figtree Light"/>
              <a:buChar char="●"/>
              <a:defRPr/>
            </a:lvl1pPr>
            <a:lvl2pPr marL="1219170" lvl="1" indent="-406390" rtl="0">
              <a:spcBef>
                <a:spcPts val="0"/>
              </a:spcBef>
              <a:spcAft>
                <a:spcPts val="0"/>
              </a:spcAft>
              <a:buSzPts val="1200"/>
              <a:buFont typeface="Figtree Light"/>
              <a:buChar char="○"/>
              <a:defRPr/>
            </a:lvl2pPr>
            <a:lvl3pPr marL="1828754" lvl="2" indent="-406390" rtl="0">
              <a:lnSpc>
                <a:spcPct val="115000"/>
              </a:lnSpc>
              <a:spcBef>
                <a:spcPts val="0"/>
              </a:spcBef>
              <a:spcAft>
                <a:spcPts val="0"/>
              </a:spcAft>
              <a:buClr>
                <a:srgbClr val="FFC800"/>
              </a:buClr>
              <a:buSzPts val="1200"/>
              <a:buFont typeface="Figtree Light"/>
              <a:buChar char="■"/>
              <a:defRPr/>
            </a:lvl3pPr>
            <a:lvl4pPr marL="2438339" lvl="3" indent="-406390" rtl="0">
              <a:lnSpc>
                <a:spcPct val="115000"/>
              </a:lnSpc>
              <a:spcBef>
                <a:spcPts val="0"/>
              </a:spcBef>
              <a:spcAft>
                <a:spcPts val="0"/>
              </a:spcAft>
              <a:buClr>
                <a:srgbClr val="FFC800"/>
              </a:buClr>
              <a:buSzPts val="1200"/>
              <a:buFont typeface="Figtree Light"/>
              <a:buChar char="●"/>
              <a:defRPr/>
            </a:lvl4pPr>
            <a:lvl5pPr marL="3047924" lvl="4" indent="-406390" rtl="0">
              <a:lnSpc>
                <a:spcPct val="115000"/>
              </a:lnSpc>
              <a:spcBef>
                <a:spcPts val="0"/>
              </a:spcBef>
              <a:spcAft>
                <a:spcPts val="0"/>
              </a:spcAft>
              <a:buClr>
                <a:srgbClr val="434343"/>
              </a:buClr>
              <a:buSzPts val="1200"/>
              <a:buFont typeface="Figtree Light"/>
              <a:buChar char="○"/>
              <a:defRPr/>
            </a:lvl5pPr>
            <a:lvl6pPr marL="3657509" lvl="5" indent="-406390" rtl="0">
              <a:lnSpc>
                <a:spcPct val="115000"/>
              </a:lnSpc>
              <a:spcBef>
                <a:spcPts val="0"/>
              </a:spcBef>
              <a:spcAft>
                <a:spcPts val="0"/>
              </a:spcAft>
              <a:buClr>
                <a:srgbClr val="434343"/>
              </a:buClr>
              <a:buSzPts val="1200"/>
              <a:buFont typeface="Figtree Light"/>
              <a:buChar char="■"/>
              <a:defRPr/>
            </a:lvl6pPr>
            <a:lvl7pPr marL="4267093" lvl="6" indent="-406390" rtl="0">
              <a:lnSpc>
                <a:spcPct val="115000"/>
              </a:lnSpc>
              <a:spcBef>
                <a:spcPts val="0"/>
              </a:spcBef>
              <a:spcAft>
                <a:spcPts val="0"/>
              </a:spcAft>
              <a:buClr>
                <a:srgbClr val="434343"/>
              </a:buClr>
              <a:buSzPts val="1200"/>
              <a:buFont typeface="Figtree Light"/>
              <a:buChar char="●"/>
              <a:defRPr/>
            </a:lvl7pPr>
            <a:lvl8pPr marL="4876678" lvl="7" indent="-406390" rtl="0">
              <a:lnSpc>
                <a:spcPct val="115000"/>
              </a:lnSpc>
              <a:spcBef>
                <a:spcPts val="0"/>
              </a:spcBef>
              <a:spcAft>
                <a:spcPts val="0"/>
              </a:spcAft>
              <a:buClr>
                <a:srgbClr val="434343"/>
              </a:buClr>
              <a:buSzPts val="1200"/>
              <a:buFont typeface="Figtree Light"/>
              <a:buChar char="○"/>
              <a:defRPr/>
            </a:lvl8pPr>
            <a:lvl9pPr marL="5486263" lvl="8" indent="-406390" rtl="0">
              <a:lnSpc>
                <a:spcPct val="115000"/>
              </a:lnSpc>
              <a:spcBef>
                <a:spcPts val="0"/>
              </a:spcBef>
              <a:spcAft>
                <a:spcPts val="0"/>
              </a:spcAft>
              <a:buClr>
                <a:srgbClr val="434343"/>
              </a:buClr>
              <a:buSzPts val="1200"/>
              <a:buFont typeface="Figtree Light"/>
              <a:buChar char="■"/>
              <a:defRPr/>
            </a:lvl9pPr>
          </a:lstStyle>
          <a:p>
            <a:pPr lvl="0"/>
            <a:r>
              <a:rPr lang="en-US"/>
              <a:t>Click to edit Master text styles</a:t>
            </a:r>
          </a:p>
        </p:txBody>
      </p:sp>
      <p:grpSp>
        <p:nvGrpSpPr>
          <p:cNvPr id="256" name="Google Shape;256;p19"/>
          <p:cNvGrpSpPr/>
          <p:nvPr/>
        </p:nvGrpSpPr>
        <p:grpSpPr>
          <a:xfrm>
            <a:off x="-2159855" y="3764874"/>
            <a:ext cx="16652713" cy="5875929"/>
            <a:chOff x="-1619892" y="2823655"/>
            <a:chExt cx="12489535" cy="4406947"/>
          </a:xfrm>
        </p:grpSpPr>
        <p:pic>
          <p:nvPicPr>
            <p:cNvPr id="257" name="Google Shape;257;p19"/>
            <p:cNvPicPr preferRelativeResize="0"/>
            <p:nvPr/>
          </p:nvPicPr>
          <p:blipFill>
            <a:blip r:embed="rId3">
              <a:alphaModFix/>
            </a:blip>
            <a:stretch>
              <a:fillRect/>
            </a:stretch>
          </p:blipFill>
          <p:spPr>
            <a:xfrm rot="-9070292">
              <a:off x="2988523" y="4494074"/>
              <a:ext cx="3167266" cy="2103248"/>
            </a:xfrm>
            <a:prstGeom prst="rect">
              <a:avLst/>
            </a:prstGeom>
            <a:noFill/>
            <a:ln>
              <a:noFill/>
            </a:ln>
          </p:spPr>
        </p:pic>
        <p:pic>
          <p:nvPicPr>
            <p:cNvPr id="258" name="Google Shape;258;p19"/>
            <p:cNvPicPr preferRelativeResize="0"/>
            <p:nvPr/>
          </p:nvPicPr>
          <p:blipFill>
            <a:blip r:embed="rId4">
              <a:alphaModFix/>
            </a:blip>
            <a:stretch>
              <a:fillRect/>
            </a:stretch>
          </p:blipFill>
          <p:spPr>
            <a:xfrm>
              <a:off x="-1619892" y="2873950"/>
              <a:ext cx="2241548" cy="2103249"/>
            </a:xfrm>
            <a:prstGeom prst="rect">
              <a:avLst/>
            </a:prstGeom>
            <a:noFill/>
            <a:ln>
              <a:noFill/>
            </a:ln>
          </p:spPr>
        </p:pic>
        <p:pic>
          <p:nvPicPr>
            <p:cNvPr id="259" name="Google Shape;259;p19"/>
            <p:cNvPicPr preferRelativeResize="0"/>
            <p:nvPr/>
          </p:nvPicPr>
          <p:blipFill>
            <a:blip r:embed="rId5">
              <a:alphaModFix/>
            </a:blip>
            <a:stretch>
              <a:fillRect/>
            </a:stretch>
          </p:blipFill>
          <p:spPr>
            <a:xfrm rot="-3446756">
              <a:off x="7184969" y="3871375"/>
              <a:ext cx="3638626" cy="2103250"/>
            </a:xfrm>
            <a:prstGeom prst="rect">
              <a:avLst/>
            </a:prstGeom>
            <a:noFill/>
            <a:ln>
              <a:noFill/>
            </a:ln>
          </p:spPr>
        </p:pic>
      </p:grpSp>
      <p:grpSp>
        <p:nvGrpSpPr>
          <p:cNvPr id="260" name="Google Shape;260;p19"/>
          <p:cNvGrpSpPr/>
          <p:nvPr/>
        </p:nvGrpSpPr>
        <p:grpSpPr>
          <a:xfrm>
            <a:off x="6989832" y="-814469"/>
            <a:ext cx="3078840" cy="8302328"/>
            <a:chOff x="5242374" y="-610852"/>
            <a:chExt cx="2309130" cy="6226746"/>
          </a:xfrm>
        </p:grpSpPr>
        <p:pic>
          <p:nvPicPr>
            <p:cNvPr id="261" name="Google Shape;261;p19"/>
            <p:cNvPicPr preferRelativeResize="0"/>
            <p:nvPr/>
          </p:nvPicPr>
          <p:blipFill>
            <a:blip r:embed="rId6">
              <a:alphaModFix/>
            </a:blip>
            <a:stretch>
              <a:fillRect/>
            </a:stretch>
          </p:blipFill>
          <p:spPr>
            <a:xfrm>
              <a:off x="6507628" y="-610852"/>
              <a:ext cx="1043875" cy="961900"/>
            </a:xfrm>
            <a:prstGeom prst="rect">
              <a:avLst/>
            </a:prstGeom>
            <a:noFill/>
            <a:ln>
              <a:noFill/>
            </a:ln>
          </p:spPr>
        </p:pic>
        <p:pic>
          <p:nvPicPr>
            <p:cNvPr id="262" name="Google Shape;262;p19"/>
            <p:cNvPicPr preferRelativeResize="0"/>
            <p:nvPr/>
          </p:nvPicPr>
          <p:blipFill>
            <a:blip r:embed="rId7">
              <a:alphaModFix amt="85000"/>
            </a:blip>
            <a:stretch>
              <a:fillRect/>
            </a:stretch>
          </p:blipFill>
          <p:spPr>
            <a:xfrm>
              <a:off x="5242374" y="4756718"/>
              <a:ext cx="884500" cy="859176"/>
            </a:xfrm>
            <a:prstGeom prst="rect">
              <a:avLst/>
            </a:prstGeom>
            <a:noFill/>
            <a:ln>
              <a:noFill/>
            </a:ln>
          </p:spPr>
        </p:pic>
      </p:grpSp>
      <p:grpSp>
        <p:nvGrpSpPr>
          <p:cNvPr id="263" name="Google Shape;263;p19"/>
          <p:cNvGrpSpPr/>
          <p:nvPr/>
        </p:nvGrpSpPr>
        <p:grpSpPr>
          <a:xfrm>
            <a:off x="8523370" y="-1984960"/>
            <a:ext cx="4746748" cy="5098120"/>
            <a:chOff x="6392527" y="-1488720"/>
            <a:chExt cx="3560061" cy="3823590"/>
          </a:xfrm>
        </p:grpSpPr>
        <p:pic>
          <p:nvPicPr>
            <p:cNvPr id="264" name="Google Shape;264;p19"/>
            <p:cNvPicPr preferRelativeResize="0"/>
            <p:nvPr/>
          </p:nvPicPr>
          <p:blipFill>
            <a:blip r:embed="rId8">
              <a:alphaModFix/>
            </a:blip>
            <a:stretch>
              <a:fillRect/>
            </a:stretch>
          </p:blipFill>
          <p:spPr>
            <a:xfrm rot="2986438">
              <a:off x="6303001" y="-326971"/>
              <a:ext cx="3739113" cy="1500092"/>
            </a:xfrm>
            <a:prstGeom prst="rect">
              <a:avLst/>
            </a:prstGeom>
            <a:noFill/>
            <a:ln>
              <a:noFill/>
            </a:ln>
          </p:spPr>
        </p:pic>
        <p:pic>
          <p:nvPicPr>
            <p:cNvPr id="265" name="Google Shape;265;p19"/>
            <p:cNvPicPr preferRelativeResize="0"/>
            <p:nvPr/>
          </p:nvPicPr>
          <p:blipFill>
            <a:blip r:embed="rId9">
              <a:alphaModFix amt="71000"/>
            </a:blip>
            <a:stretch>
              <a:fillRect/>
            </a:stretch>
          </p:blipFill>
          <p:spPr>
            <a:xfrm>
              <a:off x="7551498" y="-731712"/>
              <a:ext cx="1086799" cy="1203625"/>
            </a:xfrm>
            <a:prstGeom prst="rect">
              <a:avLst/>
            </a:prstGeom>
            <a:noFill/>
            <a:ln>
              <a:noFill/>
            </a:ln>
          </p:spPr>
        </p:pic>
      </p:grpSp>
      <p:pic>
        <p:nvPicPr>
          <p:cNvPr id="266" name="Google Shape;266;p19"/>
          <p:cNvPicPr preferRelativeResize="0"/>
          <p:nvPr/>
        </p:nvPicPr>
        <p:blipFill>
          <a:blip r:embed="rId10">
            <a:alphaModFix/>
          </a:blip>
          <a:stretch>
            <a:fillRect/>
          </a:stretch>
        </p:blipFill>
        <p:spPr>
          <a:xfrm rot="3359412">
            <a:off x="2814724" y="-3755952"/>
            <a:ext cx="5051864" cy="5500365"/>
          </a:xfrm>
          <a:prstGeom prst="rect">
            <a:avLst/>
          </a:prstGeom>
          <a:noFill/>
          <a:ln>
            <a:noFill/>
          </a:ln>
        </p:spPr>
      </p:pic>
    </p:spTree>
    <p:extLst>
      <p:ext uri="{BB962C8B-B14F-4D97-AF65-F5344CB8AC3E}">
        <p14:creationId xmlns:p14="http://schemas.microsoft.com/office/powerpoint/2010/main" val="37149186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67"/>
        <p:cNvGrpSpPr/>
        <p:nvPr/>
      </p:nvGrpSpPr>
      <p:grpSpPr>
        <a:xfrm>
          <a:off x="0" y="0"/>
          <a:ext cx="0" cy="0"/>
          <a:chOff x="0" y="0"/>
          <a:chExt cx="0" cy="0"/>
        </a:xfrm>
      </p:grpSpPr>
      <p:pic>
        <p:nvPicPr>
          <p:cNvPr id="268" name="Google Shape;268;p20"/>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69" name="Google Shape;269;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70" name="Google Shape;270;p20"/>
          <p:cNvSpPr txBox="1">
            <a:spLocks noGrp="1"/>
          </p:cNvSpPr>
          <p:nvPr>
            <p:ph type="body" idx="1"/>
          </p:nvPr>
        </p:nvSpPr>
        <p:spPr>
          <a:xfrm>
            <a:off x="960000" y="1621000"/>
            <a:ext cx="10272000" cy="43108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Clr>
                <a:schemeClr val="dk2"/>
              </a:buClr>
              <a:buSzPts val="800"/>
              <a:buFont typeface="Nunito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SzPts val="1200"/>
              <a:buFont typeface="Nunito Light"/>
              <a:buChar char="■"/>
              <a:defRPr/>
            </a:lvl3pPr>
            <a:lvl4pPr marL="2438339" lvl="3" indent="-406390" rtl="0">
              <a:lnSpc>
                <a:spcPct val="115000"/>
              </a:lnSpc>
              <a:spcBef>
                <a:spcPts val="0"/>
              </a:spcBef>
              <a:spcAft>
                <a:spcPts val="0"/>
              </a:spcAft>
              <a:buSzPts val="1200"/>
              <a:buFont typeface="Nunito Light"/>
              <a:buChar char="●"/>
              <a:defRPr/>
            </a:lvl4pPr>
            <a:lvl5pPr marL="3047924" lvl="4" indent="-406390" rtl="0">
              <a:lnSpc>
                <a:spcPct val="115000"/>
              </a:lnSpc>
              <a:spcBef>
                <a:spcPts val="0"/>
              </a:spcBef>
              <a:spcAft>
                <a:spcPts val="0"/>
              </a:spcAft>
              <a:buSzPts val="1200"/>
              <a:buFont typeface="Nunito Light"/>
              <a:buChar char="○"/>
              <a:defRPr/>
            </a:lvl5pPr>
            <a:lvl6pPr marL="3657509" lvl="5" indent="-406390" rtl="0">
              <a:lnSpc>
                <a:spcPct val="115000"/>
              </a:lnSpc>
              <a:spcBef>
                <a:spcPts val="0"/>
              </a:spcBef>
              <a:spcAft>
                <a:spcPts val="0"/>
              </a:spcAft>
              <a:buSzPts val="1200"/>
              <a:buFont typeface="Nunito Light"/>
              <a:buChar char="■"/>
              <a:defRPr/>
            </a:lvl6pPr>
            <a:lvl7pPr marL="4267093" lvl="6" indent="-406390" rtl="0">
              <a:lnSpc>
                <a:spcPct val="115000"/>
              </a:lnSpc>
              <a:spcBef>
                <a:spcPts val="0"/>
              </a:spcBef>
              <a:spcAft>
                <a:spcPts val="0"/>
              </a:spcAft>
              <a:buSzPts val="1200"/>
              <a:buFont typeface="Nunito Light"/>
              <a:buChar char="●"/>
              <a:defRPr/>
            </a:lvl7pPr>
            <a:lvl8pPr marL="4876678" lvl="7" indent="-406390" rtl="0">
              <a:lnSpc>
                <a:spcPct val="115000"/>
              </a:lnSpc>
              <a:spcBef>
                <a:spcPts val="0"/>
              </a:spcBef>
              <a:spcAft>
                <a:spcPts val="0"/>
              </a:spcAft>
              <a:buSzPts val="1200"/>
              <a:buFont typeface="Nunito Light"/>
              <a:buChar char="○"/>
              <a:defRPr/>
            </a:lvl8pPr>
            <a:lvl9pPr marL="5486263" lvl="8" indent="-406390" rtl="0">
              <a:lnSpc>
                <a:spcPct val="115000"/>
              </a:lnSpc>
              <a:spcBef>
                <a:spcPts val="0"/>
              </a:spcBef>
              <a:spcAft>
                <a:spcPts val="0"/>
              </a:spcAft>
              <a:buSzPts val="1200"/>
              <a:buFont typeface="Nunito Light"/>
              <a:buChar char="■"/>
              <a:defRPr/>
            </a:lvl9pPr>
          </a:lstStyle>
          <a:p>
            <a:pPr lvl="0"/>
            <a:r>
              <a:rPr lang="en-US"/>
              <a:t>Click to edit Master text styles</a:t>
            </a:r>
          </a:p>
        </p:txBody>
      </p:sp>
      <p:pic>
        <p:nvPicPr>
          <p:cNvPr id="271" name="Google Shape;271;p20"/>
          <p:cNvPicPr preferRelativeResize="0"/>
          <p:nvPr/>
        </p:nvPicPr>
        <p:blipFill>
          <a:blip r:embed="rId3">
            <a:alphaModFix/>
          </a:blip>
          <a:stretch>
            <a:fillRect/>
          </a:stretch>
        </p:blipFill>
        <p:spPr>
          <a:xfrm rot="10800000">
            <a:off x="9840182" y="-670664"/>
            <a:ext cx="1391833" cy="1282533"/>
          </a:xfrm>
          <a:prstGeom prst="rect">
            <a:avLst/>
          </a:prstGeom>
          <a:noFill/>
          <a:ln>
            <a:noFill/>
          </a:ln>
        </p:spPr>
      </p:pic>
      <p:grpSp>
        <p:nvGrpSpPr>
          <p:cNvPr id="272" name="Google Shape;272;p20"/>
          <p:cNvGrpSpPr/>
          <p:nvPr/>
        </p:nvGrpSpPr>
        <p:grpSpPr>
          <a:xfrm>
            <a:off x="-2989601" y="-2628873"/>
            <a:ext cx="18507440" cy="11282972"/>
            <a:chOff x="-2242201" y="-1971655"/>
            <a:chExt cx="13880580" cy="8462229"/>
          </a:xfrm>
        </p:grpSpPr>
        <p:pic>
          <p:nvPicPr>
            <p:cNvPr id="273" name="Google Shape;273;p20"/>
            <p:cNvPicPr preferRelativeResize="0"/>
            <p:nvPr/>
          </p:nvPicPr>
          <p:blipFill>
            <a:blip r:embed="rId4">
              <a:alphaModFix/>
            </a:blip>
            <a:stretch>
              <a:fillRect/>
            </a:stretch>
          </p:blipFill>
          <p:spPr>
            <a:xfrm rot="10800000">
              <a:off x="8220017" y="3678726"/>
              <a:ext cx="1792924" cy="1682300"/>
            </a:xfrm>
            <a:prstGeom prst="rect">
              <a:avLst/>
            </a:prstGeom>
            <a:noFill/>
            <a:ln>
              <a:noFill/>
            </a:ln>
          </p:spPr>
        </p:pic>
        <p:pic>
          <p:nvPicPr>
            <p:cNvPr id="274" name="Google Shape;274;p20"/>
            <p:cNvPicPr preferRelativeResize="0"/>
            <p:nvPr/>
          </p:nvPicPr>
          <p:blipFill>
            <a:blip r:embed="rId5">
              <a:alphaModFix amt="87000"/>
            </a:blip>
            <a:stretch>
              <a:fillRect/>
            </a:stretch>
          </p:blipFill>
          <p:spPr>
            <a:xfrm rot="-7626156">
              <a:off x="8309028" y="-1442822"/>
              <a:ext cx="2739700" cy="2841547"/>
            </a:xfrm>
            <a:prstGeom prst="rect">
              <a:avLst/>
            </a:prstGeom>
            <a:noFill/>
            <a:ln>
              <a:noFill/>
            </a:ln>
          </p:spPr>
        </p:pic>
        <p:pic>
          <p:nvPicPr>
            <p:cNvPr id="275" name="Google Shape;275;p20"/>
            <p:cNvPicPr preferRelativeResize="0"/>
            <p:nvPr/>
          </p:nvPicPr>
          <p:blipFill>
            <a:blip r:embed="rId6">
              <a:alphaModFix amt="86000"/>
            </a:blip>
            <a:stretch>
              <a:fillRect/>
            </a:stretch>
          </p:blipFill>
          <p:spPr>
            <a:xfrm rot="-2916337">
              <a:off x="-1989772" y="-544346"/>
              <a:ext cx="3167266" cy="2103250"/>
            </a:xfrm>
            <a:prstGeom prst="rect">
              <a:avLst/>
            </a:prstGeom>
            <a:noFill/>
            <a:ln>
              <a:noFill/>
            </a:ln>
          </p:spPr>
        </p:pic>
        <p:pic>
          <p:nvPicPr>
            <p:cNvPr id="276" name="Google Shape;276;p20"/>
            <p:cNvPicPr preferRelativeResize="0"/>
            <p:nvPr/>
          </p:nvPicPr>
          <p:blipFill>
            <a:blip r:embed="rId7">
              <a:alphaModFix/>
            </a:blip>
            <a:stretch>
              <a:fillRect/>
            </a:stretch>
          </p:blipFill>
          <p:spPr>
            <a:xfrm rot="-198559">
              <a:off x="813602" y="4750879"/>
              <a:ext cx="2416549" cy="1671340"/>
            </a:xfrm>
            <a:prstGeom prst="rect">
              <a:avLst/>
            </a:prstGeom>
            <a:noFill/>
            <a:ln>
              <a:noFill/>
            </a:ln>
          </p:spPr>
        </p:pic>
      </p:grpSp>
      <p:grpSp>
        <p:nvGrpSpPr>
          <p:cNvPr id="277" name="Google Shape;277;p20"/>
          <p:cNvGrpSpPr/>
          <p:nvPr/>
        </p:nvGrpSpPr>
        <p:grpSpPr>
          <a:xfrm>
            <a:off x="-1172535" y="4383137"/>
            <a:ext cx="12616724" cy="3943668"/>
            <a:chOff x="-879402" y="3287352"/>
            <a:chExt cx="9462543" cy="2957751"/>
          </a:xfrm>
        </p:grpSpPr>
        <p:pic>
          <p:nvPicPr>
            <p:cNvPr id="278" name="Google Shape;278;p20"/>
            <p:cNvPicPr preferRelativeResize="0"/>
            <p:nvPr/>
          </p:nvPicPr>
          <p:blipFill>
            <a:blip r:embed="rId8">
              <a:alphaModFix/>
            </a:blip>
            <a:stretch>
              <a:fillRect/>
            </a:stretch>
          </p:blipFill>
          <p:spPr>
            <a:xfrm rot="4210855">
              <a:off x="-931972" y="3929539"/>
              <a:ext cx="2540892" cy="1673376"/>
            </a:xfrm>
            <a:prstGeom prst="rect">
              <a:avLst/>
            </a:prstGeom>
            <a:noFill/>
            <a:ln>
              <a:noFill/>
            </a:ln>
          </p:spPr>
        </p:pic>
        <p:pic>
          <p:nvPicPr>
            <p:cNvPr id="279" name="Google Shape;279;p20"/>
            <p:cNvPicPr preferRelativeResize="0"/>
            <p:nvPr/>
          </p:nvPicPr>
          <p:blipFill>
            <a:blip r:embed="rId9">
              <a:alphaModFix/>
            </a:blip>
            <a:stretch>
              <a:fillRect/>
            </a:stretch>
          </p:blipFill>
          <p:spPr>
            <a:xfrm rot="10800000">
              <a:off x="7496342" y="4549300"/>
              <a:ext cx="1086799" cy="1203625"/>
            </a:xfrm>
            <a:prstGeom prst="rect">
              <a:avLst/>
            </a:prstGeom>
            <a:noFill/>
            <a:ln>
              <a:noFill/>
            </a:ln>
          </p:spPr>
        </p:pic>
      </p:grpSp>
    </p:spTree>
    <p:extLst>
      <p:ext uri="{BB962C8B-B14F-4D97-AF65-F5344CB8AC3E}">
        <p14:creationId xmlns:p14="http://schemas.microsoft.com/office/powerpoint/2010/main" val="11749327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80"/>
        <p:cNvGrpSpPr/>
        <p:nvPr/>
      </p:nvGrpSpPr>
      <p:grpSpPr>
        <a:xfrm>
          <a:off x="0" y="0"/>
          <a:ext cx="0" cy="0"/>
          <a:chOff x="0" y="0"/>
          <a:chExt cx="0" cy="0"/>
        </a:xfrm>
      </p:grpSpPr>
      <p:pic>
        <p:nvPicPr>
          <p:cNvPr id="281" name="Google Shape;281;p21"/>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282" name="Google Shape;282;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283" name="Google Shape;283;p21"/>
          <p:cNvSpPr txBox="1">
            <a:spLocks noGrp="1"/>
          </p:cNvSpPr>
          <p:nvPr>
            <p:ph type="subTitle" idx="1"/>
          </p:nvPr>
        </p:nvSpPr>
        <p:spPr>
          <a:xfrm>
            <a:off x="1250167"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4" name="Google Shape;284;p21"/>
          <p:cNvSpPr txBox="1">
            <a:spLocks noGrp="1"/>
          </p:cNvSpPr>
          <p:nvPr>
            <p:ph type="subTitle" idx="2"/>
          </p:nvPr>
        </p:nvSpPr>
        <p:spPr>
          <a:xfrm>
            <a:off x="4645795"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5" name="Google Shape;285;p21"/>
          <p:cNvSpPr txBox="1">
            <a:spLocks noGrp="1"/>
          </p:cNvSpPr>
          <p:nvPr>
            <p:ph type="subTitle" idx="3"/>
          </p:nvPr>
        </p:nvSpPr>
        <p:spPr>
          <a:xfrm>
            <a:off x="8041432" y="3918633"/>
            <a:ext cx="29004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86" name="Google Shape;286;p21"/>
          <p:cNvSpPr txBox="1">
            <a:spLocks noGrp="1"/>
          </p:cNvSpPr>
          <p:nvPr>
            <p:ph type="subTitle" idx="4"/>
          </p:nvPr>
        </p:nvSpPr>
        <p:spPr>
          <a:xfrm>
            <a:off x="1250167"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287" name="Google Shape;287;p21"/>
          <p:cNvSpPr txBox="1">
            <a:spLocks noGrp="1"/>
          </p:cNvSpPr>
          <p:nvPr>
            <p:ph type="subTitle" idx="5"/>
          </p:nvPr>
        </p:nvSpPr>
        <p:spPr>
          <a:xfrm>
            <a:off x="4645796"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288" name="Google Shape;288;p21"/>
          <p:cNvSpPr txBox="1">
            <a:spLocks noGrp="1"/>
          </p:cNvSpPr>
          <p:nvPr>
            <p:ph type="subTitle" idx="6"/>
          </p:nvPr>
        </p:nvSpPr>
        <p:spPr>
          <a:xfrm>
            <a:off x="8041433" y="3333033"/>
            <a:ext cx="2900400" cy="69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EB Garamond"/>
              <a:buNone/>
              <a:defRPr sz="2933" b="1">
                <a:latin typeface="EB Garamond"/>
                <a:ea typeface="EB Garamond"/>
                <a:cs typeface="EB Garamond"/>
                <a:sym typeface="EB Garamond"/>
              </a:defRPr>
            </a:lvl1pPr>
            <a:lvl2pPr lvl="1"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algn="ctr"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pic>
        <p:nvPicPr>
          <p:cNvPr id="289" name="Google Shape;289;p21"/>
          <p:cNvPicPr preferRelativeResize="0"/>
          <p:nvPr/>
        </p:nvPicPr>
        <p:blipFill>
          <a:blip r:embed="rId3">
            <a:alphaModFix/>
          </a:blip>
          <a:stretch>
            <a:fillRect/>
          </a:stretch>
        </p:blipFill>
        <p:spPr>
          <a:xfrm rot="2550146" flipH="1">
            <a:off x="10357095" y="-3190100"/>
            <a:ext cx="5805932" cy="6321397"/>
          </a:xfrm>
          <a:prstGeom prst="rect">
            <a:avLst/>
          </a:prstGeom>
          <a:noFill/>
          <a:ln>
            <a:noFill/>
          </a:ln>
        </p:spPr>
      </p:pic>
      <p:grpSp>
        <p:nvGrpSpPr>
          <p:cNvPr id="290" name="Google Shape;290;p21"/>
          <p:cNvGrpSpPr/>
          <p:nvPr/>
        </p:nvGrpSpPr>
        <p:grpSpPr>
          <a:xfrm>
            <a:off x="-1260141" y="-839997"/>
            <a:ext cx="8411940" cy="7988032"/>
            <a:chOff x="-945106" y="-629998"/>
            <a:chExt cx="6308955" cy="5991024"/>
          </a:xfrm>
        </p:grpSpPr>
        <p:pic>
          <p:nvPicPr>
            <p:cNvPr id="291" name="Google Shape;291;p21"/>
            <p:cNvPicPr preferRelativeResize="0"/>
            <p:nvPr/>
          </p:nvPicPr>
          <p:blipFill>
            <a:blip r:embed="rId4">
              <a:alphaModFix/>
            </a:blip>
            <a:stretch>
              <a:fillRect/>
            </a:stretch>
          </p:blipFill>
          <p:spPr>
            <a:xfrm rot="10800000" flipH="1">
              <a:off x="-945106" y="3678726"/>
              <a:ext cx="1792924" cy="1682300"/>
            </a:xfrm>
            <a:prstGeom prst="rect">
              <a:avLst/>
            </a:prstGeom>
            <a:noFill/>
            <a:ln>
              <a:noFill/>
            </a:ln>
          </p:spPr>
        </p:pic>
        <p:pic>
          <p:nvPicPr>
            <p:cNvPr id="292" name="Google Shape;292;p21"/>
            <p:cNvPicPr preferRelativeResize="0"/>
            <p:nvPr/>
          </p:nvPicPr>
          <p:blipFill>
            <a:blip r:embed="rId5">
              <a:alphaModFix/>
            </a:blip>
            <a:stretch>
              <a:fillRect/>
            </a:stretch>
          </p:blipFill>
          <p:spPr>
            <a:xfrm rot="10800000" flipH="1">
              <a:off x="4319973" y="-629998"/>
              <a:ext cx="1043875" cy="961900"/>
            </a:xfrm>
            <a:prstGeom prst="rect">
              <a:avLst/>
            </a:prstGeom>
            <a:noFill/>
            <a:ln>
              <a:noFill/>
            </a:ln>
          </p:spPr>
        </p:pic>
      </p:grpSp>
      <p:grpSp>
        <p:nvGrpSpPr>
          <p:cNvPr id="293" name="Google Shape;293;p21"/>
          <p:cNvGrpSpPr/>
          <p:nvPr/>
        </p:nvGrpSpPr>
        <p:grpSpPr>
          <a:xfrm>
            <a:off x="-3552639" y="-3048549"/>
            <a:ext cx="16892936" cy="11448648"/>
            <a:chOff x="-2664479" y="-2286412"/>
            <a:chExt cx="12669702" cy="8586486"/>
          </a:xfrm>
        </p:grpSpPr>
        <p:pic>
          <p:nvPicPr>
            <p:cNvPr id="294" name="Google Shape;294;p21"/>
            <p:cNvPicPr preferRelativeResize="0"/>
            <p:nvPr/>
          </p:nvPicPr>
          <p:blipFill>
            <a:blip r:embed="rId6">
              <a:alphaModFix/>
            </a:blip>
            <a:stretch>
              <a:fillRect/>
            </a:stretch>
          </p:blipFill>
          <p:spPr>
            <a:xfrm rot="198559" flipH="1">
              <a:off x="6077309" y="4560379"/>
              <a:ext cx="2416549" cy="1671340"/>
            </a:xfrm>
            <a:prstGeom prst="rect">
              <a:avLst/>
            </a:prstGeom>
            <a:noFill/>
            <a:ln>
              <a:noFill/>
            </a:ln>
          </p:spPr>
        </p:pic>
        <p:pic>
          <p:nvPicPr>
            <p:cNvPr id="295" name="Google Shape;295;p21"/>
            <p:cNvPicPr preferRelativeResize="0"/>
            <p:nvPr/>
          </p:nvPicPr>
          <p:blipFill>
            <a:blip r:embed="rId7">
              <a:alphaModFix amt="87000"/>
            </a:blip>
            <a:stretch>
              <a:fillRect/>
            </a:stretch>
          </p:blipFill>
          <p:spPr>
            <a:xfrm rot="6895885" flipH="1">
              <a:off x="-2168516" y="-1114645"/>
              <a:ext cx="2739698" cy="2841546"/>
            </a:xfrm>
            <a:prstGeom prst="rect">
              <a:avLst/>
            </a:prstGeom>
            <a:noFill/>
            <a:ln>
              <a:noFill/>
            </a:ln>
          </p:spPr>
        </p:pic>
        <p:pic>
          <p:nvPicPr>
            <p:cNvPr id="296" name="Google Shape;296;p21"/>
            <p:cNvPicPr preferRelativeResize="0"/>
            <p:nvPr/>
          </p:nvPicPr>
          <p:blipFill>
            <a:blip r:embed="rId8">
              <a:alphaModFix amt="86000"/>
            </a:blip>
            <a:stretch>
              <a:fillRect/>
            </a:stretch>
          </p:blipFill>
          <p:spPr>
            <a:xfrm rot="-2073950" flipH="1">
              <a:off x="6520865" y="-1573572"/>
              <a:ext cx="3167267" cy="2103250"/>
            </a:xfrm>
            <a:prstGeom prst="rect">
              <a:avLst/>
            </a:prstGeom>
            <a:noFill/>
            <a:ln>
              <a:noFill/>
            </a:ln>
          </p:spPr>
        </p:pic>
      </p:grpSp>
      <p:grpSp>
        <p:nvGrpSpPr>
          <p:cNvPr id="297" name="Google Shape;297;p21"/>
          <p:cNvGrpSpPr/>
          <p:nvPr/>
        </p:nvGrpSpPr>
        <p:grpSpPr>
          <a:xfrm>
            <a:off x="646258" y="4383137"/>
            <a:ext cx="12616724" cy="3943668"/>
            <a:chOff x="484693" y="3287352"/>
            <a:chExt cx="9462543" cy="2957751"/>
          </a:xfrm>
        </p:grpSpPr>
        <p:pic>
          <p:nvPicPr>
            <p:cNvPr id="298" name="Google Shape;298;p21"/>
            <p:cNvPicPr preferRelativeResize="0"/>
            <p:nvPr/>
          </p:nvPicPr>
          <p:blipFill>
            <a:blip r:embed="rId9">
              <a:alphaModFix/>
            </a:blip>
            <a:stretch>
              <a:fillRect/>
            </a:stretch>
          </p:blipFill>
          <p:spPr>
            <a:xfrm rot="-4210855" flipH="1">
              <a:off x="7458915" y="3929539"/>
              <a:ext cx="2540892" cy="1673376"/>
            </a:xfrm>
            <a:prstGeom prst="rect">
              <a:avLst/>
            </a:prstGeom>
            <a:noFill/>
            <a:ln>
              <a:noFill/>
            </a:ln>
          </p:spPr>
        </p:pic>
        <p:pic>
          <p:nvPicPr>
            <p:cNvPr id="299" name="Google Shape;299;p21"/>
            <p:cNvPicPr preferRelativeResize="0"/>
            <p:nvPr/>
          </p:nvPicPr>
          <p:blipFill>
            <a:blip r:embed="rId10">
              <a:alphaModFix/>
            </a:blip>
            <a:stretch>
              <a:fillRect/>
            </a:stretch>
          </p:blipFill>
          <p:spPr>
            <a:xfrm rot="10800000" flipH="1">
              <a:off x="484693" y="4549300"/>
              <a:ext cx="1086799" cy="1203625"/>
            </a:xfrm>
            <a:prstGeom prst="rect">
              <a:avLst/>
            </a:prstGeom>
            <a:noFill/>
            <a:ln>
              <a:noFill/>
            </a:ln>
          </p:spPr>
        </p:pic>
      </p:grpSp>
    </p:spTree>
    <p:extLst>
      <p:ext uri="{BB962C8B-B14F-4D97-AF65-F5344CB8AC3E}">
        <p14:creationId xmlns:p14="http://schemas.microsoft.com/office/powerpoint/2010/main" val="216892178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300"/>
        <p:cNvGrpSpPr/>
        <p:nvPr/>
      </p:nvGrpSpPr>
      <p:grpSpPr>
        <a:xfrm>
          <a:off x="0" y="0"/>
          <a:ext cx="0" cy="0"/>
          <a:chOff x="0" y="0"/>
          <a:chExt cx="0" cy="0"/>
        </a:xfrm>
      </p:grpSpPr>
      <p:pic>
        <p:nvPicPr>
          <p:cNvPr id="301" name="Google Shape;301;p22"/>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302" name="Google Shape;302;p22"/>
          <p:cNvGrpSpPr/>
          <p:nvPr/>
        </p:nvGrpSpPr>
        <p:grpSpPr>
          <a:xfrm>
            <a:off x="-1686344" y="-1701613"/>
            <a:ext cx="15436775" cy="8953976"/>
            <a:chOff x="-1264758" y="-1276210"/>
            <a:chExt cx="11577581" cy="6715482"/>
          </a:xfrm>
        </p:grpSpPr>
        <p:pic>
          <p:nvPicPr>
            <p:cNvPr id="303" name="Google Shape;303;p22"/>
            <p:cNvPicPr preferRelativeResize="0"/>
            <p:nvPr/>
          </p:nvPicPr>
          <p:blipFill>
            <a:blip r:embed="rId3">
              <a:alphaModFix amt="75000"/>
            </a:blip>
            <a:stretch>
              <a:fillRect/>
            </a:stretch>
          </p:blipFill>
          <p:spPr>
            <a:xfrm rot="-5400000" flipH="1">
              <a:off x="-1796768" y="-744200"/>
              <a:ext cx="3167267" cy="2103247"/>
            </a:xfrm>
            <a:prstGeom prst="rect">
              <a:avLst/>
            </a:prstGeom>
            <a:noFill/>
            <a:ln>
              <a:noFill/>
            </a:ln>
          </p:spPr>
        </p:pic>
        <p:pic>
          <p:nvPicPr>
            <p:cNvPr id="304" name="Google Shape;304;p22"/>
            <p:cNvPicPr preferRelativeResize="0"/>
            <p:nvPr/>
          </p:nvPicPr>
          <p:blipFill>
            <a:blip r:embed="rId4">
              <a:alphaModFix/>
            </a:blip>
            <a:stretch>
              <a:fillRect/>
            </a:stretch>
          </p:blipFill>
          <p:spPr>
            <a:xfrm flipH="1">
              <a:off x="8284957" y="3336025"/>
              <a:ext cx="2027866" cy="2103247"/>
            </a:xfrm>
            <a:prstGeom prst="rect">
              <a:avLst/>
            </a:prstGeom>
            <a:noFill/>
            <a:ln>
              <a:noFill/>
            </a:ln>
          </p:spPr>
        </p:pic>
      </p:grpSp>
      <p:pic>
        <p:nvPicPr>
          <p:cNvPr id="305" name="Google Shape;305;p22"/>
          <p:cNvPicPr preferRelativeResize="0"/>
          <p:nvPr/>
        </p:nvPicPr>
        <p:blipFill>
          <a:blip r:embed="rId5">
            <a:alphaModFix/>
          </a:blip>
          <a:stretch>
            <a:fillRect/>
          </a:stretch>
        </p:blipFill>
        <p:spPr>
          <a:xfrm rot="-370385" flipH="1">
            <a:off x="-2084635" y="3583567"/>
            <a:ext cx="5678100" cy="6182203"/>
          </a:xfrm>
          <a:prstGeom prst="rect">
            <a:avLst/>
          </a:prstGeom>
          <a:noFill/>
          <a:ln>
            <a:noFill/>
          </a:ln>
        </p:spPr>
      </p:pic>
      <p:grpSp>
        <p:nvGrpSpPr>
          <p:cNvPr id="306" name="Google Shape;306;p22"/>
          <p:cNvGrpSpPr/>
          <p:nvPr/>
        </p:nvGrpSpPr>
        <p:grpSpPr>
          <a:xfrm>
            <a:off x="16" y="-1495499"/>
            <a:ext cx="13094408" cy="6419531"/>
            <a:chOff x="12" y="-1121624"/>
            <a:chExt cx="9820806" cy="4814648"/>
          </a:xfrm>
        </p:grpSpPr>
        <p:pic>
          <p:nvPicPr>
            <p:cNvPr id="307" name="Google Shape;307;p22"/>
            <p:cNvPicPr preferRelativeResize="0"/>
            <p:nvPr/>
          </p:nvPicPr>
          <p:blipFill>
            <a:blip r:embed="rId6">
              <a:alphaModFix amt="79000"/>
            </a:blip>
            <a:stretch>
              <a:fillRect/>
            </a:stretch>
          </p:blipFill>
          <p:spPr>
            <a:xfrm rot="2700000" flipH="1">
              <a:off x="217572" y="-867845"/>
              <a:ext cx="1174132" cy="1101691"/>
            </a:xfrm>
            <a:prstGeom prst="rect">
              <a:avLst/>
            </a:prstGeom>
            <a:noFill/>
            <a:ln>
              <a:noFill/>
            </a:ln>
          </p:spPr>
        </p:pic>
        <p:pic>
          <p:nvPicPr>
            <p:cNvPr id="308" name="Google Shape;308;p22"/>
            <p:cNvPicPr preferRelativeResize="0"/>
            <p:nvPr/>
          </p:nvPicPr>
          <p:blipFill>
            <a:blip r:embed="rId7">
              <a:alphaModFix amt="63000"/>
            </a:blip>
            <a:stretch>
              <a:fillRect/>
            </a:stretch>
          </p:blipFill>
          <p:spPr>
            <a:xfrm flipH="1">
              <a:off x="8776943" y="2731123"/>
              <a:ext cx="1043875" cy="961900"/>
            </a:xfrm>
            <a:prstGeom prst="rect">
              <a:avLst/>
            </a:prstGeom>
            <a:noFill/>
            <a:ln>
              <a:noFill/>
            </a:ln>
          </p:spPr>
        </p:pic>
      </p:grpSp>
      <p:grpSp>
        <p:nvGrpSpPr>
          <p:cNvPr id="309" name="Google Shape;309;p22"/>
          <p:cNvGrpSpPr/>
          <p:nvPr/>
        </p:nvGrpSpPr>
        <p:grpSpPr>
          <a:xfrm>
            <a:off x="4666783" y="-1875009"/>
            <a:ext cx="8948944" cy="9518543"/>
            <a:chOff x="3500087" y="-1406257"/>
            <a:chExt cx="6711708" cy="7138907"/>
          </a:xfrm>
        </p:grpSpPr>
        <p:pic>
          <p:nvPicPr>
            <p:cNvPr id="310" name="Google Shape;310;p22"/>
            <p:cNvPicPr preferRelativeResize="0"/>
            <p:nvPr/>
          </p:nvPicPr>
          <p:blipFill>
            <a:blip r:embed="rId8">
              <a:alphaModFix/>
            </a:blip>
            <a:stretch>
              <a:fillRect/>
            </a:stretch>
          </p:blipFill>
          <p:spPr>
            <a:xfrm flipH="1">
              <a:off x="8588150" y="4008599"/>
              <a:ext cx="1135050" cy="758100"/>
            </a:xfrm>
            <a:prstGeom prst="rect">
              <a:avLst/>
            </a:prstGeom>
            <a:noFill/>
            <a:ln>
              <a:noFill/>
            </a:ln>
          </p:spPr>
        </p:pic>
        <p:pic>
          <p:nvPicPr>
            <p:cNvPr id="311" name="Google Shape;311;p22"/>
            <p:cNvPicPr preferRelativeResize="0"/>
            <p:nvPr/>
          </p:nvPicPr>
          <p:blipFill>
            <a:blip r:embed="rId9">
              <a:alphaModFix/>
            </a:blip>
            <a:stretch>
              <a:fillRect/>
            </a:stretch>
          </p:blipFill>
          <p:spPr>
            <a:xfrm flipH="1">
              <a:off x="3500087" y="4696950"/>
              <a:ext cx="935175" cy="1035701"/>
            </a:xfrm>
            <a:prstGeom prst="rect">
              <a:avLst/>
            </a:prstGeom>
            <a:noFill/>
            <a:ln>
              <a:noFill/>
            </a:ln>
          </p:spPr>
        </p:pic>
        <p:pic>
          <p:nvPicPr>
            <p:cNvPr id="312" name="Google Shape;312;p22"/>
            <p:cNvPicPr preferRelativeResize="0"/>
            <p:nvPr/>
          </p:nvPicPr>
          <p:blipFill>
            <a:blip r:embed="rId10">
              <a:alphaModFix/>
            </a:blip>
            <a:stretch>
              <a:fillRect/>
            </a:stretch>
          </p:blipFill>
          <p:spPr>
            <a:xfrm rot="-7518071">
              <a:off x="6833972" y="-546976"/>
              <a:ext cx="3193620" cy="2103249"/>
            </a:xfrm>
            <a:prstGeom prst="rect">
              <a:avLst/>
            </a:prstGeom>
            <a:noFill/>
            <a:ln>
              <a:noFill/>
            </a:ln>
          </p:spPr>
        </p:pic>
      </p:grpSp>
      <p:sp>
        <p:nvSpPr>
          <p:cNvPr id="313" name="Google Shape;313;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14" name="Google Shape;314;p22"/>
          <p:cNvSpPr txBox="1">
            <a:spLocks noGrp="1"/>
          </p:cNvSpPr>
          <p:nvPr>
            <p:ph type="subTitle" idx="1"/>
          </p:nvPr>
        </p:nvSpPr>
        <p:spPr>
          <a:xfrm>
            <a:off x="960033" y="2276277"/>
            <a:ext cx="10272000" cy="707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5" name="Google Shape;315;p22"/>
          <p:cNvSpPr txBox="1">
            <a:spLocks noGrp="1"/>
          </p:cNvSpPr>
          <p:nvPr>
            <p:ph type="subTitle" idx="2"/>
          </p:nvPr>
        </p:nvSpPr>
        <p:spPr>
          <a:xfrm>
            <a:off x="960033" y="3771865"/>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6" name="Google Shape;316;p22"/>
          <p:cNvSpPr txBox="1">
            <a:spLocks noGrp="1"/>
          </p:cNvSpPr>
          <p:nvPr>
            <p:ph type="subTitle" idx="3"/>
          </p:nvPr>
        </p:nvSpPr>
        <p:spPr>
          <a:xfrm>
            <a:off x="960033" y="5263855"/>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17" name="Google Shape;317;p22"/>
          <p:cNvSpPr txBox="1">
            <a:spLocks noGrp="1"/>
          </p:cNvSpPr>
          <p:nvPr>
            <p:ph type="subTitle" idx="4"/>
          </p:nvPr>
        </p:nvSpPr>
        <p:spPr>
          <a:xfrm>
            <a:off x="960033" y="1655028"/>
            <a:ext cx="10272000" cy="707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18" name="Google Shape;318;p22"/>
          <p:cNvSpPr txBox="1">
            <a:spLocks noGrp="1"/>
          </p:cNvSpPr>
          <p:nvPr>
            <p:ph type="subTitle" idx="5"/>
          </p:nvPr>
        </p:nvSpPr>
        <p:spPr>
          <a:xfrm>
            <a:off x="960033" y="3133500"/>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19" name="Google Shape;319;p22"/>
          <p:cNvSpPr txBox="1">
            <a:spLocks noGrp="1"/>
          </p:cNvSpPr>
          <p:nvPr>
            <p:ph type="subTitle" idx="6"/>
          </p:nvPr>
        </p:nvSpPr>
        <p:spPr>
          <a:xfrm>
            <a:off x="960033" y="4627500"/>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260026740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20"/>
        <p:cNvGrpSpPr/>
        <p:nvPr/>
      </p:nvGrpSpPr>
      <p:grpSpPr>
        <a:xfrm>
          <a:off x="0" y="0"/>
          <a:ext cx="0" cy="0"/>
          <a:chOff x="0" y="0"/>
          <a:chExt cx="0" cy="0"/>
        </a:xfrm>
      </p:grpSpPr>
      <p:pic>
        <p:nvPicPr>
          <p:cNvPr id="321" name="Google Shape;321;p23"/>
          <p:cNvPicPr preferRelativeResize="0"/>
          <p:nvPr/>
        </p:nvPicPr>
        <p:blipFill>
          <a:blip r:embed="rId2">
            <a:alphaModFix/>
          </a:blip>
          <a:stretch>
            <a:fillRect/>
          </a:stretch>
        </p:blipFill>
        <p:spPr>
          <a:xfrm>
            <a:off x="1" y="33"/>
            <a:ext cx="12192004" cy="6858000"/>
          </a:xfrm>
          <a:prstGeom prst="rect">
            <a:avLst/>
          </a:prstGeom>
          <a:noFill/>
          <a:ln>
            <a:noFill/>
          </a:ln>
        </p:spPr>
      </p:pic>
      <p:pic>
        <p:nvPicPr>
          <p:cNvPr id="322" name="Google Shape;322;p23"/>
          <p:cNvPicPr preferRelativeResize="0"/>
          <p:nvPr/>
        </p:nvPicPr>
        <p:blipFill>
          <a:blip r:embed="rId3">
            <a:alphaModFix/>
          </a:blip>
          <a:stretch>
            <a:fillRect/>
          </a:stretch>
        </p:blipFill>
        <p:spPr>
          <a:xfrm>
            <a:off x="3713438" y="6347964"/>
            <a:ext cx="1391833" cy="1282533"/>
          </a:xfrm>
          <a:prstGeom prst="rect">
            <a:avLst/>
          </a:prstGeom>
          <a:noFill/>
          <a:ln>
            <a:noFill/>
          </a:ln>
        </p:spPr>
      </p:pic>
      <p:pic>
        <p:nvPicPr>
          <p:cNvPr id="323" name="Google Shape;323;p23"/>
          <p:cNvPicPr preferRelativeResize="0"/>
          <p:nvPr/>
        </p:nvPicPr>
        <p:blipFill>
          <a:blip r:embed="rId4">
            <a:alphaModFix/>
          </a:blip>
          <a:stretch>
            <a:fillRect/>
          </a:stretch>
        </p:blipFill>
        <p:spPr>
          <a:xfrm>
            <a:off x="6386069" y="-5276767"/>
            <a:ext cx="5805932" cy="6321397"/>
          </a:xfrm>
          <a:prstGeom prst="rect">
            <a:avLst/>
          </a:prstGeom>
          <a:noFill/>
          <a:ln>
            <a:noFill/>
          </a:ln>
        </p:spPr>
      </p:pic>
      <p:grpSp>
        <p:nvGrpSpPr>
          <p:cNvPr id="324" name="Google Shape;324;p23"/>
          <p:cNvGrpSpPr/>
          <p:nvPr/>
        </p:nvGrpSpPr>
        <p:grpSpPr>
          <a:xfrm>
            <a:off x="4647132" y="-1275467"/>
            <a:ext cx="8729073" cy="9228251"/>
            <a:chOff x="3485348" y="-956600"/>
            <a:chExt cx="6546805" cy="6921188"/>
          </a:xfrm>
        </p:grpSpPr>
        <p:pic>
          <p:nvPicPr>
            <p:cNvPr id="325" name="Google Shape;325;p23"/>
            <p:cNvPicPr preferRelativeResize="0"/>
            <p:nvPr/>
          </p:nvPicPr>
          <p:blipFill>
            <a:blip r:embed="rId5">
              <a:alphaModFix/>
            </a:blip>
            <a:stretch>
              <a:fillRect/>
            </a:stretch>
          </p:blipFill>
          <p:spPr>
            <a:xfrm>
              <a:off x="7760453" y="-956600"/>
              <a:ext cx="2271701" cy="1496100"/>
            </a:xfrm>
            <a:prstGeom prst="rect">
              <a:avLst/>
            </a:prstGeom>
            <a:noFill/>
            <a:ln>
              <a:noFill/>
            </a:ln>
          </p:spPr>
        </p:pic>
        <p:pic>
          <p:nvPicPr>
            <p:cNvPr id="326" name="Google Shape;326;p23"/>
            <p:cNvPicPr preferRelativeResize="0"/>
            <p:nvPr/>
          </p:nvPicPr>
          <p:blipFill>
            <a:blip r:embed="rId6">
              <a:alphaModFix/>
            </a:blip>
            <a:stretch>
              <a:fillRect/>
            </a:stretch>
          </p:blipFill>
          <p:spPr>
            <a:xfrm>
              <a:off x="3485348" y="4760963"/>
              <a:ext cx="1086799" cy="1203625"/>
            </a:xfrm>
            <a:prstGeom prst="rect">
              <a:avLst/>
            </a:prstGeom>
            <a:noFill/>
            <a:ln>
              <a:noFill/>
            </a:ln>
          </p:spPr>
        </p:pic>
      </p:grpSp>
      <p:grpSp>
        <p:nvGrpSpPr>
          <p:cNvPr id="327" name="Google Shape;327;p23"/>
          <p:cNvGrpSpPr/>
          <p:nvPr/>
        </p:nvGrpSpPr>
        <p:grpSpPr>
          <a:xfrm>
            <a:off x="-4419992" y="593361"/>
            <a:ext cx="19131824" cy="10383809"/>
            <a:chOff x="-3314994" y="445020"/>
            <a:chExt cx="14348868" cy="7787857"/>
          </a:xfrm>
        </p:grpSpPr>
        <p:pic>
          <p:nvPicPr>
            <p:cNvPr id="328" name="Google Shape;328;p23"/>
            <p:cNvPicPr preferRelativeResize="0"/>
            <p:nvPr/>
          </p:nvPicPr>
          <p:blipFill>
            <a:blip r:embed="rId7">
              <a:alphaModFix amt="87000"/>
            </a:blip>
            <a:stretch>
              <a:fillRect/>
            </a:stretch>
          </p:blipFill>
          <p:spPr>
            <a:xfrm>
              <a:off x="6058077" y="4608575"/>
              <a:ext cx="3494399" cy="3624302"/>
            </a:xfrm>
            <a:prstGeom prst="rect">
              <a:avLst/>
            </a:prstGeom>
            <a:noFill/>
            <a:ln>
              <a:noFill/>
            </a:ln>
          </p:spPr>
        </p:pic>
        <p:pic>
          <p:nvPicPr>
            <p:cNvPr id="329" name="Google Shape;329;p23"/>
            <p:cNvPicPr preferRelativeResize="0"/>
            <p:nvPr/>
          </p:nvPicPr>
          <p:blipFill>
            <a:blip r:embed="rId8">
              <a:alphaModFix amt="86000"/>
            </a:blip>
            <a:stretch>
              <a:fillRect/>
            </a:stretch>
          </p:blipFill>
          <p:spPr>
            <a:xfrm rot="7198658">
              <a:off x="7748024" y="3896048"/>
              <a:ext cx="3167263" cy="2103247"/>
            </a:xfrm>
            <a:prstGeom prst="rect">
              <a:avLst/>
            </a:prstGeom>
            <a:noFill/>
            <a:ln>
              <a:noFill/>
            </a:ln>
          </p:spPr>
        </p:pic>
        <p:pic>
          <p:nvPicPr>
            <p:cNvPr id="330" name="Google Shape;330;p23"/>
            <p:cNvPicPr preferRelativeResize="0"/>
            <p:nvPr/>
          </p:nvPicPr>
          <p:blipFill>
            <a:blip r:embed="rId9">
              <a:alphaModFix/>
            </a:blip>
            <a:stretch>
              <a:fillRect/>
            </a:stretch>
          </p:blipFill>
          <p:spPr>
            <a:xfrm rot="5400000">
              <a:off x="-1587574" y="2199250"/>
              <a:ext cx="2635599" cy="1671350"/>
            </a:xfrm>
            <a:prstGeom prst="rect">
              <a:avLst/>
            </a:prstGeom>
            <a:noFill/>
            <a:ln>
              <a:noFill/>
            </a:ln>
          </p:spPr>
        </p:pic>
        <p:pic>
          <p:nvPicPr>
            <p:cNvPr id="331" name="Google Shape;331;p23"/>
            <p:cNvPicPr preferRelativeResize="0"/>
            <p:nvPr/>
          </p:nvPicPr>
          <p:blipFill>
            <a:blip r:embed="rId8">
              <a:alphaModFix amt="86000"/>
            </a:blip>
            <a:stretch>
              <a:fillRect/>
            </a:stretch>
          </p:blipFill>
          <p:spPr>
            <a:xfrm rot="1338115">
              <a:off x="-3034377" y="967323"/>
              <a:ext cx="3167261" cy="2103247"/>
            </a:xfrm>
            <a:prstGeom prst="rect">
              <a:avLst/>
            </a:prstGeom>
            <a:noFill/>
            <a:ln>
              <a:noFill/>
            </a:ln>
          </p:spPr>
        </p:pic>
      </p:grpSp>
      <p:sp>
        <p:nvSpPr>
          <p:cNvPr id="332" name="Google Shape;332;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33" name="Google Shape;333;p23"/>
          <p:cNvSpPr txBox="1">
            <a:spLocks noGrp="1"/>
          </p:cNvSpPr>
          <p:nvPr>
            <p:ph type="subTitle" idx="1"/>
          </p:nvPr>
        </p:nvSpPr>
        <p:spPr>
          <a:xfrm>
            <a:off x="950967" y="3378293"/>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4" name="Google Shape;334;p23"/>
          <p:cNvSpPr txBox="1">
            <a:spLocks noGrp="1"/>
          </p:cNvSpPr>
          <p:nvPr>
            <p:ph type="subTitle" idx="2"/>
          </p:nvPr>
        </p:nvSpPr>
        <p:spPr>
          <a:xfrm>
            <a:off x="4514200" y="3373531"/>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5" name="Google Shape;335;p23"/>
          <p:cNvSpPr txBox="1">
            <a:spLocks noGrp="1"/>
          </p:cNvSpPr>
          <p:nvPr>
            <p:ph type="subTitle" idx="3"/>
          </p:nvPr>
        </p:nvSpPr>
        <p:spPr>
          <a:xfrm>
            <a:off x="8077433" y="3368768"/>
            <a:ext cx="3163600" cy="245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336" name="Google Shape;336;p23"/>
          <p:cNvSpPr txBox="1">
            <a:spLocks noGrp="1"/>
          </p:cNvSpPr>
          <p:nvPr>
            <p:ph type="subTitle" idx="4"/>
          </p:nvPr>
        </p:nvSpPr>
        <p:spPr>
          <a:xfrm>
            <a:off x="950967" y="2851401"/>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337" name="Google Shape;337;p23"/>
          <p:cNvSpPr txBox="1">
            <a:spLocks noGrp="1"/>
          </p:cNvSpPr>
          <p:nvPr>
            <p:ph type="subTitle" idx="5"/>
          </p:nvPr>
        </p:nvSpPr>
        <p:spPr>
          <a:xfrm>
            <a:off x="4514189" y="2851403"/>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
        <p:nvSpPr>
          <p:cNvPr id="338" name="Google Shape;338;p23"/>
          <p:cNvSpPr txBox="1">
            <a:spLocks noGrp="1"/>
          </p:cNvSpPr>
          <p:nvPr>
            <p:ph type="subTitle" idx="6"/>
          </p:nvPr>
        </p:nvSpPr>
        <p:spPr>
          <a:xfrm>
            <a:off x="8077435" y="2851404"/>
            <a:ext cx="3163600" cy="63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EB Garamond"/>
              <a:buNone/>
              <a:defRPr sz="2933" b="1">
                <a:latin typeface="EB Garamond"/>
                <a:ea typeface="EB Garamond"/>
                <a:cs typeface="EB Garamond"/>
                <a:sym typeface="EB Garamond"/>
              </a:defRPr>
            </a:lvl1pPr>
            <a:lvl2pPr lvl="1" rtl="0">
              <a:lnSpc>
                <a:spcPct val="115000"/>
              </a:lnSpc>
              <a:spcBef>
                <a:spcPts val="0"/>
              </a:spcBef>
              <a:spcAft>
                <a:spcPts val="0"/>
              </a:spcAft>
              <a:buSzPts val="2600"/>
              <a:buFont typeface="EB Garamond"/>
              <a:buNone/>
              <a:defRPr sz="3467" b="1">
                <a:latin typeface="EB Garamond"/>
                <a:ea typeface="EB Garamond"/>
                <a:cs typeface="EB Garamond"/>
                <a:sym typeface="EB Garamond"/>
              </a:defRPr>
            </a:lvl2pPr>
            <a:lvl3pPr lvl="2" rtl="0">
              <a:lnSpc>
                <a:spcPct val="115000"/>
              </a:lnSpc>
              <a:spcBef>
                <a:spcPts val="0"/>
              </a:spcBef>
              <a:spcAft>
                <a:spcPts val="0"/>
              </a:spcAft>
              <a:buSzPts val="2600"/>
              <a:buFont typeface="EB Garamond"/>
              <a:buNone/>
              <a:defRPr sz="3467" b="1">
                <a:latin typeface="EB Garamond"/>
                <a:ea typeface="EB Garamond"/>
                <a:cs typeface="EB Garamond"/>
                <a:sym typeface="EB Garamond"/>
              </a:defRPr>
            </a:lvl3pPr>
            <a:lvl4pPr lvl="3" rtl="0">
              <a:lnSpc>
                <a:spcPct val="115000"/>
              </a:lnSpc>
              <a:spcBef>
                <a:spcPts val="0"/>
              </a:spcBef>
              <a:spcAft>
                <a:spcPts val="0"/>
              </a:spcAft>
              <a:buSzPts val="2600"/>
              <a:buFont typeface="EB Garamond"/>
              <a:buNone/>
              <a:defRPr sz="3467" b="1">
                <a:latin typeface="EB Garamond"/>
                <a:ea typeface="EB Garamond"/>
                <a:cs typeface="EB Garamond"/>
                <a:sym typeface="EB Garamond"/>
              </a:defRPr>
            </a:lvl4pPr>
            <a:lvl5pPr lvl="4" rtl="0">
              <a:lnSpc>
                <a:spcPct val="115000"/>
              </a:lnSpc>
              <a:spcBef>
                <a:spcPts val="0"/>
              </a:spcBef>
              <a:spcAft>
                <a:spcPts val="0"/>
              </a:spcAft>
              <a:buSzPts val="2600"/>
              <a:buFont typeface="EB Garamond"/>
              <a:buNone/>
              <a:defRPr sz="3467" b="1">
                <a:latin typeface="EB Garamond"/>
                <a:ea typeface="EB Garamond"/>
                <a:cs typeface="EB Garamond"/>
                <a:sym typeface="EB Garamond"/>
              </a:defRPr>
            </a:lvl5pPr>
            <a:lvl6pPr lvl="5" rtl="0">
              <a:lnSpc>
                <a:spcPct val="115000"/>
              </a:lnSpc>
              <a:spcBef>
                <a:spcPts val="0"/>
              </a:spcBef>
              <a:spcAft>
                <a:spcPts val="0"/>
              </a:spcAft>
              <a:buSzPts val="2600"/>
              <a:buFont typeface="EB Garamond"/>
              <a:buNone/>
              <a:defRPr sz="3467" b="1">
                <a:latin typeface="EB Garamond"/>
                <a:ea typeface="EB Garamond"/>
                <a:cs typeface="EB Garamond"/>
                <a:sym typeface="EB Garamond"/>
              </a:defRPr>
            </a:lvl6pPr>
            <a:lvl7pPr lvl="6" rtl="0">
              <a:lnSpc>
                <a:spcPct val="115000"/>
              </a:lnSpc>
              <a:spcBef>
                <a:spcPts val="0"/>
              </a:spcBef>
              <a:spcAft>
                <a:spcPts val="0"/>
              </a:spcAft>
              <a:buSzPts val="2600"/>
              <a:buFont typeface="EB Garamond"/>
              <a:buNone/>
              <a:defRPr sz="3467" b="1">
                <a:latin typeface="EB Garamond"/>
                <a:ea typeface="EB Garamond"/>
                <a:cs typeface="EB Garamond"/>
                <a:sym typeface="EB Garamond"/>
              </a:defRPr>
            </a:lvl7pPr>
            <a:lvl8pPr lvl="7" rtl="0">
              <a:lnSpc>
                <a:spcPct val="115000"/>
              </a:lnSpc>
              <a:spcBef>
                <a:spcPts val="0"/>
              </a:spcBef>
              <a:spcAft>
                <a:spcPts val="0"/>
              </a:spcAft>
              <a:buSzPts val="2600"/>
              <a:buFont typeface="EB Garamond"/>
              <a:buNone/>
              <a:defRPr sz="3467" b="1">
                <a:latin typeface="EB Garamond"/>
                <a:ea typeface="EB Garamond"/>
                <a:cs typeface="EB Garamond"/>
                <a:sym typeface="EB Garamond"/>
              </a:defRPr>
            </a:lvl8pPr>
            <a:lvl9pPr lvl="8" rtl="0">
              <a:lnSpc>
                <a:spcPct val="115000"/>
              </a:lnSpc>
              <a:spcBef>
                <a:spcPts val="0"/>
              </a:spcBef>
              <a:spcAft>
                <a:spcPts val="0"/>
              </a:spcAft>
              <a:buSzPts val="2600"/>
              <a:buFont typeface="EB Garamond"/>
              <a:buNone/>
              <a:defRPr sz="3467" b="1">
                <a:latin typeface="EB Garamond"/>
                <a:ea typeface="EB Garamond"/>
                <a:cs typeface="EB Garamond"/>
                <a:sym typeface="EB Garamond"/>
              </a:defRPr>
            </a:lvl9pPr>
          </a:lstStyle>
          <a:p>
            <a:r>
              <a:rPr lang="en-US"/>
              <a:t>Click to edit Master subtitle style</a:t>
            </a:r>
            <a:endParaRPr/>
          </a:p>
        </p:txBody>
      </p:sp>
    </p:spTree>
    <p:extLst>
      <p:ext uri="{BB962C8B-B14F-4D97-AF65-F5344CB8AC3E}">
        <p14:creationId xmlns:p14="http://schemas.microsoft.com/office/powerpoint/2010/main" val="47864357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60"/>
        <p:cNvGrpSpPr/>
        <p:nvPr/>
      </p:nvGrpSpPr>
      <p:grpSpPr>
        <a:xfrm>
          <a:off x="0" y="0"/>
          <a:ext cx="0" cy="0"/>
          <a:chOff x="0" y="0"/>
          <a:chExt cx="0" cy="0"/>
        </a:xfrm>
      </p:grpSpPr>
      <p:pic>
        <p:nvPicPr>
          <p:cNvPr id="361" name="Google Shape;361;p25"/>
          <p:cNvPicPr preferRelativeResize="0"/>
          <p:nvPr/>
        </p:nvPicPr>
        <p:blipFill>
          <a:blip r:embed="rId2">
            <a:alphaModFix/>
          </a:blip>
          <a:stretch>
            <a:fillRect/>
          </a:stretch>
        </p:blipFill>
        <p:spPr>
          <a:xfrm>
            <a:off x="1" y="33"/>
            <a:ext cx="12192004" cy="6858000"/>
          </a:xfrm>
          <a:prstGeom prst="rect">
            <a:avLst/>
          </a:prstGeom>
          <a:noFill/>
          <a:ln>
            <a:noFill/>
          </a:ln>
        </p:spPr>
      </p:pic>
      <p:sp>
        <p:nvSpPr>
          <p:cNvPr id="362" name="Google Shape;362;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Font typeface="EB Garamond"/>
              <a:buNone/>
              <a:defRPr>
                <a:latin typeface="EB Garamond"/>
                <a:ea typeface="EB Garamond"/>
                <a:cs typeface="EB Garamond"/>
                <a:sym typeface="EB Garamond"/>
              </a:defRPr>
            </a:lvl2pPr>
            <a:lvl3pPr lvl="2" rtl="0">
              <a:spcBef>
                <a:spcPts val="0"/>
              </a:spcBef>
              <a:spcAft>
                <a:spcPts val="0"/>
              </a:spcAft>
              <a:buSzPts val="3000"/>
              <a:buFont typeface="EB Garamond"/>
              <a:buNone/>
              <a:defRPr>
                <a:latin typeface="EB Garamond"/>
                <a:ea typeface="EB Garamond"/>
                <a:cs typeface="EB Garamond"/>
                <a:sym typeface="EB Garamond"/>
              </a:defRPr>
            </a:lvl3pPr>
            <a:lvl4pPr lvl="3" rtl="0">
              <a:spcBef>
                <a:spcPts val="0"/>
              </a:spcBef>
              <a:spcAft>
                <a:spcPts val="0"/>
              </a:spcAft>
              <a:buSzPts val="3000"/>
              <a:buFont typeface="EB Garamond"/>
              <a:buNone/>
              <a:defRPr>
                <a:latin typeface="EB Garamond"/>
                <a:ea typeface="EB Garamond"/>
                <a:cs typeface="EB Garamond"/>
                <a:sym typeface="EB Garamond"/>
              </a:defRPr>
            </a:lvl4pPr>
            <a:lvl5pPr lvl="4" rtl="0">
              <a:spcBef>
                <a:spcPts val="0"/>
              </a:spcBef>
              <a:spcAft>
                <a:spcPts val="0"/>
              </a:spcAft>
              <a:buSzPts val="3000"/>
              <a:buFont typeface="EB Garamond"/>
              <a:buNone/>
              <a:defRPr>
                <a:latin typeface="EB Garamond"/>
                <a:ea typeface="EB Garamond"/>
                <a:cs typeface="EB Garamond"/>
                <a:sym typeface="EB Garamond"/>
              </a:defRPr>
            </a:lvl5pPr>
            <a:lvl6pPr lvl="5" rtl="0">
              <a:spcBef>
                <a:spcPts val="0"/>
              </a:spcBef>
              <a:spcAft>
                <a:spcPts val="0"/>
              </a:spcAft>
              <a:buSzPts val="3000"/>
              <a:buFont typeface="EB Garamond"/>
              <a:buNone/>
              <a:defRPr>
                <a:latin typeface="EB Garamond"/>
                <a:ea typeface="EB Garamond"/>
                <a:cs typeface="EB Garamond"/>
                <a:sym typeface="EB Garamond"/>
              </a:defRPr>
            </a:lvl6pPr>
            <a:lvl7pPr lvl="6" rtl="0">
              <a:spcBef>
                <a:spcPts val="0"/>
              </a:spcBef>
              <a:spcAft>
                <a:spcPts val="0"/>
              </a:spcAft>
              <a:buSzPts val="3000"/>
              <a:buFont typeface="EB Garamond"/>
              <a:buNone/>
              <a:defRPr>
                <a:latin typeface="EB Garamond"/>
                <a:ea typeface="EB Garamond"/>
                <a:cs typeface="EB Garamond"/>
                <a:sym typeface="EB Garamond"/>
              </a:defRPr>
            </a:lvl7pPr>
            <a:lvl8pPr lvl="7" rtl="0">
              <a:spcBef>
                <a:spcPts val="0"/>
              </a:spcBef>
              <a:spcAft>
                <a:spcPts val="0"/>
              </a:spcAft>
              <a:buSzPts val="3000"/>
              <a:buFont typeface="EB Garamond"/>
              <a:buNone/>
              <a:defRPr>
                <a:latin typeface="EB Garamond"/>
                <a:ea typeface="EB Garamond"/>
                <a:cs typeface="EB Garamond"/>
                <a:sym typeface="EB Garamond"/>
              </a:defRPr>
            </a:lvl8pPr>
            <a:lvl9pPr lvl="8" rtl="0">
              <a:spcBef>
                <a:spcPts val="0"/>
              </a:spcBef>
              <a:spcAft>
                <a:spcPts val="0"/>
              </a:spcAft>
              <a:buSzPts val="3000"/>
              <a:buFont typeface="EB Garamond"/>
              <a:buNone/>
              <a:defRPr>
                <a:latin typeface="EB Garamond"/>
                <a:ea typeface="EB Garamond"/>
                <a:cs typeface="EB Garamond"/>
                <a:sym typeface="EB Garamond"/>
              </a:defRPr>
            </a:lvl9pPr>
          </a:lstStyle>
          <a:p>
            <a:r>
              <a:rPr lang="en-US"/>
              <a:t>Click to edit Master title style</a:t>
            </a:r>
            <a:endParaRPr/>
          </a:p>
        </p:txBody>
      </p:sp>
      <p:sp>
        <p:nvSpPr>
          <p:cNvPr id="363" name="Google Shape;363;p25"/>
          <p:cNvSpPr txBox="1">
            <a:spLocks noGrp="1"/>
          </p:cNvSpPr>
          <p:nvPr>
            <p:ph type="subTitle" idx="1"/>
          </p:nvPr>
        </p:nvSpPr>
        <p:spPr>
          <a:xfrm>
            <a:off x="1234367"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4" name="Google Shape;364;p25"/>
          <p:cNvSpPr txBox="1">
            <a:spLocks noGrp="1"/>
          </p:cNvSpPr>
          <p:nvPr>
            <p:ph type="subTitle" idx="2"/>
          </p:nvPr>
        </p:nvSpPr>
        <p:spPr>
          <a:xfrm>
            <a:off x="4707299"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5" name="Google Shape;365;p25"/>
          <p:cNvSpPr txBox="1">
            <a:spLocks noGrp="1"/>
          </p:cNvSpPr>
          <p:nvPr>
            <p:ph type="subTitle" idx="3"/>
          </p:nvPr>
        </p:nvSpPr>
        <p:spPr>
          <a:xfrm>
            <a:off x="1234367"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6" name="Google Shape;366;p25"/>
          <p:cNvSpPr txBox="1">
            <a:spLocks noGrp="1"/>
          </p:cNvSpPr>
          <p:nvPr>
            <p:ph type="subTitle" idx="4"/>
          </p:nvPr>
        </p:nvSpPr>
        <p:spPr>
          <a:xfrm>
            <a:off x="4707299"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7" name="Google Shape;367;p25"/>
          <p:cNvSpPr txBox="1">
            <a:spLocks noGrp="1"/>
          </p:cNvSpPr>
          <p:nvPr>
            <p:ph type="subTitle" idx="5"/>
          </p:nvPr>
        </p:nvSpPr>
        <p:spPr>
          <a:xfrm>
            <a:off x="8180231" y="2867697"/>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8" name="Google Shape;368;p25"/>
          <p:cNvSpPr txBox="1">
            <a:spLocks noGrp="1"/>
          </p:cNvSpPr>
          <p:nvPr>
            <p:ph type="subTitle" idx="6"/>
          </p:nvPr>
        </p:nvSpPr>
        <p:spPr>
          <a:xfrm>
            <a:off x="8180231" y="5261731"/>
            <a:ext cx="277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369" name="Google Shape;369;p25"/>
          <p:cNvSpPr txBox="1">
            <a:spLocks noGrp="1"/>
          </p:cNvSpPr>
          <p:nvPr>
            <p:ph type="subTitle" idx="7"/>
          </p:nvPr>
        </p:nvSpPr>
        <p:spPr>
          <a:xfrm>
            <a:off x="1232267"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0" name="Google Shape;370;p25"/>
          <p:cNvSpPr txBox="1">
            <a:spLocks noGrp="1"/>
          </p:cNvSpPr>
          <p:nvPr>
            <p:ph type="subTitle" idx="8"/>
          </p:nvPr>
        </p:nvSpPr>
        <p:spPr>
          <a:xfrm>
            <a:off x="4705196"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1" name="Google Shape;371;p25"/>
          <p:cNvSpPr txBox="1">
            <a:spLocks noGrp="1"/>
          </p:cNvSpPr>
          <p:nvPr>
            <p:ph type="subTitle" idx="9"/>
          </p:nvPr>
        </p:nvSpPr>
        <p:spPr>
          <a:xfrm>
            <a:off x="8178125" y="2432167"/>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2" name="Google Shape;372;p25"/>
          <p:cNvSpPr txBox="1">
            <a:spLocks noGrp="1"/>
          </p:cNvSpPr>
          <p:nvPr>
            <p:ph type="subTitle" idx="13"/>
          </p:nvPr>
        </p:nvSpPr>
        <p:spPr>
          <a:xfrm>
            <a:off x="1232267"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3" name="Google Shape;373;p25"/>
          <p:cNvSpPr txBox="1">
            <a:spLocks noGrp="1"/>
          </p:cNvSpPr>
          <p:nvPr>
            <p:ph type="subTitle" idx="14"/>
          </p:nvPr>
        </p:nvSpPr>
        <p:spPr>
          <a:xfrm>
            <a:off x="4705196"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sp>
        <p:nvSpPr>
          <p:cNvPr id="374" name="Google Shape;374;p25"/>
          <p:cNvSpPr txBox="1">
            <a:spLocks noGrp="1"/>
          </p:cNvSpPr>
          <p:nvPr>
            <p:ph type="subTitle" idx="15"/>
          </p:nvPr>
        </p:nvSpPr>
        <p:spPr>
          <a:xfrm>
            <a:off x="8178125" y="4825936"/>
            <a:ext cx="27816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B Garamond"/>
              <a:buNone/>
              <a:defRPr sz="2933" b="1">
                <a:solidFill>
                  <a:schemeClr val="dk1"/>
                </a:solidFill>
                <a:latin typeface="EB Garamond"/>
                <a:ea typeface="EB Garamond"/>
                <a:cs typeface="EB Garamond"/>
                <a:sym typeface="EB Garamond"/>
              </a:defRPr>
            </a:lvl1pPr>
            <a:lvl2pPr lvl="1"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2pPr>
            <a:lvl3pPr lvl="2"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3pPr>
            <a:lvl4pPr lvl="3"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4pPr>
            <a:lvl5pPr lvl="4"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5pPr>
            <a:lvl6pPr lvl="5"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6pPr>
            <a:lvl7pPr lvl="6"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7pPr>
            <a:lvl8pPr lvl="7"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8pPr>
            <a:lvl9pPr lvl="8" algn="ctr" rtl="0">
              <a:lnSpc>
                <a:spcPct val="115000"/>
              </a:lnSpc>
              <a:spcBef>
                <a:spcPts val="0"/>
              </a:spcBef>
              <a:spcAft>
                <a:spcPts val="0"/>
              </a:spcAft>
              <a:buSzPts val="2400"/>
              <a:buFont typeface="EB Garamond"/>
              <a:buNone/>
              <a:defRPr sz="3200" b="1">
                <a:latin typeface="EB Garamond"/>
                <a:ea typeface="EB Garamond"/>
                <a:cs typeface="EB Garamond"/>
                <a:sym typeface="EB Garamond"/>
              </a:defRPr>
            </a:lvl9pPr>
          </a:lstStyle>
          <a:p>
            <a:r>
              <a:rPr lang="en-US"/>
              <a:t>Click to edit Master subtitle style</a:t>
            </a:r>
            <a:endParaRPr/>
          </a:p>
        </p:txBody>
      </p:sp>
      <p:pic>
        <p:nvPicPr>
          <p:cNvPr id="375" name="Google Shape;375;p25"/>
          <p:cNvPicPr preferRelativeResize="0"/>
          <p:nvPr/>
        </p:nvPicPr>
        <p:blipFill>
          <a:blip r:embed="rId3">
            <a:alphaModFix/>
          </a:blip>
          <a:stretch>
            <a:fillRect/>
          </a:stretch>
        </p:blipFill>
        <p:spPr>
          <a:xfrm>
            <a:off x="8669211" y="3204968"/>
            <a:ext cx="5715500" cy="6222929"/>
          </a:xfrm>
          <a:prstGeom prst="rect">
            <a:avLst/>
          </a:prstGeom>
          <a:noFill/>
          <a:ln>
            <a:noFill/>
          </a:ln>
        </p:spPr>
      </p:pic>
      <p:grpSp>
        <p:nvGrpSpPr>
          <p:cNvPr id="376" name="Google Shape;376;p25"/>
          <p:cNvGrpSpPr/>
          <p:nvPr/>
        </p:nvGrpSpPr>
        <p:grpSpPr>
          <a:xfrm>
            <a:off x="-1762923" y="-3131262"/>
            <a:ext cx="16050104" cy="11387539"/>
            <a:chOff x="-1322192" y="-2348446"/>
            <a:chExt cx="12037578" cy="8540654"/>
          </a:xfrm>
        </p:grpSpPr>
        <p:pic>
          <p:nvPicPr>
            <p:cNvPr id="377" name="Google Shape;377;p25"/>
            <p:cNvPicPr preferRelativeResize="0"/>
            <p:nvPr/>
          </p:nvPicPr>
          <p:blipFill>
            <a:blip r:embed="rId4">
              <a:alphaModFix amt="83000"/>
            </a:blip>
            <a:stretch>
              <a:fillRect/>
            </a:stretch>
          </p:blipFill>
          <p:spPr>
            <a:xfrm rot="-5400000">
              <a:off x="-1854202" y="3556950"/>
              <a:ext cx="3167267" cy="2103247"/>
            </a:xfrm>
            <a:prstGeom prst="rect">
              <a:avLst/>
            </a:prstGeom>
            <a:noFill/>
            <a:ln>
              <a:noFill/>
            </a:ln>
          </p:spPr>
        </p:pic>
        <p:pic>
          <p:nvPicPr>
            <p:cNvPr id="378" name="Google Shape;378;p25"/>
            <p:cNvPicPr preferRelativeResize="0"/>
            <p:nvPr/>
          </p:nvPicPr>
          <p:blipFill>
            <a:blip r:embed="rId5">
              <a:alphaModFix amt="76000"/>
            </a:blip>
            <a:stretch>
              <a:fillRect/>
            </a:stretch>
          </p:blipFill>
          <p:spPr>
            <a:xfrm>
              <a:off x="-1014998" y="2578600"/>
              <a:ext cx="1555700" cy="1459701"/>
            </a:xfrm>
            <a:prstGeom prst="rect">
              <a:avLst/>
            </a:prstGeom>
            <a:noFill/>
            <a:ln>
              <a:noFill/>
            </a:ln>
          </p:spPr>
        </p:pic>
        <p:pic>
          <p:nvPicPr>
            <p:cNvPr id="379" name="Google Shape;379;p25"/>
            <p:cNvPicPr preferRelativeResize="0"/>
            <p:nvPr/>
          </p:nvPicPr>
          <p:blipFill>
            <a:blip r:embed="rId6">
              <a:alphaModFix amt="85000"/>
            </a:blip>
            <a:stretch>
              <a:fillRect/>
            </a:stretch>
          </p:blipFill>
          <p:spPr>
            <a:xfrm rot="-8404919">
              <a:off x="6825908" y="-1426076"/>
              <a:ext cx="3638626" cy="2103251"/>
            </a:xfrm>
            <a:prstGeom prst="rect">
              <a:avLst/>
            </a:prstGeom>
            <a:noFill/>
            <a:ln>
              <a:noFill/>
            </a:ln>
          </p:spPr>
        </p:pic>
      </p:grpSp>
      <p:pic>
        <p:nvPicPr>
          <p:cNvPr id="380" name="Google Shape;380;p25"/>
          <p:cNvPicPr preferRelativeResize="0"/>
          <p:nvPr/>
        </p:nvPicPr>
        <p:blipFill>
          <a:blip r:embed="rId7">
            <a:alphaModFix/>
          </a:blip>
          <a:stretch>
            <a:fillRect/>
          </a:stretch>
        </p:blipFill>
        <p:spPr>
          <a:xfrm>
            <a:off x="9320932" y="-1082033"/>
            <a:ext cx="1449065" cy="1604833"/>
          </a:xfrm>
          <a:prstGeom prst="rect">
            <a:avLst/>
          </a:prstGeom>
          <a:noFill/>
          <a:ln>
            <a:noFill/>
          </a:ln>
        </p:spPr>
      </p:pic>
    </p:spTree>
    <p:extLst>
      <p:ext uri="{BB962C8B-B14F-4D97-AF65-F5344CB8AC3E}">
        <p14:creationId xmlns:p14="http://schemas.microsoft.com/office/powerpoint/2010/main" val="115079678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01"/>
        <p:cNvGrpSpPr/>
        <p:nvPr/>
      </p:nvGrpSpPr>
      <p:grpSpPr>
        <a:xfrm>
          <a:off x="0" y="0"/>
          <a:ext cx="0" cy="0"/>
          <a:chOff x="0" y="0"/>
          <a:chExt cx="0" cy="0"/>
        </a:xfrm>
      </p:grpSpPr>
      <p:pic>
        <p:nvPicPr>
          <p:cNvPr id="402" name="Google Shape;402;p27"/>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03" name="Google Shape;403;p27"/>
          <p:cNvGrpSpPr/>
          <p:nvPr/>
        </p:nvGrpSpPr>
        <p:grpSpPr>
          <a:xfrm>
            <a:off x="-675434" y="117801"/>
            <a:ext cx="5497473" cy="7569532"/>
            <a:chOff x="-506576" y="88350"/>
            <a:chExt cx="4123105" cy="5677149"/>
          </a:xfrm>
        </p:grpSpPr>
        <p:pic>
          <p:nvPicPr>
            <p:cNvPr id="404" name="Google Shape;404;p27"/>
            <p:cNvPicPr preferRelativeResize="0"/>
            <p:nvPr/>
          </p:nvPicPr>
          <p:blipFill>
            <a:blip r:embed="rId3">
              <a:alphaModFix/>
            </a:blip>
            <a:stretch>
              <a:fillRect/>
            </a:stretch>
          </p:blipFill>
          <p:spPr>
            <a:xfrm>
              <a:off x="-506576" y="88350"/>
              <a:ext cx="1792924" cy="1682300"/>
            </a:xfrm>
            <a:prstGeom prst="rect">
              <a:avLst/>
            </a:prstGeom>
            <a:noFill/>
            <a:ln>
              <a:noFill/>
            </a:ln>
          </p:spPr>
        </p:pic>
        <p:pic>
          <p:nvPicPr>
            <p:cNvPr id="405" name="Google Shape;405;p27"/>
            <p:cNvPicPr preferRelativeResize="0"/>
            <p:nvPr/>
          </p:nvPicPr>
          <p:blipFill>
            <a:blip r:embed="rId4">
              <a:alphaModFix/>
            </a:blip>
            <a:stretch>
              <a:fillRect/>
            </a:stretch>
          </p:blipFill>
          <p:spPr>
            <a:xfrm>
              <a:off x="2572653" y="4803598"/>
              <a:ext cx="1043875" cy="961900"/>
            </a:xfrm>
            <a:prstGeom prst="rect">
              <a:avLst/>
            </a:prstGeom>
            <a:noFill/>
            <a:ln>
              <a:noFill/>
            </a:ln>
          </p:spPr>
        </p:pic>
      </p:grpSp>
      <p:pic>
        <p:nvPicPr>
          <p:cNvPr id="406" name="Google Shape;406;p27"/>
          <p:cNvPicPr preferRelativeResize="0"/>
          <p:nvPr/>
        </p:nvPicPr>
        <p:blipFill>
          <a:blip r:embed="rId5">
            <a:alphaModFix/>
          </a:blip>
          <a:stretch>
            <a:fillRect/>
          </a:stretch>
        </p:blipFill>
        <p:spPr>
          <a:xfrm>
            <a:off x="8204202" y="2730067"/>
            <a:ext cx="5805932" cy="6321397"/>
          </a:xfrm>
          <a:prstGeom prst="rect">
            <a:avLst/>
          </a:prstGeom>
          <a:noFill/>
          <a:ln>
            <a:noFill/>
          </a:ln>
        </p:spPr>
      </p:pic>
      <p:grpSp>
        <p:nvGrpSpPr>
          <p:cNvPr id="407" name="Google Shape;407;p27"/>
          <p:cNvGrpSpPr/>
          <p:nvPr/>
        </p:nvGrpSpPr>
        <p:grpSpPr>
          <a:xfrm>
            <a:off x="1230964" y="-1004482"/>
            <a:ext cx="12139141" cy="2804332"/>
            <a:chOff x="923223" y="-753362"/>
            <a:chExt cx="9104356" cy="2103249"/>
          </a:xfrm>
        </p:grpSpPr>
        <p:pic>
          <p:nvPicPr>
            <p:cNvPr id="408" name="Google Shape;408;p27"/>
            <p:cNvPicPr preferRelativeResize="0"/>
            <p:nvPr/>
          </p:nvPicPr>
          <p:blipFill>
            <a:blip r:embed="rId6">
              <a:alphaModFix/>
            </a:blip>
            <a:stretch>
              <a:fillRect/>
            </a:stretch>
          </p:blipFill>
          <p:spPr>
            <a:xfrm>
              <a:off x="6833959" y="-753362"/>
              <a:ext cx="3193620" cy="2103249"/>
            </a:xfrm>
            <a:prstGeom prst="rect">
              <a:avLst/>
            </a:prstGeom>
            <a:noFill/>
            <a:ln>
              <a:noFill/>
            </a:ln>
          </p:spPr>
        </p:pic>
        <p:pic>
          <p:nvPicPr>
            <p:cNvPr id="409" name="Google Shape;409;p27"/>
            <p:cNvPicPr preferRelativeResize="0"/>
            <p:nvPr/>
          </p:nvPicPr>
          <p:blipFill>
            <a:blip r:embed="rId7">
              <a:alphaModFix/>
            </a:blip>
            <a:stretch>
              <a:fillRect/>
            </a:stretch>
          </p:blipFill>
          <p:spPr>
            <a:xfrm>
              <a:off x="923223" y="-303550"/>
              <a:ext cx="1086799" cy="1203625"/>
            </a:xfrm>
            <a:prstGeom prst="rect">
              <a:avLst/>
            </a:prstGeom>
            <a:noFill/>
            <a:ln>
              <a:noFill/>
            </a:ln>
          </p:spPr>
        </p:pic>
      </p:grpSp>
      <p:grpSp>
        <p:nvGrpSpPr>
          <p:cNvPr id="410" name="Google Shape;410;p27"/>
          <p:cNvGrpSpPr/>
          <p:nvPr/>
        </p:nvGrpSpPr>
        <p:grpSpPr>
          <a:xfrm>
            <a:off x="-4975057" y="-1545899"/>
            <a:ext cx="19196300" cy="11331300"/>
            <a:chOff x="-3731293" y="-1159425"/>
            <a:chExt cx="14397225" cy="8498475"/>
          </a:xfrm>
        </p:grpSpPr>
        <p:pic>
          <p:nvPicPr>
            <p:cNvPr id="411" name="Google Shape;411;p27"/>
            <p:cNvPicPr preferRelativeResize="0"/>
            <p:nvPr/>
          </p:nvPicPr>
          <p:blipFill>
            <a:blip r:embed="rId8">
              <a:alphaModFix amt="87000"/>
            </a:blip>
            <a:stretch>
              <a:fillRect/>
            </a:stretch>
          </p:blipFill>
          <p:spPr>
            <a:xfrm>
              <a:off x="-3731293" y="2511502"/>
              <a:ext cx="4654526" cy="4827548"/>
            </a:xfrm>
            <a:prstGeom prst="rect">
              <a:avLst/>
            </a:prstGeom>
            <a:noFill/>
            <a:ln>
              <a:noFill/>
            </a:ln>
          </p:spPr>
        </p:pic>
        <p:pic>
          <p:nvPicPr>
            <p:cNvPr id="412" name="Google Shape;412;p27"/>
            <p:cNvPicPr preferRelativeResize="0"/>
            <p:nvPr/>
          </p:nvPicPr>
          <p:blipFill>
            <a:blip r:embed="rId9">
              <a:alphaModFix amt="86000"/>
            </a:blip>
            <a:stretch>
              <a:fillRect/>
            </a:stretch>
          </p:blipFill>
          <p:spPr>
            <a:xfrm rot="5019818">
              <a:off x="7862323" y="2237098"/>
              <a:ext cx="3167264" cy="2103248"/>
            </a:xfrm>
            <a:prstGeom prst="rect">
              <a:avLst/>
            </a:prstGeom>
            <a:noFill/>
            <a:ln>
              <a:noFill/>
            </a:ln>
          </p:spPr>
        </p:pic>
        <p:pic>
          <p:nvPicPr>
            <p:cNvPr id="413" name="Google Shape;413;p27"/>
            <p:cNvPicPr preferRelativeResize="0"/>
            <p:nvPr/>
          </p:nvPicPr>
          <p:blipFill>
            <a:blip r:embed="rId10">
              <a:alphaModFix/>
            </a:blip>
            <a:stretch>
              <a:fillRect/>
            </a:stretch>
          </p:blipFill>
          <p:spPr>
            <a:xfrm>
              <a:off x="3261724" y="-1159425"/>
              <a:ext cx="2891427" cy="1671350"/>
            </a:xfrm>
            <a:prstGeom prst="rect">
              <a:avLst/>
            </a:prstGeom>
            <a:noFill/>
            <a:ln>
              <a:noFill/>
            </a:ln>
          </p:spPr>
        </p:pic>
      </p:grpSp>
      <p:sp>
        <p:nvSpPr>
          <p:cNvPr id="414" name="Google Shape;414;p27"/>
          <p:cNvSpPr txBox="1">
            <a:spLocks noGrp="1"/>
          </p:cNvSpPr>
          <p:nvPr>
            <p:ph type="title"/>
          </p:nvPr>
        </p:nvSpPr>
        <p:spPr>
          <a:xfrm>
            <a:off x="3130584" y="917667"/>
            <a:ext cx="5930800" cy="1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15" name="Google Shape;415;p27"/>
          <p:cNvSpPr txBox="1">
            <a:spLocks noGrp="1"/>
          </p:cNvSpPr>
          <p:nvPr>
            <p:ph type="subTitle" idx="1"/>
          </p:nvPr>
        </p:nvSpPr>
        <p:spPr>
          <a:xfrm>
            <a:off x="3130533" y="2246416"/>
            <a:ext cx="5930800" cy="163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6" name="Google Shape;416;p27"/>
          <p:cNvSpPr txBox="1"/>
          <p:nvPr/>
        </p:nvSpPr>
        <p:spPr>
          <a:xfrm>
            <a:off x="2802251" y="4727033"/>
            <a:ext cx="6594400" cy="7416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400"/>
              </a:spcBef>
              <a:spcAft>
                <a:spcPts val="0"/>
              </a:spcAft>
              <a:buNone/>
            </a:pPr>
            <a:r>
              <a:rPr lang="en" sz="1600">
                <a:solidFill>
                  <a:schemeClr val="dk1"/>
                </a:solidFill>
                <a:latin typeface="Figtree"/>
                <a:ea typeface="Figtree"/>
                <a:cs typeface="Figtree"/>
                <a:sym typeface="Figtree"/>
              </a:rPr>
              <a:t>CREDITS: This presentation template was created by </a:t>
            </a:r>
            <a:r>
              <a:rPr lang="en" sz="1600" b="1" u="sng">
                <a:solidFill>
                  <a:schemeClr val="dk1"/>
                </a:solidFill>
                <a:latin typeface="Figtree"/>
                <a:ea typeface="Figtree"/>
                <a:cs typeface="Figtree"/>
                <a:sym typeface="Figtree"/>
                <a:hlinkClick r:id="rId11">
                  <a:extLst>
                    <a:ext uri="{A12FA001-AC4F-418D-AE19-62706E023703}">
                      <ahyp:hlinkClr xmlns:ahyp="http://schemas.microsoft.com/office/drawing/2018/hyperlinkcolor" val="tx"/>
                    </a:ext>
                  </a:extLst>
                </a:hlinkClick>
              </a:rPr>
              <a:t>Slidesgo</a:t>
            </a:r>
            <a:r>
              <a:rPr lang="en" sz="1600" b="1">
                <a:solidFill>
                  <a:schemeClr val="dk1"/>
                </a:solidFill>
                <a:latin typeface="Figtree"/>
                <a:ea typeface="Figtree"/>
                <a:cs typeface="Figtree"/>
                <a:sym typeface="Figtree"/>
              </a:rPr>
              <a:t>,</a:t>
            </a:r>
            <a:r>
              <a:rPr lang="en" sz="1600">
                <a:solidFill>
                  <a:schemeClr val="dk1"/>
                </a:solidFill>
                <a:latin typeface="Figtree"/>
                <a:ea typeface="Figtree"/>
                <a:cs typeface="Figtree"/>
                <a:sym typeface="Figtree"/>
              </a:rPr>
              <a:t> and includes icons by</a:t>
            </a:r>
            <a:r>
              <a:rPr lang="en" sz="1600" b="1">
                <a:solidFill>
                  <a:schemeClr val="dk1"/>
                </a:solidFill>
                <a:latin typeface="Figtree"/>
                <a:ea typeface="Figtree"/>
                <a:cs typeface="Figtree"/>
                <a:sym typeface="Figtree"/>
              </a:rPr>
              <a:t> </a:t>
            </a:r>
            <a:r>
              <a:rPr lang="en" sz="1600" b="1" u="sng">
                <a:solidFill>
                  <a:schemeClr val="dk1"/>
                </a:solidFill>
                <a:latin typeface="Figtree"/>
                <a:ea typeface="Figtree"/>
                <a:cs typeface="Figtree"/>
                <a:sym typeface="Figtree"/>
                <a:hlinkClick r:id="rId12">
                  <a:extLst>
                    <a:ext uri="{A12FA001-AC4F-418D-AE19-62706E023703}">
                      <ahyp:hlinkClr xmlns:ahyp="http://schemas.microsoft.com/office/drawing/2018/hyperlinkcolor" val="tx"/>
                    </a:ext>
                  </a:extLst>
                </a:hlinkClick>
              </a:rPr>
              <a:t>Flaticon</a:t>
            </a:r>
            <a:r>
              <a:rPr lang="en" sz="1600" b="1">
                <a:solidFill>
                  <a:schemeClr val="dk1"/>
                </a:solidFill>
                <a:latin typeface="Figtree"/>
                <a:ea typeface="Figtree"/>
                <a:cs typeface="Figtree"/>
                <a:sym typeface="Figtree"/>
              </a:rPr>
              <a:t>,</a:t>
            </a:r>
            <a:r>
              <a:rPr lang="en" sz="1600">
                <a:solidFill>
                  <a:schemeClr val="dk1"/>
                </a:solidFill>
                <a:latin typeface="Figtree"/>
                <a:ea typeface="Figtree"/>
                <a:cs typeface="Figtree"/>
                <a:sym typeface="Figtree"/>
              </a:rPr>
              <a:t> and infographics &amp; images by </a:t>
            </a:r>
            <a:r>
              <a:rPr lang="en" sz="1600" b="1" u="sng">
                <a:solidFill>
                  <a:schemeClr val="dk1"/>
                </a:solidFill>
                <a:latin typeface="Figtree"/>
                <a:ea typeface="Figtree"/>
                <a:cs typeface="Figtree"/>
                <a:sym typeface="Figtree"/>
                <a:hlinkClick r:id="rId13">
                  <a:extLst>
                    <a:ext uri="{A12FA001-AC4F-418D-AE19-62706E023703}">
                      <ahyp:hlinkClr xmlns:ahyp="http://schemas.microsoft.com/office/drawing/2018/hyperlinkcolor" val="tx"/>
                    </a:ext>
                  </a:extLst>
                </a:hlinkClick>
              </a:rPr>
              <a:t>Freepik</a:t>
            </a:r>
            <a:r>
              <a:rPr lang="en" sz="1600" b="1" u="sng">
                <a:solidFill>
                  <a:schemeClr val="dk1"/>
                </a:solidFill>
                <a:latin typeface="Figtree"/>
                <a:ea typeface="Figtree"/>
                <a:cs typeface="Figtree"/>
                <a:sym typeface="Figtree"/>
              </a:rPr>
              <a:t> </a:t>
            </a:r>
            <a:endParaRPr sz="1600" b="1" u="sng">
              <a:solidFill>
                <a:schemeClr val="dk1"/>
              </a:solidFill>
              <a:latin typeface="Figtree"/>
              <a:ea typeface="Figtree"/>
              <a:cs typeface="Figtree"/>
              <a:sym typeface="Figtree"/>
            </a:endParaRPr>
          </a:p>
        </p:txBody>
      </p:sp>
    </p:spTree>
    <p:extLst>
      <p:ext uri="{BB962C8B-B14F-4D97-AF65-F5344CB8AC3E}">
        <p14:creationId xmlns:p14="http://schemas.microsoft.com/office/powerpoint/2010/main" val="107710188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17"/>
        <p:cNvGrpSpPr/>
        <p:nvPr/>
      </p:nvGrpSpPr>
      <p:grpSpPr>
        <a:xfrm>
          <a:off x="0" y="0"/>
          <a:ext cx="0" cy="0"/>
          <a:chOff x="0" y="0"/>
          <a:chExt cx="0" cy="0"/>
        </a:xfrm>
      </p:grpSpPr>
      <p:pic>
        <p:nvPicPr>
          <p:cNvPr id="418" name="Google Shape;418;p28"/>
          <p:cNvPicPr preferRelativeResize="0"/>
          <p:nvPr/>
        </p:nvPicPr>
        <p:blipFill>
          <a:blip r:embed="rId2">
            <a:alphaModFix/>
          </a:blip>
          <a:stretch>
            <a:fillRect/>
          </a:stretch>
        </p:blipFill>
        <p:spPr>
          <a:xfrm>
            <a:off x="1" y="33"/>
            <a:ext cx="12192004" cy="6858000"/>
          </a:xfrm>
          <a:prstGeom prst="rect">
            <a:avLst/>
          </a:prstGeom>
          <a:noFill/>
          <a:ln>
            <a:noFill/>
          </a:ln>
        </p:spPr>
      </p:pic>
      <p:grpSp>
        <p:nvGrpSpPr>
          <p:cNvPr id="419" name="Google Shape;419;p28"/>
          <p:cNvGrpSpPr/>
          <p:nvPr/>
        </p:nvGrpSpPr>
        <p:grpSpPr>
          <a:xfrm rot="10800000" flipH="1">
            <a:off x="-2415713" y="-2988119"/>
            <a:ext cx="7923511" cy="11707923"/>
            <a:chOff x="-1811785" y="-1627275"/>
            <a:chExt cx="5942633" cy="8780942"/>
          </a:xfrm>
        </p:grpSpPr>
        <p:pic>
          <p:nvPicPr>
            <p:cNvPr id="420" name="Google Shape;420;p28"/>
            <p:cNvPicPr preferRelativeResize="0"/>
            <p:nvPr/>
          </p:nvPicPr>
          <p:blipFill>
            <a:blip r:embed="rId3">
              <a:alphaModFix/>
            </a:blip>
            <a:stretch>
              <a:fillRect/>
            </a:stretch>
          </p:blipFill>
          <p:spPr>
            <a:xfrm flipH="1">
              <a:off x="963581" y="-1627275"/>
              <a:ext cx="3167267" cy="2103247"/>
            </a:xfrm>
            <a:prstGeom prst="rect">
              <a:avLst/>
            </a:prstGeom>
            <a:noFill/>
            <a:ln>
              <a:noFill/>
            </a:ln>
          </p:spPr>
        </p:pic>
        <p:pic>
          <p:nvPicPr>
            <p:cNvPr id="421" name="Google Shape;421;p28"/>
            <p:cNvPicPr preferRelativeResize="0"/>
            <p:nvPr/>
          </p:nvPicPr>
          <p:blipFill>
            <a:blip r:embed="rId4">
              <a:alphaModFix/>
            </a:blip>
            <a:stretch>
              <a:fillRect/>
            </a:stretch>
          </p:blipFill>
          <p:spPr>
            <a:xfrm rot="3024203" flipH="1">
              <a:off x="-1661175" y="4029886"/>
              <a:ext cx="3638626" cy="2103250"/>
            </a:xfrm>
            <a:prstGeom prst="rect">
              <a:avLst/>
            </a:prstGeom>
            <a:noFill/>
            <a:ln>
              <a:noFill/>
            </a:ln>
          </p:spPr>
        </p:pic>
      </p:grpSp>
      <p:grpSp>
        <p:nvGrpSpPr>
          <p:cNvPr id="422" name="Google Shape;422;p28"/>
          <p:cNvGrpSpPr/>
          <p:nvPr/>
        </p:nvGrpSpPr>
        <p:grpSpPr>
          <a:xfrm rot="10800000" flipH="1">
            <a:off x="1547578" y="-307895"/>
            <a:ext cx="9586884" cy="7371432"/>
            <a:chOff x="1160683" y="-385075"/>
            <a:chExt cx="7190163" cy="5528574"/>
          </a:xfrm>
        </p:grpSpPr>
        <p:pic>
          <p:nvPicPr>
            <p:cNvPr id="423" name="Google Shape;423;p28"/>
            <p:cNvPicPr preferRelativeResize="0"/>
            <p:nvPr/>
          </p:nvPicPr>
          <p:blipFill>
            <a:blip r:embed="rId5">
              <a:alphaModFix/>
            </a:blip>
            <a:stretch>
              <a:fillRect/>
            </a:stretch>
          </p:blipFill>
          <p:spPr>
            <a:xfrm flipH="1">
              <a:off x="1160683" y="3587350"/>
              <a:ext cx="2362876" cy="1556149"/>
            </a:xfrm>
            <a:prstGeom prst="rect">
              <a:avLst/>
            </a:prstGeom>
            <a:noFill/>
            <a:ln>
              <a:noFill/>
            </a:ln>
          </p:spPr>
        </p:pic>
        <p:pic>
          <p:nvPicPr>
            <p:cNvPr id="424" name="Google Shape;424;p28"/>
            <p:cNvPicPr preferRelativeResize="0"/>
            <p:nvPr/>
          </p:nvPicPr>
          <p:blipFill>
            <a:blip r:embed="rId6">
              <a:alphaModFix/>
            </a:blip>
            <a:stretch>
              <a:fillRect/>
            </a:stretch>
          </p:blipFill>
          <p:spPr>
            <a:xfrm flipH="1">
              <a:off x="7554246" y="-385075"/>
              <a:ext cx="796600" cy="882224"/>
            </a:xfrm>
            <a:prstGeom prst="rect">
              <a:avLst/>
            </a:prstGeom>
            <a:noFill/>
            <a:ln>
              <a:noFill/>
            </a:ln>
          </p:spPr>
        </p:pic>
      </p:grpSp>
      <p:grpSp>
        <p:nvGrpSpPr>
          <p:cNvPr id="425" name="Google Shape;425;p28"/>
          <p:cNvGrpSpPr/>
          <p:nvPr/>
        </p:nvGrpSpPr>
        <p:grpSpPr>
          <a:xfrm rot="10800000" flipH="1">
            <a:off x="155860" y="-866511"/>
            <a:ext cx="9223097" cy="7479541"/>
            <a:chOff x="116894" y="-47195"/>
            <a:chExt cx="6917323" cy="5609656"/>
          </a:xfrm>
        </p:grpSpPr>
        <p:pic>
          <p:nvPicPr>
            <p:cNvPr id="426" name="Google Shape;426;p28"/>
            <p:cNvPicPr preferRelativeResize="0"/>
            <p:nvPr/>
          </p:nvPicPr>
          <p:blipFill>
            <a:blip r:embed="rId7">
              <a:alphaModFix amt="69000"/>
            </a:blip>
            <a:stretch>
              <a:fillRect/>
            </a:stretch>
          </p:blipFill>
          <p:spPr>
            <a:xfrm rot="-9899998" flipH="1">
              <a:off x="254490" y="102312"/>
              <a:ext cx="1318127" cy="1236801"/>
            </a:xfrm>
            <a:prstGeom prst="rect">
              <a:avLst/>
            </a:prstGeom>
            <a:noFill/>
            <a:ln>
              <a:noFill/>
            </a:ln>
          </p:spPr>
        </p:pic>
        <p:pic>
          <p:nvPicPr>
            <p:cNvPr id="427" name="Google Shape;427;p28"/>
            <p:cNvPicPr preferRelativeResize="0"/>
            <p:nvPr/>
          </p:nvPicPr>
          <p:blipFill>
            <a:blip r:embed="rId8">
              <a:alphaModFix/>
            </a:blip>
            <a:stretch>
              <a:fillRect/>
            </a:stretch>
          </p:blipFill>
          <p:spPr>
            <a:xfrm flipH="1">
              <a:off x="5990342" y="4600561"/>
              <a:ext cx="1043875" cy="961900"/>
            </a:xfrm>
            <a:prstGeom prst="rect">
              <a:avLst/>
            </a:prstGeom>
            <a:noFill/>
            <a:ln>
              <a:noFill/>
            </a:ln>
          </p:spPr>
        </p:pic>
      </p:grpSp>
      <p:pic>
        <p:nvPicPr>
          <p:cNvPr id="428" name="Google Shape;428;p28"/>
          <p:cNvPicPr preferRelativeResize="0"/>
          <p:nvPr/>
        </p:nvPicPr>
        <p:blipFill>
          <a:blip r:embed="rId9">
            <a:alphaModFix/>
          </a:blip>
          <a:stretch>
            <a:fillRect/>
          </a:stretch>
        </p:blipFill>
        <p:spPr>
          <a:xfrm rot="-8100000">
            <a:off x="8713102" y="-769866"/>
            <a:ext cx="5321521" cy="5793971"/>
          </a:xfrm>
          <a:prstGeom prst="rect">
            <a:avLst/>
          </a:prstGeom>
          <a:noFill/>
          <a:ln>
            <a:noFill/>
          </a:ln>
        </p:spPr>
      </p:pic>
    </p:spTree>
    <p:extLst>
      <p:ext uri="{BB962C8B-B14F-4D97-AF65-F5344CB8AC3E}">
        <p14:creationId xmlns:p14="http://schemas.microsoft.com/office/powerpoint/2010/main" val="309980614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29"/>
        <p:cNvGrpSpPr/>
        <p:nvPr/>
      </p:nvGrpSpPr>
      <p:grpSpPr>
        <a:xfrm>
          <a:off x="0" y="0"/>
          <a:ext cx="0" cy="0"/>
          <a:chOff x="0" y="0"/>
          <a:chExt cx="0" cy="0"/>
        </a:xfrm>
      </p:grpSpPr>
      <p:pic>
        <p:nvPicPr>
          <p:cNvPr id="430" name="Google Shape;430;p29"/>
          <p:cNvPicPr preferRelativeResize="0"/>
          <p:nvPr/>
        </p:nvPicPr>
        <p:blipFill>
          <a:blip r:embed="rId2">
            <a:alphaModFix/>
          </a:blip>
          <a:stretch>
            <a:fillRect/>
          </a:stretch>
        </p:blipFill>
        <p:spPr>
          <a:xfrm>
            <a:off x="1" y="33"/>
            <a:ext cx="12192004" cy="6858000"/>
          </a:xfrm>
          <a:prstGeom prst="rect">
            <a:avLst/>
          </a:prstGeom>
          <a:noFill/>
          <a:ln>
            <a:noFill/>
          </a:ln>
        </p:spPr>
      </p:pic>
      <p:pic>
        <p:nvPicPr>
          <p:cNvPr id="431" name="Google Shape;431;p29"/>
          <p:cNvPicPr preferRelativeResize="0"/>
          <p:nvPr/>
        </p:nvPicPr>
        <p:blipFill>
          <a:blip r:embed="rId3">
            <a:alphaModFix/>
          </a:blip>
          <a:stretch>
            <a:fillRect/>
          </a:stretch>
        </p:blipFill>
        <p:spPr>
          <a:xfrm rot="9394151" flipH="1">
            <a:off x="-457325" y="3769397"/>
            <a:ext cx="5715497" cy="6222935"/>
          </a:xfrm>
          <a:prstGeom prst="rect">
            <a:avLst/>
          </a:prstGeom>
          <a:noFill/>
          <a:ln>
            <a:noFill/>
          </a:ln>
        </p:spPr>
      </p:pic>
      <p:grpSp>
        <p:nvGrpSpPr>
          <p:cNvPr id="432" name="Google Shape;432;p29"/>
          <p:cNvGrpSpPr/>
          <p:nvPr/>
        </p:nvGrpSpPr>
        <p:grpSpPr>
          <a:xfrm flipH="1">
            <a:off x="-2159260" y="-3131262"/>
            <a:ext cx="16050104" cy="11387539"/>
            <a:chOff x="-1322192" y="-2348446"/>
            <a:chExt cx="12037578" cy="8540654"/>
          </a:xfrm>
        </p:grpSpPr>
        <p:pic>
          <p:nvPicPr>
            <p:cNvPr id="433" name="Google Shape;433;p29"/>
            <p:cNvPicPr preferRelativeResize="0"/>
            <p:nvPr/>
          </p:nvPicPr>
          <p:blipFill>
            <a:blip r:embed="rId4">
              <a:alphaModFix amt="83000"/>
            </a:blip>
            <a:stretch>
              <a:fillRect/>
            </a:stretch>
          </p:blipFill>
          <p:spPr>
            <a:xfrm rot="-5400000">
              <a:off x="-1854202" y="3556950"/>
              <a:ext cx="3167267" cy="2103247"/>
            </a:xfrm>
            <a:prstGeom prst="rect">
              <a:avLst/>
            </a:prstGeom>
            <a:noFill/>
            <a:ln>
              <a:noFill/>
            </a:ln>
          </p:spPr>
        </p:pic>
        <p:pic>
          <p:nvPicPr>
            <p:cNvPr id="434" name="Google Shape;434;p29"/>
            <p:cNvPicPr preferRelativeResize="0"/>
            <p:nvPr/>
          </p:nvPicPr>
          <p:blipFill>
            <a:blip r:embed="rId5">
              <a:alphaModFix amt="76000"/>
            </a:blip>
            <a:stretch>
              <a:fillRect/>
            </a:stretch>
          </p:blipFill>
          <p:spPr>
            <a:xfrm>
              <a:off x="-1014998" y="2578600"/>
              <a:ext cx="1555700" cy="1459701"/>
            </a:xfrm>
            <a:prstGeom prst="rect">
              <a:avLst/>
            </a:prstGeom>
            <a:noFill/>
            <a:ln>
              <a:noFill/>
            </a:ln>
          </p:spPr>
        </p:pic>
        <p:pic>
          <p:nvPicPr>
            <p:cNvPr id="435" name="Google Shape;435;p29"/>
            <p:cNvPicPr preferRelativeResize="0"/>
            <p:nvPr/>
          </p:nvPicPr>
          <p:blipFill>
            <a:blip r:embed="rId6">
              <a:alphaModFix amt="85000"/>
            </a:blip>
            <a:stretch>
              <a:fillRect/>
            </a:stretch>
          </p:blipFill>
          <p:spPr>
            <a:xfrm rot="-8404919">
              <a:off x="6825908" y="-1426076"/>
              <a:ext cx="3638626" cy="2103251"/>
            </a:xfrm>
            <a:prstGeom prst="rect">
              <a:avLst/>
            </a:prstGeom>
            <a:noFill/>
            <a:ln>
              <a:noFill/>
            </a:ln>
          </p:spPr>
        </p:pic>
      </p:grpSp>
      <p:grpSp>
        <p:nvGrpSpPr>
          <p:cNvPr id="436" name="Google Shape;436;p29"/>
          <p:cNvGrpSpPr/>
          <p:nvPr/>
        </p:nvGrpSpPr>
        <p:grpSpPr>
          <a:xfrm>
            <a:off x="-161026" y="-983266"/>
            <a:ext cx="4153315" cy="8930073"/>
            <a:chOff x="-120769" y="-737450"/>
            <a:chExt cx="3114986" cy="6697555"/>
          </a:xfrm>
        </p:grpSpPr>
        <p:pic>
          <p:nvPicPr>
            <p:cNvPr id="437" name="Google Shape;437;p29"/>
            <p:cNvPicPr preferRelativeResize="0"/>
            <p:nvPr/>
          </p:nvPicPr>
          <p:blipFill>
            <a:blip r:embed="rId7">
              <a:alphaModFix/>
            </a:blip>
            <a:stretch>
              <a:fillRect/>
            </a:stretch>
          </p:blipFill>
          <p:spPr>
            <a:xfrm flipH="1">
              <a:off x="1907418" y="-737450"/>
              <a:ext cx="1086799" cy="1203625"/>
            </a:xfrm>
            <a:prstGeom prst="rect">
              <a:avLst/>
            </a:prstGeom>
            <a:noFill/>
            <a:ln>
              <a:noFill/>
            </a:ln>
          </p:spPr>
        </p:pic>
        <p:pic>
          <p:nvPicPr>
            <p:cNvPr id="438" name="Google Shape;438;p29"/>
            <p:cNvPicPr preferRelativeResize="0"/>
            <p:nvPr/>
          </p:nvPicPr>
          <p:blipFill>
            <a:blip r:embed="rId7">
              <a:alphaModFix/>
            </a:blip>
            <a:stretch>
              <a:fillRect/>
            </a:stretch>
          </p:blipFill>
          <p:spPr>
            <a:xfrm rot="1812908" flipH="1">
              <a:off x="108267" y="4564776"/>
              <a:ext cx="1086800" cy="1203625"/>
            </a:xfrm>
            <a:prstGeom prst="rect">
              <a:avLst/>
            </a:prstGeom>
            <a:noFill/>
            <a:ln>
              <a:noFill/>
            </a:ln>
          </p:spPr>
        </p:pic>
      </p:grpSp>
    </p:spTree>
    <p:extLst>
      <p:ext uri="{BB962C8B-B14F-4D97-AF65-F5344CB8AC3E}">
        <p14:creationId xmlns:p14="http://schemas.microsoft.com/office/powerpoint/2010/main" val="358766668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6E31-2DF0-0EC2-787B-AFC01417E82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0B9E81B-0D33-F1A8-0EFB-9A8B270D4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71B8508-498F-085D-4CDB-8448309DAED2}"/>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F34E4428-A1FF-DBC5-4ABC-56D09E75F01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45DFE3E-565C-D139-498A-3DA32408BEC6}"/>
              </a:ext>
            </a:extLst>
          </p:cNvPr>
          <p:cNvSpPr>
            <a:spLocks noGrp="1"/>
          </p:cNvSpPr>
          <p:nvPr>
            <p:ph type="sldNum" sz="quarter" idx="12"/>
          </p:nvPr>
        </p:nvSpPr>
        <p:spPr/>
        <p:txBody>
          <a:bodyPr/>
          <a:lstStyle/>
          <a:p>
            <a:fld id="{AF316B62-00B0-45FF-8DB4-4765E5A17F9D}" type="slidenum">
              <a:rPr lang="en-CA" smtClean="0"/>
              <a:t>‹#›</a:t>
            </a:fld>
            <a:endParaRPr lang="en-CA"/>
          </a:p>
        </p:txBody>
      </p:sp>
    </p:spTree>
    <p:extLst>
      <p:ext uri="{BB962C8B-B14F-4D97-AF65-F5344CB8AC3E}">
        <p14:creationId xmlns:p14="http://schemas.microsoft.com/office/powerpoint/2010/main" val="230426074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42"/>
        <p:cNvGrpSpPr/>
        <p:nvPr/>
      </p:nvGrpSpPr>
      <p:grpSpPr>
        <a:xfrm>
          <a:off x="0" y="0"/>
          <a:ext cx="0" cy="0"/>
          <a:chOff x="0" y="0"/>
          <a:chExt cx="0" cy="0"/>
        </a:xfrm>
      </p:grpSpPr>
    </p:spTree>
    <p:extLst>
      <p:ext uri="{BB962C8B-B14F-4D97-AF65-F5344CB8AC3E}">
        <p14:creationId xmlns:p14="http://schemas.microsoft.com/office/powerpoint/2010/main" val="341518412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43"/>
        <p:cNvGrpSpPr/>
        <p:nvPr/>
      </p:nvGrpSpPr>
      <p:grpSpPr>
        <a:xfrm>
          <a:off x="0" y="0"/>
          <a:ext cx="0" cy="0"/>
          <a:chOff x="0" y="0"/>
          <a:chExt cx="0" cy="0"/>
        </a:xfrm>
      </p:grpSpPr>
      <p:sp>
        <p:nvSpPr>
          <p:cNvPr id="444" name="Google Shape;444;p32"/>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3412946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2.xml"/><Relationship Id="rId1" Type="http://schemas.openxmlformats.org/officeDocument/2006/relationships/slideLayout" Target="../slideLayouts/slideLayout6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90.xml"/><Relationship Id="rId1"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B Garamond"/>
              <a:buNone/>
              <a:defRPr sz="3000" b="1">
                <a:solidFill>
                  <a:schemeClr val="dk1"/>
                </a:solidFill>
                <a:latin typeface="EB Garamond"/>
                <a:ea typeface="EB Garamond"/>
                <a:cs typeface="EB Garamond"/>
                <a:sym typeface="EB Garamond"/>
              </a:defRPr>
            </a:lvl1pPr>
            <a:lvl2pPr lvl="1"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2pPr>
            <a:lvl3pPr lvl="2"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3pPr>
            <a:lvl4pPr lvl="3"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4pPr>
            <a:lvl5pPr lvl="4"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5pPr>
            <a:lvl6pPr lvl="5"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6pPr>
            <a:lvl7pPr lvl="6"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7pPr>
            <a:lvl8pPr lvl="7"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8pPr>
            <a:lvl9pPr lvl="8"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9pPr>
          </a:lstStyle>
          <a:p>
            <a:endParaRPr/>
          </a:p>
        </p:txBody>
      </p:sp>
      <p:sp>
        <p:nvSpPr>
          <p:cNvPr id="7" name="Google Shape;7;p1"/>
          <p:cNvSpPr txBox="1">
            <a:spLocks noGrp="1"/>
          </p:cNvSpPr>
          <p:nvPr>
            <p:ph type="body" idx="1"/>
          </p:nvPr>
        </p:nvSpPr>
        <p:spPr>
          <a:xfrm>
            <a:off x="951200"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1pPr>
            <a:lvl2pPr marL="914400" lvl="1"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2pPr>
            <a:lvl3pPr marL="1371600" lvl="2"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3pPr>
            <a:lvl4pPr marL="1828800" lvl="3"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4pPr>
            <a:lvl5pPr marL="2286000" lvl="4"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5pPr>
            <a:lvl6pPr marL="2743200" lvl="5"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6pPr>
            <a:lvl7pPr marL="3200400" lvl="6"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7pPr>
            <a:lvl8pPr marL="3657600" lvl="7"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8pPr>
            <a:lvl9pPr marL="4114800" lvl="8"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9pPr>
          </a:lstStyle>
          <a:p>
            <a:endParaRPr/>
          </a:p>
        </p:txBody>
      </p:sp>
    </p:spTree>
    <p:extLst>
      <p:ext uri="{BB962C8B-B14F-4D97-AF65-F5344CB8AC3E}">
        <p14:creationId xmlns:p14="http://schemas.microsoft.com/office/powerpoint/2010/main" val="190110488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39"/>
        <p:cNvGrpSpPr/>
        <p:nvPr/>
      </p:nvGrpSpPr>
      <p:grpSpPr>
        <a:xfrm>
          <a:off x="0" y="0"/>
          <a:ext cx="0" cy="0"/>
          <a:chOff x="0" y="0"/>
          <a:chExt cx="0" cy="0"/>
        </a:xfrm>
      </p:grpSpPr>
      <p:sp>
        <p:nvSpPr>
          <p:cNvPr id="440" name="Google Shape;440;p30"/>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41" name="Google Shape;441;p30"/>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578416584"/>
      </p:ext>
    </p:extLst>
  </p:cSld>
  <p:clrMap bg1="lt1" tx1="dk1" bg2="dk2" tx2="lt2" accent1="accent1" accent2="accent2" accent3="accent3" accent4="accent4" accent5="accent5" accent6="accent6" hlink="hlink" folHlink="folHlink"/>
  <p:sldLayoutIdLst>
    <p:sldLayoutId id="2147483691" r:id="rId1"/>
    <p:sldLayoutId id="2147483692"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B Garamond"/>
              <a:buNone/>
              <a:defRPr sz="3000" b="1">
                <a:solidFill>
                  <a:schemeClr val="dk1"/>
                </a:solidFill>
                <a:latin typeface="EB Garamond"/>
                <a:ea typeface="EB Garamond"/>
                <a:cs typeface="EB Garamond"/>
                <a:sym typeface="EB Garamond"/>
              </a:defRPr>
            </a:lvl1pPr>
            <a:lvl2pPr lvl="1"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2pPr>
            <a:lvl3pPr lvl="2"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3pPr>
            <a:lvl4pPr lvl="3"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4pPr>
            <a:lvl5pPr lvl="4"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5pPr>
            <a:lvl6pPr lvl="5"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6pPr>
            <a:lvl7pPr lvl="6"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7pPr>
            <a:lvl8pPr lvl="7"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8pPr>
            <a:lvl9pPr lvl="8"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9pPr>
          </a:lstStyle>
          <a:p>
            <a:endParaRPr/>
          </a:p>
        </p:txBody>
      </p:sp>
      <p:sp>
        <p:nvSpPr>
          <p:cNvPr id="7" name="Google Shape;7;p1"/>
          <p:cNvSpPr txBox="1">
            <a:spLocks noGrp="1"/>
          </p:cNvSpPr>
          <p:nvPr>
            <p:ph type="body" idx="1"/>
          </p:nvPr>
        </p:nvSpPr>
        <p:spPr>
          <a:xfrm>
            <a:off x="951200"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1pPr>
            <a:lvl2pPr marL="914400" lvl="1"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2pPr>
            <a:lvl3pPr marL="1371600" lvl="2"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3pPr>
            <a:lvl4pPr marL="1828800" lvl="3"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4pPr>
            <a:lvl5pPr marL="2286000" lvl="4"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5pPr>
            <a:lvl6pPr marL="2743200" lvl="5"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6pPr>
            <a:lvl7pPr marL="3200400" lvl="6"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7pPr>
            <a:lvl8pPr marL="3657600" lvl="7"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8pPr>
            <a:lvl9pPr marL="4114800" lvl="8"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9pPr>
          </a:lstStyle>
          <a:p>
            <a:endParaRPr/>
          </a:p>
        </p:txBody>
      </p:sp>
    </p:spTree>
    <p:extLst>
      <p:ext uri="{BB962C8B-B14F-4D97-AF65-F5344CB8AC3E}">
        <p14:creationId xmlns:p14="http://schemas.microsoft.com/office/powerpoint/2010/main" val="2932890709"/>
      </p:ext>
    </p:extLst>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 id="2147483716" r:id="rId23"/>
    <p:sldLayoutId id="2147483717" r:id="rId24"/>
    <p:sldLayoutId id="2147483718" r:id="rId25"/>
    <p:sldLayoutId id="2147483719" r:id="rId26"/>
    <p:sldLayoutId id="2147483720" r:id="rId27"/>
    <p:sldLayoutId id="2147483721" r:id="rId28"/>
    <p:sldLayoutId id="2147483722" r:id="rId2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39"/>
        <p:cNvGrpSpPr/>
        <p:nvPr/>
      </p:nvGrpSpPr>
      <p:grpSpPr>
        <a:xfrm>
          <a:off x="0" y="0"/>
          <a:ext cx="0" cy="0"/>
          <a:chOff x="0" y="0"/>
          <a:chExt cx="0" cy="0"/>
        </a:xfrm>
      </p:grpSpPr>
      <p:sp>
        <p:nvSpPr>
          <p:cNvPr id="440" name="Google Shape;440;p30"/>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41" name="Google Shape;441;p30"/>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976618035"/>
      </p:ext>
    </p:extLst>
  </p:cSld>
  <p:clrMap bg1="lt1" tx1="dk1" bg2="dk2" tx2="lt2" accent1="accent1" accent2="accent2" accent3="accent3" accent4="accent4" accent5="accent5" accent6="accent6" hlink="hlink" folHlink="folHlink"/>
  <p:sldLayoutIdLst>
    <p:sldLayoutId id="2147483724" r:id="rId1"/>
    <p:sldLayoutId id="2147483725"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B Garamond"/>
              <a:buNone/>
              <a:defRPr sz="3000" b="1">
                <a:solidFill>
                  <a:schemeClr val="dk1"/>
                </a:solidFill>
                <a:latin typeface="EB Garamond"/>
                <a:ea typeface="EB Garamond"/>
                <a:cs typeface="EB Garamond"/>
                <a:sym typeface="EB Garamond"/>
              </a:defRPr>
            </a:lvl1pPr>
            <a:lvl2pPr lvl="1"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2pPr>
            <a:lvl3pPr lvl="2"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3pPr>
            <a:lvl4pPr lvl="3"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4pPr>
            <a:lvl5pPr lvl="4"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5pPr>
            <a:lvl6pPr lvl="5"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6pPr>
            <a:lvl7pPr lvl="6"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7pPr>
            <a:lvl8pPr lvl="7"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8pPr>
            <a:lvl9pPr lvl="8" rtl="0">
              <a:spcBef>
                <a:spcPts val="0"/>
              </a:spcBef>
              <a:spcAft>
                <a:spcPts val="0"/>
              </a:spcAft>
              <a:buClr>
                <a:schemeClr val="dk1"/>
              </a:buClr>
              <a:buSzPts val="3000"/>
              <a:buFont typeface="Figtree"/>
              <a:buNone/>
              <a:defRPr sz="3000" b="1">
                <a:solidFill>
                  <a:schemeClr val="dk1"/>
                </a:solidFill>
                <a:latin typeface="Figtree"/>
                <a:ea typeface="Figtree"/>
                <a:cs typeface="Figtree"/>
                <a:sym typeface="Figtree"/>
              </a:defRPr>
            </a:lvl9pPr>
          </a:lstStyle>
          <a:p>
            <a:endParaRPr/>
          </a:p>
        </p:txBody>
      </p:sp>
      <p:sp>
        <p:nvSpPr>
          <p:cNvPr id="7" name="Google Shape;7;p1"/>
          <p:cNvSpPr txBox="1">
            <a:spLocks noGrp="1"/>
          </p:cNvSpPr>
          <p:nvPr>
            <p:ph type="body" idx="1"/>
          </p:nvPr>
        </p:nvSpPr>
        <p:spPr>
          <a:xfrm>
            <a:off x="951200"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1pPr>
            <a:lvl2pPr marL="914400" lvl="1"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2pPr>
            <a:lvl3pPr marL="1371600" lvl="2"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3pPr>
            <a:lvl4pPr marL="1828800" lvl="3"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4pPr>
            <a:lvl5pPr marL="2286000" lvl="4"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5pPr>
            <a:lvl6pPr marL="2743200" lvl="5"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6pPr>
            <a:lvl7pPr marL="3200400" lvl="6"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7pPr>
            <a:lvl8pPr marL="3657600" lvl="7"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8pPr>
            <a:lvl9pPr marL="4114800" lvl="8" indent="-317500">
              <a:lnSpc>
                <a:spcPct val="115000"/>
              </a:lnSpc>
              <a:spcBef>
                <a:spcPts val="0"/>
              </a:spcBef>
              <a:spcAft>
                <a:spcPts val="0"/>
              </a:spcAft>
              <a:buClr>
                <a:schemeClr val="dk1"/>
              </a:buClr>
              <a:buSzPts val="1400"/>
              <a:buFont typeface="Figtree"/>
              <a:buChar char="■"/>
              <a:defRPr>
                <a:solidFill>
                  <a:schemeClr val="dk1"/>
                </a:solidFill>
                <a:latin typeface="Figtree"/>
                <a:ea typeface="Figtree"/>
                <a:cs typeface="Figtree"/>
                <a:sym typeface="Figtree"/>
              </a:defRPr>
            </a:lvl9pPr>
          </a:lstStyle>
          <a:p>
            <a:endParaRPr/>
          </a:p>
        </p:txBody>
      </p:sp>
    </p:spTree>
    <p:extLst>
      <p:ext uri="{BB962C8B-B14F-4D97-AF65-F5344CB8AC3E}">
        <p14:creationId xmlns:p14="http://schemas.microsoft.com/office/powerpoint/2010/main" val="1200406721"/>
      </p:ext>
    </p:extLst>
  </p:cSld>
  <p:clrMap bg1="lt1" tx1="dk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50" r:id="rId22"/>
    <p:sldLayoutId id="2147483752" r:id="rId23"/>
    <p:sldLayoutId id="2147483753" r:id="rId24"/>
    <p:sldLayoutId id="2147483754" r:id="rId25"/>
    <p:sldLayoutId id="2147483755" r:id="rId26"/>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39"/>
        <p:cNvGrpSpPr/>
        <p:nvPr/>
      </p:nvGrpSpPr>
      <p:grpSpPr>
        <a:xfrm>
          <a:off x="0" y="0"/>
          <a:ext cx="0" cy="0"/>
          <a:chOff x="0" y="0"/>
          <a:chExt cx="0" cy="0"/>
        </a:xfrm>
      </p:grpSpPr>
      <p:sp>
        <p:nvSpPr>
          <p:cNvPr id="440" name="Google Shape;440;p30"/>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41" name="Google Shape;441;p30"/>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535846861"/>
      </p:ext>
    </p:extLst>
  </p:cSld>
  <p:clrMap bg1="lt1" tx1="dk1" bg2="dk2" tx2="lt2" accent1="accent1" accent2="accent2" accent3="accent3" accent4="accent4" accent5="accent5" accent6="accent6" hlink="hlink" folHlink="folHlink"/>
  <p:sldLayoutIdLst>
    <p:sldLayoutId id="2147483757" r:id="rId1"/>
    <p:sldLayoutId id="2147483758"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8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0.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6.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711FD-F249-C889-349F-C826F039A22E}"/>
              </a:ext>
            </a:extLst>
          </p:cNvPr>
          <p:cNvSpPr>
            <a:spLocks noGrp="1"/>
          </p:cNvSpPr>
          <p:nvPr>
            <p:ph type="ctrTitle"/>
          </p:nvPr>
        </p:nvSpPr>
        <p:spPr/>
        <p:txBody>
          <a:bodyPr>
            <a:normAutofit fontScale="90000"/>
          </a:bodyPr>
          <a:lstStyle/>
          <a:p>
            <a:br>
              <a:rPr lang="en-CA" dirty="0"/>
            </a:br>
            <a:r>
              <a:rPr lang="en-US" dirty="0"/>
              <a:t> </a:t>
            </a:r>
            <a:r>
              <a:rPr lang="en-US" sz="6000" b="1" dirty="0"/>
              <a:t>Group 1: Predictive Statistical Problems Assignment Part 2 </a:t>
            </a:r>
            <a:endParaRPr lang="en-CA" dirty="0"/>
          </a:p>
        </p:txBody>
      </p:sp>
      <p:sp>
        <p:nvSpPr>
          <p:cNvPr id="3" name="Subtitle 2">
            <a:extLst>
              <a:ext uri="{FF2B5EF4-FFF2-40B4-BE49-F238E27FC236}">
                <a16:creationId xmlns:a16="http://schemas.microsoft.com/office/drawing/2014/main" id="{31107D13-BB6E-C86E-DF4B-72185D8312F8}"/>
              </a:ext>
            </a:extLst>
          </p:cNvPr>
          <p:cNvSpPr>
            <a:spLocks noGrp="1"/>
          </p:cNvSpPr>
          <p:nvPr>
            <p:ph type="subTitle" idx="1"/>
          </p:nvPr>
        </p:nvSpPr>
        <p:spPr>
          <a:xfrm>
            <a:off x="1524000" y="4533699"/>
            <a:ext cx="8834651" cy="1880748"/>
          </a:xfrm>
        </p:spPr>
        <p:txBody>
          <a:bodyPr>
            <a:normAutofit/>
          </a:bodyPr>
          <a:lstStyle/>
          <a:p>
            <a:endParaRPr lang="en-CA" sz="1100" dirty="0"/>
          </a:p>
          <a:p>
            <a:r>
              <a:rPr lang="en-CA" sz="1100" dirty="0"/>
              <a:t> Andre R. C. Junior, </a:t>
            </a:r>
          </a:p>
          <a:p>
            <a:r>
              <a:rPr lang="pt-BR" sz="1100" dirty="0"/>
              <a:t>Bruno A. L. </a:t>
            </a:r>
            <a:r>
              <a:rPr lang="pt-BR" sz="1100" dirty="0" err="1"/>
              <a:t>Sassi</a:t>
            </a:r>
            <a:r>
              <a:rPr lang="pt-BR" sz="1100" dirty="0"/>
              <a:t>, </a:t>
            </a:r>
          </a:p>
          <a:p>
            <a:r>
              <a:rPr lang="pt-BR" sz="1100" dirty="0"/>
              <a:t>Luciana A. Q. Popa, </a:t>
            </a:r>
            <a:r>
              <a:rPr lang="pt-BR" sz="1100" dirty="0" err="1"/>
              <a:t>and</a:t>
            </a:r>
            <a:r>
              <a:rPr lang="pt-BR" sz="1100" dirty="0"/>
              <a:t> </a:t>
            </a:r>
          </a:p>
          <a:p>
            <a:r>
              <a:rPr lang="en-CA" sz="1100" dirty="0"/>
              <a:t>Tiago C. </a:t>
            </a:r>
            <a:r>
              <a:rPr lang="en-CA" sz="1100" dirty="0" err="1"/>
              <a:t>Ceolato</a:t>
            </a:r>
            <a:r>
              <a:rPr lang="en-CA" sz="1100" dirty="0"/>
              <a:t>. </a:t>
            </a:r>
            <a:br>
              <a:rPr lang="en-CA" sz="1100" dirty="0"/>
            </a:br>
            <a:endParaRPr lang="en-CA" sz="1100" dirty="0"/>
          </a:p>
          <a:p>
            <a:r>
              <a:rPr lang="en-US" sz="1100" dirty="0"/>
              <a:t> Master of Data Analytics, University of Niagara Falls Canada </a:t>
            </a:r>
          </a:p>
          <a:p>
            <a:r>
              <a:rPr lang="en-CA" sz="1100" dirty="0"/>
              <a:t>Predictive Analytics (DAMO-510-1) </a:t>
            </a:r>
          </a:p>
          <a:p>
            <a:r>
              <a:rPr lang="en-CA" sz="1100" dirty="0"/>
              <a:t>Dr. Zeeshan Ahmad </a:t>
            </a:r>
          </a:p>
          <a:p>
            <a:r>
              <a:rPr lang="en-CA" sz="1100" dirty="0"/>
              <a:t>June, 2025 </a:t>
            </a:r>
          </a:p>
        </p:txBody>
      </p:sp>
    </p:spTree>
    <p:extLst>
      <p:ext uri="{BB962C8B-B14F-4D97-AF65-F5344CB8AC3E}">
        <p14:creationId xmlns:p14="http://schemas.microsoft.com/office/powerpoint/2010/main" val="530414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29AA0-1856-0457-0B38-DFA90676E9B4}"/>
              </a:ext>
            </a:extLst>
          </p:cNvPr>
          <p:cNvSpPr>
            <a:spLocks noGrp="1"/>
          </p:cNvSpPr>
          <p:nvPr>
            <p:ph type="title"/>
          </p:nvPr>
        </p:nvSpPr>
        <p:spPr/>
        <p:txBody>
          <a:bodyPr wrap="square" anchor="t">
            <a:normAutofit/>
          </a:bodyPr>
          <a:lstStyle/>
          <a:p>
            <a:r>
              <a:rPr lang="en-US" b="1" dirty="0"/>
              <a:t>Project Goal &amp; Motivation</a:t>
            </a:r>
            <a:endParaRPr lang="en-CA" b="1" dirty="0"/>
          </a:p>
        </p:txBody>
      </p:sp>
      <p:sp>
        <p:nvSpPr>
          <p:cNvPr id="3" name="Content Placeholder 2">
            <a:extLst>
              <a:ext uri="{FF2B5EF4-FFF2-40B4-BE49-F238E27FC236}">
                <a16:creationId xmlns:a16="http://schemas.microsoft.com/office/drawing/2014/main" id="{E62D156D-FA0C-8ED5-DDF1-AA05E4CF8E6F}"/>
              </a:ext>
            </a:extLst>
          </p:cNvPr>
          <p:cNvSpPr>
            <a:spLocks noGrp="1"/>
          </p:cNvSpPr>
          <p:nvPr>
            <p:ph type="body" idx="1"/>
          </p:nvPr>
        </p:nvSpPr>
        <p:spPr>
          <a:xfrm>
            <a:off x="960000" y="1442633"/>
            <a:ext cx="9484480" cy="4702000"/>
          </a:xfrm>
        </p:spPr>
        <p:txBody>
          <a:bodyPr wrap="square" anchor="t">
            <a:normAutofit/>
          </a:bodyPr>
          <a:lstStyle/>
          <a:p>
            <a:pPr>
              <a:lnSpc>
                <a:spcPct val="150000"/>
              </a:lnSpc>
              <a:spcAft>
                <a:spcPts val="600"/>
              </a:spcAft>
            </a:pPr>
            <a:r>
              <a:rPr lang="en-CA" sz="2000" dirty="0"/>
              <a:t>Predicting health issues using machine learning.</a:t>
            </a:r>
          </a:p>
          <a:p>
            <a:pPr>
              <a:lnSpc>
                <a:spcPct val="150000"/>
              </a:lnSpc>
              <a:spcAft>
                <a:spcPts val="600"/>
              </a:spcAft>
            </a:pPr>
            <a:r>
              <a:rPr lang="en-CA" sz="2000" dirty="0"/>
              <a:t>Model based on addictive behaviors &amp; lifestyle factors.</a:t>
            </a:r>
          </a:p>
        </p:txBody>
      </p:sp>
      <p:graphicFrame>
        <p:nvGraphicFramePr>
          <p:cNvPr id="9" name="Diagram 8">
            <a:extLst>
              <a:ext uri="{FF2B5EF4-FFF2-40B4-BE49-F238E27FC236}">
                <a16:creationId xmlns:a16="http://schemas.microsoft.com/office/drawing/2014/main" id="{29ACC87A-0404-E6A1-3ED7-D2750BDBCA48}"/>
              </a:ext>
            </a:extLst>
          </p:cNvPr>
          <p:cNvGraphicFramePr/>
          <p:nvPr>
            <p:extLst>
              <p:ext uri="{D42A27DB-BD31-4B8C-83A1-F6EECF244321}">
                <p14:modId xmlns:p14="http://schemas.microsoft.com/office/powerpoint/2010/main" val="46443491"/>
              </p:ext>
            </p:extLst>
          </p:nvPr>
        </p:nvGraphicFramePr>
        <p:xfrm>
          <a:off x="1818640" y="2727960"/>
          <a:ext cx="8554720" cy="3288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D43ED3CC-1145-8905-1FA5-194C88FDA702}"/>
              </a:ext>
            </a:extLst>
          </p:cNvPr>
          <p:cNvSpPr txBox="1"/>
          <p:nvPr/>
        </p:nvSpPr>
        <p:spPr>
          <a:xfrm>
            <a:off x="11232000" y="6144633"/>
            <a:ext cx="284052" cy="307777"/>
          </a:xfrm>
          <a:prstGeom prst="rect">
            <a:avLst/>
          </a:prstGeom>
          <a:noFill/>
        </p:spPr>
        <p:txBody>
          <a:bodyPr wrap="none" rtlCol="0">
            <a:spAutoFit/>
          </a:bodyPr>
          <a:lstStyle/>
          <a:p>
            <a:r>
              <a:rPr lang="en-US" dirty="0"/>
              <a:t>2</a:t>
            </a:r>
            <a:endParaRPr lang="en-CA" dirty="0"/>
          </a:p>
        </p:txBody>
      </p:sp>
    </p:spTree>
    <p:extLst>
      <p:ext uri="{BB962C8B-B14F-4D97-AF65-F5344CB8AC3E}">
        <p14:creationId xmlns:p14="http://schemas.microsoft.com/office/powerpoint/2010/main" val="1030028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A3625-055B-9C00-2592-FCAE66A8D2CE}"/>
              </a:ext>
            </a:extLst>
          </p:cNvPr>
          <p:cNvSpPr>
            <a:spLocks noGrp="1"/>
          </p:cNvSpPr>
          <p:nvPr>
            <p:ph type="title"/>
          </p:nvPr>
        </p:nvSpPr>
        <p:spPr/>
        <p:txBody>
          <a:bodyPr/>
          <a:lstStyle/>
          <a:p>
            <a:r>
              <a:rPr lang="en-CA" dirty="0"/>
              <a:t>Methodology: Data Preparation</a:t>
            </a:r>
          </a:p>
        </p:txBody>
      </p:sp>
      <p:sp>
        <p:nvSpPr>
          <p:cNvPr id="3" name="Subtitle 2">
            <a:extLst>
              <a:ext uri="{FF2B5EF4-FFF2-40B4-BE49-F238E27FC236}">
                <a16:creationId xmlns:a16="http://schemas.microsoft.com/office/drawing/2014/main" id="{55CFAA57-EDE9-BBD0-D739-E69CE652343B}"/>
              </a:ext>
            </a:extLst>
          </p:cNvPr>
          <p:cNvSpPr>
            <a:spLocks noGrp="1"/>
          </p:cNvSpPr>
          <p:nvPr>
            <p:ph type="subTitle" idx="1"/>
          </p:nvPr>
        </p:nvSpPr>
        <p:spPr>
          <a:xfrm>
            <a:off x="1770373" y="2594856"/>
            <a:ext cx="3286654" cy="984870"/>
          </a:xfrm>
        </p:spPr>
        <p:txBody>
          <a:bodyPr/>
          <a:lstStyle/>
          <a:p>
            <a:pPr indent="0"/>
            <a:r>
              <a:rPr lang="en-US" dirty="0"/>
              <a:t>Synthetic data from 3,000 individuals.</a:t>
            </a:r>
          </a:p>
        </p:txBody>
      </p:sp>
      <p:sp>
        <p:nvSpPr>
          <p:cNvPr id="4" name="Subtitle 3">
            <a:extLst>
              <a:ext uri="{FF2B5EF4-FFF2-40B4-BE49-F238E27FC236}">
                <a16:creationId xmlns:a16="http://schemas.microsoft.com/office/drawing/2014/main" id="{31CFF332-8D3B-3BC6-2110-7E837A5881BB}"/>
              </a:ext>
            </a:extLst>
          </p:cNvPr>
          <p:cNvSpPr>
            <a:spLocks noGrp="1"/>
          </p:cNvSpPr>
          <p:nvPr>
            <p:ph type="subTitle" idx="2"/>
          </p:nvPr>
        </p:nvSpPr>
        <p:spPr>
          <a:xfrm>
            <a:off x="6814935" y="2476154"/>
            <a:ext cx="3067990" cy="1296470"/>
          </a:xfrm>
        </p:spPr>
        <p:txBody>
          <a:bodyPr/>
          <a:lstStyle/>
          <a:p>
            <a:pPr indent="0"/>
            <a:r>
              <a:rPr lang="en-US" dirty="0"/>
              <a:t>Removed non-informative columns (ID, Name, City).</a:t>
            </a:r>
          </a:p>
        </p:txBody>
      </p:sp>
      <p:sp>
        <p:nvSpPr>
          <p:cNvPr id="5" name="Subtitle 4">
            <a:extLst>
              <a:ext uri="{FF2B5EF4-FFF2-40B4-BE49-F238E27FC236}">
                <a16:creationId xmlns:a16="http://schemas.microsoft.com/office/drawing/2014/main" id="{A1EA5994-EFF7-D827-FC22-BE3A6EA7EBBE}"/>
              </a:ext>
            </a:extLst>
          </p:cNvPr>
          <p:cNvSpPr>
            <a:spLocks noGrp="1"/>
          </p:cNvSpPr>
          <p:nvPr>
            <p:ph type="subTitle" idx="3"/>
          </p:nvPr>
        </p:nvSpPr>
        <p:spPr>
          <a:xfrm>
            <a:off x="6960330" y="4966316"/>
            <a:ext cx="2777200" cy="1179800"/>
          </a:xfrm>
        </p:spPr>
        <p:txBody>
          <a:bodyPr/>
          <a:lstStyle/>
          <a:p>
            <a:pPr indent="0"/>
            <a:r>
              <a:rPr lang="en-US" dirty="0"/>
              <a:t>Ensured correct formatting for all variables.</a:t>
            </a:r>
            <a:endParaRPr lang="en-CA" dirty="0"/>
          </a:p>
        </p:txBody>
      </p:sp>
      <p:sp>
        <p:nvSpPr>
          <p:cNvPr id="7" name="Subtitle 6">
            <a:extLst>
              <a:ext uri="{FF2B5EF4-FFF2-40B4-BE49-F238E27FC236}">
                <a16:creationId xmlns:a16="http://schemas.microsoft.com/office/drawing/2014/main" id="{016FCF5B-A3CA-1B0E-4D32-0C7394551478}"/>
              </a:ext>
            </a:extLst>
          </p:cNvPr>
          <p:cNvSpPr>
            <a:spLocks noGrp="1"/>
          </p:cNvSpPr>
          <p:nvPr>
            <p:ph type="subTitle" idx="5"/>
          </p:nvPr>
        </p:nvSpPr>
        <p:spPr>
          <a:xfrm>
            <a:off x="1679207" y="4966316"/>
            <a:ext cx="4109065" cy="1689063"/>
          </a:xfrm>
        </p:spPr>
        <p:txBody>
          <a:bodyPr/>
          <a:lstStyle/>
          <a:p>
            <a:pPr marL="342900" indent="-342900" algn="l">
              <a:buFont typeface="Arial" panose="020B0604020202020204" pitchFamily="34" charset="0"/>
              <a:buChar char="•"/>
            </a:pPr>
            <a:r>
              <a:rPr lang="en-US" dirty="0" err="1"/>
              <a:t>education_level</a:t>
            </a:r>
            <a:r>
              <a:rPr lang="en-US" dirty="0"/>
              <a:t>: Imputed using mode.</a:t>
            </a:r>
          </a:p>
          <a:p>
            <a:pPr marL="342900" indent="-342900" algn="l">
              <a:buFont typeface="Arial" panose="020B0604020202020204" pitchFamily="34" charset="0"/>
              <a:buChar char="•"/>
            </a:pPr>
            <a:r>
              <a:rPr lang="en-US" dirty="0" err="1"/>
              <a:t>social_support</a:t>
            </a:r>
            <a:r>
              <a:rPr lang="en-US" dirty="0"/>
              <a:t>, </a:t>
            </a:r>
            <a:r>
              <a:rPr lang="en-US" dirty="0" err="1"/>
              <a:t>therapy_history</a:t>
            </a:r>
            <a:r>
              <a:rPr lang="en-US" dirty="0"/>
              <a:t>: Filled with ‘None’ category.</a:t>
            </a:r>
          </a:p>
          <a:p>
            <a:endParaRPr lang="en-CA" dirty="0"/>
          </a:p>
        </p:txBody>
      </p:sp>
      <p:sp>
        <p:nvSpPr>
          <p:cNvPr id="9" name="Subtitle 8">
            <a:extLst>
              <a:ext uri="{FF2B5EF4-FFF2-40B4-BE49-F238E27FC236}">
                <a16:creationId xmlns:a16="http://schemas.microsoft.com/office/drawing/2014/main" id="{EB643BFB-75E8-593D-84A6-5FED776BF975}"/>
              </a:ext>
            </a:extLst>
          </p:cNvPr>
          <p:cNvSpPr>
            <a:spLocks noGrp="1"/>
          </p:cNvSpPr>
          <p:nvPr>
            <p:ph type="subTitle" idx="7"/>
          </p:nvPr>
        </p:nvSpPr>
        <p:spPr>
          <a:xfrm>
            <a:off x="1981080" y="1659286"/>
            <a:ext cx="3505320" cy="763336"/>
          </a:xfrm>
        </p:spPr>
        <p:txBody>
          <a:bodyPr/>
          <a:lstStyle/>
          <a:p>
            <a:pPr indent="0" algn="l"/>
            <a:r>
              <a:rPr lang="en-CA" sz="2400" dirty="0"/>
              <a:t>Dataset Overview</a:t>
            </a:r>
          </a:p>
        </p:txBody>
      </p:sp>
      <p:sp>
        <p:nvSpPr>
          <p:cNvPr id="10" name="Subtitle 9">
            <a:extLst>
              <a:ext uri="{FF2B5EF4-FFF2-40B4-BE49-F238E27FC236}">
                <a16:creationId xmlns:a16="http://schemas.microsoft.com/office/drawing/2014/main" id="{79AA9A61-5E12-AE24-3D25-14E149D1CB09}"/>
              </a:ext>
            </a:extLst>
          </p:cNvPr>
          <p:cNvSpPr>
            <a:spLocks noGrp="1"/>
          </p:cNvSpPr>
          <p:nvPr>
            <p:ph type="subTitle" idx="8"/>
          </p:nvPr>
        </p:nvSpPr>
        <p:spPr>
          <a:xfrm>
            <a:off x="6576981" y="1659154"/>
            <a:ext cx="3870960" cy="763600"/>
          </a:xfrm>
        </p:spPr>
        <p:txBody>
          <a:bodyPr/>
          <a:lstStyle/>
          <a:p>
            <a:pPr indent="317500" algn="l"/>
            <a:r>
              <a:rPr lang="en-CA" sz="2400" dirty="0"/>
              <a:t>Initial Cleaning</a:t>
            </a:r>
          </a:p>
        </p:txBody>
      </p:sp>
      <p:sp>
        <p:nvSpPr>
          <p:cNvPr id="11" name="Subtitle 10">
            <a:extLst>
              <a:ext uri="{FF2B5EF4-FFF2-40B4-BE49-F238E27FC236}">
                <a16:creationId xmlns:a16="http://schemas.microsoft.com/office/drawing/2014/main" id="{C2A53D6C-AD89-5B27-019A-53BFCCD4E156}"/>
              </a:ext>
            </a:extLst>
          </p:cNvPr>
          <p:cNvSpPr>
            <a:spLocks noGrp="1"/>
          </p:cNvSpPr>
          <p:nvPr>
            <p:ph type="subTitle" idx="9"/>
          </p:nvPr>
        </p:nvSpPr>
        <p:spPr>
          <a:xfrm>
            <a:off x="2199745" y="4152946"/>
            <a:ext cx="3067990" cy="763600"/>
          </a:xfrm>
        </p:spPr>
        <p:txBody>
          <a:bodyPr/>
          <a:lstStyle/>
          <a:p>
            <a:pPr indent="0" algn="l"/>
            <a:r>
              <a:rPr lang="en-CA" sz="2400" dirty="0"/>
              <a:t>Missing Values</a:t>
            </a:r>
          </a:p>
        </p:txBody>
      </p:sp>
      <p:sp>
        <p:nvSpPr>
          <p:cNvPr id="12" name="Subtitle 11">
            <a:extLst>
              <a:ext uri="{FF2B5EF4-FFF2-40B4-BE49-F238E27FC236}">
                <a16:creationId xmlns:a16="http://schemas.microsoft.com/office/drawing/2014/main" id="{6A7C36A9-5B03-F020-2EF7-51161DD30495}"/>
              </a:ext>
            </a:extLst>
          </p:cNvPr>
          <p:cNvSpPr>
            <a:spLocks noGrp="1"/>
          </p:cNvSpPr>
          <p:nvPr>
            <p:ph type="subTitle" idx="13"/>
          </p:nvPr>
        </p:nvSpPr>
        <p:spPr>
          <a:xfrm>
            <a:off x="7264856" y="4206346"/>
            <a:ext cx="2781600" cy="656800"/>
          </a:xfrm>
        </p:spPr>
        <p:txBody>
          <a:bodyPr/>
          <a:lstStyle/>
          <a:p>
            <a:pPr indent="0" algn="l"/>
            <a:r>
              <a:rPr lang="en-CA" sz="2400" dirty="0"/>
              <a:t>Data Types</a:t>
            </a:r>
          </a:p>
        </p:txBody>
      </p:sp>
      <p:sp>
        <p:nvSpPr>
          <p:cNvPr id="15" name="TextBox 14">
            <a:extLst>
              <a:ext uri="{FF2B5EF4-FFF2-40B4-BE49-F238E27FC236}">
                <a16:creationId xmlns:a16="http://schemas.microsoft.com/office/drawing/2014/main" id="{16F252D8-46DA-CAB5-2B0D-C5F3ADEF8ACF}"/>
              </a:ext>
            </a:extLst>
          </p:cNvPr>
          <p:cNvSpPr txBox="1"/>
          <p:nvPr/>
        </p:nvSpPr>
        <p:spPr>
          <a:xfrm>
            <a:off x="11232000" y="6144633"/>
            <a:ext cx="284052" cy="307777"/>
          </a:xfrm>
          <a:prstGeom prst="rect">
            <a:avLst/>
          </a:prstGeom>
          <a:noFill/>
        </p:spPr>
        <p:txBody>
          <a:bodyPr wrap="none" rtlCol="0">
            <a:spAutoFit/>
          </a:bodyPr>
          <a:lstStyle/>
          <a:p>
            <a:r>
              <a:rPr lang="en-US" dirty="0"/>
              <a:t>3</a:t>
            </a:r>
            <a:endParaRPr lang="en-CA" dirty="0"/>
          </a:p>
        </p:txBody>
      </p:sp>
    </p:spTree>
    <p:extLst>
      <p:ext uri="{BB962C8B-B14F-4D97-AF65-F5344CB8AC3E}">
        <p14:creationId xmlns:p14="http://schemas.microsoft.com/office/powerpoint/2010/main" val="3585443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D416E-334C-FC1A-63F9-8B9B963173EB}"/>
              </a:ext>
            </a:extLst>
          </p:cNvPr>
          <p:cNvSpPr>
            <a:spLocks noGrp="1"/>
          </p:cNvSpPr>
          <p:nvPr>
            <p:ph type="title"/>
          </p:nvPr>
        </p:nvSpPr>
        <p:spPr/>
        <p:txBody>
          <a:bodyPr/>
          <a:lstStyle/>
          <a:p>
            <a:r>
              <a:rPr lang="en-CA" dirty="0"/>
              <a:t>Data Preparation: Key Steps</a:t>
            </a:r>
          </a:p>
        </p:txBody>
      </p:sp>
      <p:sp>
        <p:nvSpPr>
          <p:cNvPr id="4" name="Content Placeholder 2">
            <a:extLst>
              <a:ext uri="{FF2B5EF4-FFF2-40B4-BE49-F238E27FC236}">
                <a16:creationId xmlns:a16="http://schemas.microsoft.com/office/drawing/2014/main" id="{FAA4E539-5DF2-062F-E5A0-769E54F975F6}"/>
              </a:ext>
            </a:extLst>
          </p:cNvPr>
          <p:cNvSpPr txBox="1">
            <a:spLocks/>
          </p:cNvSpPr>
          <p:nvPr/>
        </p:nvSpPr>
        <p:spPr>
          <a:xfrm>
            <a:off x="942000" y="1709433"/>
            <a:ext cx="10290000" cy="455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372524" algn="l" rtl="0" eaLnBrk="1" hangingPunct="1">
              <a:lnSpc>
                <a:spcPct val="115000"/>
              </a:lnSpc>
              <a:spcBef>
                <a:spcPts val="0"/>
              </a:spcBef>
              <a:spcAft>
                <a:spcPts val="0"/>
              </a:spcAft>
              <a:buClr>
                <a:schemeClr val="dk2"/>
              </a:buClr>
              <a:buSzPts val="800"/>
              <a:buFont typeface="Nunito Light"/>
              <a:buChar char="●"/>
              <a:defRPr sz="1867" b="0" i="0" u="none" strike="noStrike" cap="none">
                <a:solidFill>
                  <a:schemeClr val="dk1"/>
                </a:solidFill>
                <a:latin typeface="Figtree"/>
                <a:ea typeface="Figtree"/>
                <a:cs typeface="Figtree"/>
                <a:sym typeface="Figtree"/>
              </a:defRPr>
            </a:lvl1pPr>
            <a:lvl2pPr marL="1219170" marR="0" lvl="1"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2pPr>
            <a:lvl3pPr marL="1828754" marR="0" lvl="2"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3pPr>
            <a:lvl4pPr marL="2438339" marR="0" lvl="3"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4pPr>
            <a:lvl5pPr marL="3047924" marR="0" lvl="4"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5pPr>
            <a:lvl6pPr marL="3657509" marR="0" lvl="5"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6pPr>
            <a:lvl7pPr marL="4267093" marR="0" lvl="6"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7pPr>
            <a:lvl8pPr marL="4876678" marR="0" lvl="7"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8pPr>
            <a:lvl9pPr marL="5486263" marR="0" lvl="8" indent="-406390" algn="l" rtl="0" eaLnBrk="1" hangingPunct="1">
              <a:lnSpc>
                <a:spcPct val="115000"/>
              </a:lnSpc>
              <a:spcBef>
                <a:spcPts val="0"/>
              </a:spcBef>
              <a:spcAft>
                <a:spcPts val="0"/>
              </a:spcAft>
              <a:buClr>
                <a:schemeClr val="dk1"/>
              </a:buClr>
              <a:buSzPts val="1200"/>
              <a:buFont typeface="Nunito Light"/>
              <a:buChar char="■"/>
              <a:defRPr sz="1867" b="0" i="0" u="none" strike="noStrike" cap="none">
                <a:solidFill>
                  <a:schemeClr val="dk1"/>
                </a:solidFill>
                <a:latin typeface="Figtree"/>
                <a:ea typeface="Figtree"/>
                <a:cs typeface="Figtree"/>
                <a:sym typeface="Figtree"/>
              </a:defRPr>
            </a:lvl9pPr>
          </a:lstStyle>
          <a:p>
            <a:pPr>
              <a:lnSpc>
                <a:spcPct val="150000"/>
              </a:lnSpc>
            </a:pPr>
            <a:r>
              <a:rPr lang="en-US" dirty="0"/>
              <a:t>Started with 3,000 individual records.</a:t>
            </a:r>
          </a:p>
          <a:p>
            <a:pPr>
              <a:lnSpc>
                <a:spcPct val="150000"/>
              </a:lnSpc>
            </a:pPr>
            <a:r>
              <a:rPr lang="en-US" dirty="0"/>
              <a:t>Focused on cleaning for predictive tasks.</a:t>
            </a:r>
          </a:p>
          <a:p>
            <a:pPr>
              <a:lnSpc>
                <a:spcPct val="150000"/>
              </a:lnSpc>
            </a:pPr>
            <a:r>
              <a:rPr lang="en-US" dirty="0"/>
              <a:t>Strategic handling of missing data to retain valuable records.</a:t>
            </a:r>
          </a:p>
          <a:p>
            <a:pPr>
              <a:lnSpc>
                <a:spcPct val="150000"/>
              </a:lnSpc>
            </a:pPr>
            <a:r>
              <a:rPr lang="en-US" dirty="0"/>
              <a:t>Ensured data readiness for analysis and modeling.</a:t>
            </a:r>
          </a:p>
          <a:p>
            <a:pPr marL="0" indent="0">
              <a:buFont typeface="Nunito Light"/>
              <a:buNone/>
            </a:pPr>
            <a:endParaRPr lang="en-US" dirty="0"/>
          </a:p>
        </p:txBody>
      </p:sp>
      <p:graphicFrame>
        <p:nvGraphicFramePr>
          <p:cNvPr id="5" name="Diagram 4">
            <a:extLst>
              <a:ext uri="{FF2B5EF4-FFF2-40B4-BE49-F238E27FC236}">
                <a16:creationId xmlns:a16="http://schemas.microsoft.com/office/drawing/2014/main" id="{91AA4731-AB34-E79E-3F48-5775780EDEAC}"/>
              </a:ext>
            </a:extLst>
          </p:cNvPr>
          <p:cNvGraphicFramePr/>
          <p:nvPr>
            <p:extLst>
              <p:ext uri="{D42A27DB-BD31-4B8C-83A1-F6EECF244321}">
                <p14:modId xmlns:p14="http://schemas.microsoft.com/office/powerpoint/2010/main" val="997503964"/>
              </p:ext>
            </p:extLst>
          </p:nvPr>
        </p:nvGraphicFramePr>
        <p:xfrm>
          <a:off x="1849120" y="3743193"/>
          <a:ext cx="8493760" cy="20926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5E3A1D2-02C1-7B8F-625D-66BE7205B966}"/>
              </a:ext>
            </a:extLst>
          </p:cNvPr>
          <p:cNvSpPr txBox="1"/>
          <p:nvPr/>
        </p:nvSpPr>
        <p:spPr>
          <a:xfrm>
            <a:off x="11232000" y="6144633"/>
            <a:ext cx="284052" cy="307777"/>
          </a:xfrm>
          <a:prstGeom prst="rect">
            <a:avLst/>
          </a:prstGeom>
          <a:noFill/>
        </p:spPr>
        <p:txBody>
          <a:bodyPr wrap="none" rtlCol="0">
            <a:spAutoFit/>
          </a:bodyPr>
          <a:lstStyle/>
          <a:p>
            <a:r>
              <a:rPr lang="en-US" dirty="0"/>
              <a:t>4</a:t>
            </a:r>
            <a:endParaRPr lang="en-CA" dirty="0"/>
          </a:p>
        </p:txBody>
      </p:sp>
    </p:spTree>
    <p:extLst>
      <p:ext uri="{BB962C8B-B14F-4D97-AF65-F5344CB8AC3E}">
        <p14:creationId xmlns:p14="http://schemas.microsoft.com/office/powerpoint/2010/main" val="2704433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29C0-195F-7FAA-CD72-311C5E0E5AE0}"/>
              </a:ext>
            </a:extLst>
          </p:cNvPr>
          <p:cNvSpPr>
            <a:spLocks noGrp="1"/>
          </p:cNvSpPr>
          <p:nvPr>
            <p:ph type="title"/>
          </p:nvPr>
        </p:nvSpPr>
        <p:spPr/>
        <p:txBody>
          <a:bodyPr/>
          <a:lstStyle/>
          <a:p>
            <a:r>
              <a:rPr lang="en-US" dirty="0"/>
              <a:t>Methodology: Exploratory Data Analysis (EDA)</a:t>
            </a:r>
            <a:endParaRPr lang="en-CA" dirty="0"/>
          </a:p>
        </p:txBody>
      </p:sp>
      <p:sp>
        <p:nvSpPr>
          <p:cNvPr id="3" name="Text Placeholder 2">
            <a:extLst>
              <a:ext uri="{FF2B5EF4-FFF2-40B4-BE49-F238E27FC236}">
                <a16:creationId xmlns:a16="http://schemas.microsoft.com/office/drawing/2014/main" id="{5BA151E8-EF33-F045-B92B-023D5A546E23}"/>
              </a:ext>
            </a:extLst>
          </p:cNvPr>
          <p:cNvSpPr>
            <a:spLocks noGrp="1"/>
          </p:cNvSpPr>
          <p:nvPr>
            <p:ph type="body" idx="1"/>
          </p:nvPr>
        </p:nvSpPr>
        <p:spPr/>
        <p:txBody>
          <a:bodyPr/>
          <a:lstStyle/>
          <a:p>
            <a:pPr>
              <a:lnSpc>
                <a:spcPct val="150000"/>
              </a:lnSpc>
            </a:pPr>
            <a:r>
              <a:rPr lang="en-US" b="1" dirty="0"/>
              <a:t>Target Distribution: </a:t>
            </a:r>
            <a:r>
              <a:rPr lang="en-US" dirty="0"/>
              <a:t>Analyzed balance of </a:t>
            </a:r>
            <a:r>
              <a:rPr lang="en-US" i="1" dirty="0" err="1"/>
              <a:t>has_health_issues</a:t>
            </a:r>
            <a:r>
              <a:rPr lang="en-US" i="1" dirty="0"/>
              <a:t> </a:t>
            </a:r>
            <a:r>
              <a:rPr lang="en-US" dirty="0"/>
              <a:t>(true/false).</a:t>
            </a:r>
          </a:p>
          <a:p>
            <a:pPr>
              <a:lnSpc>
                <a:spcPct val="150000"/>
              </a:lnSpc>
            </a:pPr>
            <a:r>
              <a:rPr lang="en-US" b="1" dirty="0"/>
              <a:t>Numeric Feature Distributions: </a:t>
            </a:r>
            <a:r>
              <a:rPr lang="en-US" i="1" dirty="0"/>
              <a:t>Age</a:t>
            </a:r>
            <a:r>
              <a:rPr lang="en-US" dirty="0"/>
              <a:t>, </a:t>
            </a:r>
            <a:r>
              <a:rPr lang="en-US" i="1" dirty="0"/>
              <a:t>BMI</a:t>
            </a:r>
            <a:r>
              <a:rPr lang="en-US" dirty="0"/>
              <a:t>, </a:t>
            </a:r>
            <a:r>
              <a:rPr lang="en-US" i="1" dirty="0"/>
              <a:t>smokes/drinks per day vs. health issues</a:t>
            </a:r>
            <a:r>
              <a:rPr lang="en-US" dirty="0"/>
              <a:t>.</a:t>
            </a:r>
          </a:p>
          <a:p>
            <a:pPr>
              <a:lnSpc>
                <a:spcPct val="150000"/>
              </a:lnSpc>
            </a:pPr>
            <a:r>
              <a:rPr lang="en-US" b="1" dirty="0"/>
              <a:t>Categorical Feature Distributions: </a:t>
            </a:r>
            <a:r>
              <a:rPr lang="en-US" i="1" dirty="0"/>
              <a:t>Gender, mental health, diet quality vs. health issues</a:t>
            </a:r>
            <a:r>
              <a:rPr lang="en-US" dirty="0"/>
              <a:t>.</a:t>
            </a:r>
          </a:p>
          <a:p>
            <a:pPr>
              <a:lnSpc>
                <a:spcPct val="150000"/>
              </a:lnSpc>
            </a:pPr>
            <a:r>
              <a:rPr lang="en-US" b="1" dirty="0"/>
              <a:t>Correlations:</a:t>
            </a:r>
            <a:r>
              <a:rPr lang="en-US" dirty="0"/>
              <a:t> Identified linear relationships between numerical variables.</a:t>
            </a:r>
          </a:p>
          <a:p>
            <a:endParaRPr lang="en-CA" dirty="0"/>
          </a:p>
        </p:txBody>
      </p:sp>
      <p:pic>
        <p:nvPicPr>
          <p:cNvPr id="4" name="Picture 3" descr="A graph of smokes and smokes&#10;&#10;AI-generated content may be incorrect.">
            <a:extLst>
              <a:ext uri="{FF2B5EF4-FFF2-40B4-BE49-F238E27FC236}">
                <a16:creationId xmlns:a16="http://schemas.microsoft.com/office/drawing/2014/main" id="{F79AC501-56E2-2A66-640B-1873EF7C2F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8218" y="3770912"/>
            <a:ext cx="4479585" cy="2237138"/>
          </a:xfrm>
          <a:prstGeom prst="rect">
            <a:avLst/>
          </a:prstGeom>
        </p:spPr>
      </p:pic>
      <p:pic>
        <p:nvPicPr>
          <p:cNvPr id="5" name="Picture 4" descr="A graph of a distribution of health issues&#10;&#10;AI-generated content may be incorrect.">
            <a:extLst>
              <a:ext uri="{FF2B5EF4-FFF2-40B4-BE49-F238E27FC236}">
                <a16:creationId xmlns:a16="http://schemas.microsoft.com/office/drawing/2014/main" id="{22A22286-98DE-0A89-937B-6770CF1DB2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770912"/>
            <a:ext cx="4502475" cy="2210148"/>
          </a:xfrm>
          <a:prstGeom prst="rect">
            <a:avLst/>
          </a:prstGeom>
        </p:spPr>
      </p:pic>
      <p:sp>
        <p:nvSpPr>
          <p:cNvPr id="6" name="TextBox 5">
            <a:extLst>
              <a:ext uri="{FF2B5EF4-FFF2-40B4-BE49-F238E27FC236}">
                <a16:creationId xmlns:a16="http://schemas.microsoft.com/office/drawing/2014/main" id="{BD69E220-1A92-79E5-7821-6B401FC5B755}"/>
              </a:ext>
            </a:extLst>
          </p:cNvPr>
          <p:cNvSpPr txBox="1"/>
          <p:nvPr/>
        </p:nvSpPr>
        <p:spPr>
          <a:xfrm>
            <a:off x="11232000" y="6144633"/>
            <a:ext cx="284052" cy="307777"/>
          </a:xfrm>
          <a:prstGeom prst="rect">
            <a:avLst/>
          </a:prstGeom>
          <a:noFill/>
        </p:spPr>
        <p:txBody>
          <a:bodyPr wrap="none" rtlCol="0">
            <a:spAutoFit/>
          </a:bodyPr>
          <a:lstStyle/>
          <a:p>
            <a:r>
              <a:rPr lang="en-US" dirty="0"/>
              <a:t>5</a:t>
            </a:r>
            <a:endParaRPr lang="en-CA" dirty="0"/>
          </a:p>
        </p:txBody>
      </p:sp>
    </p:spTree>
    <p:extLst>
      <p:ext uri="{BB962C8B-B14F-4D97-AF65-F5344CB8AC3E}">
        <p14:creationId xmlns:p14="http://schemas.microsoft.com/office/powerpoint/2010/main" val="3146765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73226-DEA1-2969-9DB1-E2C1FAEA4F6D}"/>
              </a:ext>
            </a:extLst>
          </p:cNvPr>
          <p:cNvSpPr>
            <a:spLocks noGrp="1"/>
          </p:cNvSpPr>
          <p:nvPr>
            <p:ph type="title"/>
          </p:nvPr>
        </p:nvSpPr>
        <p:spPr>
          <a:xfrm>
            <a:off x="950967" y="593367"/>
            <a:ext cx="10290000" cy="763600"/>
          </a:xfrm>
        </p:spPr>
        <p:txBody>
          <a:bodyPr wrap="square" anchor="ctr">
            <a:normAutofit/>
          </a:bodyPr>
          <a:lstStyle/>
          <a:p>
            <a:r>
              <a:rPr lang="en-CA" b="1" dirty="0"/>
              <a:t>EDA: Insights &amp; Patterns</a:t>
            </a:r>
          </a:p>
        </p:txBody>
      </p:sp>
      <p:sp>
        <p:nvSpPr>
          <p:cNvPr id="3" name="Content Placeholder 2">
            <a:extLst>
              <a:ext uri="{FF2B5EF4-FFF2-40B4-BE49-F238E27FC236}">
                <a16:creationId xmlns:a16="http://schemas.microsoft.com/office/drawing/2014/main" id="{55A3892F-F0B2-F154-7F08-4F0D16717050}"/>
              </a:ext>
            </a:extLst>
          </p:cNvPr>
          <p:cNvSpPr>
            <a:spLocks noGrp="1"/>
          </p:cNvSpPr>
          <p:nvPr>
            <p:ph idx="4294967295"/>
          </p:nvPr>
        </p:nvSpPr>
        <p:spPr>
          <a:xfrm>
            <a:off x="0" y="1547813"/>
            <a:ext cx="5745480" cy="4686907"/>
          </a:xfrm>
        </p:spPr>
        <p:txBody>
          <a:bodyPr anchor="t">
            <a:normAutofit/>
          </a:bodyPr>
          <a:lstStyle/>
          <a:p>
            <a:pPr>
              <a:lnSpc>
                <a:spcPct val="150000"/>
              </a:lnSpc>
              <a:spcAft>
                <a:spcPts val="600"/>
              </a:spcAft>
              <a:buClr>
                <a:srgbClr val="000000"/>
              </a:buClr>
              <a:buFont typeface="Arial"/>
            </a:pPr>
            <a:r>
              <a:rPr lang="en-US" b="0" i="0" u="none" strike="noStrike" cap="none" dirty="0"/>
              <a:t>Understanding underlying data patterns was critical.</a:t>
            </a:r>
          </a:p>
          <a:p>
            <a:pPr>
              <a:lnSpc>
                <a:spcPct val="150000"/>
              </a:lnSpc>
              <a:spcAft>
                <a:spcPts val="600"/>
              </a:spcAft>
              <a:buClr>
                <a:srgbClr val="000000"/>
              </a:buClr>
              <a:buFont typeface="Arial"/>
            </a:pPr>
            <a:r>
              <a:rPr lang="en-US" b="0" i="0" u="none" strike="noStrike" cap="none" dirty="0"/>
              <a:t>Examined target variable balance and feature distributions.</a:t>
            </a:r>
          </a:p>
          <a:p>
            <a:pPr>
              <a:lnSpc>
                <a:spcPct val="150000"/>
              </a:lnSpc>
              <a:spcAft>
                <a:spcPts val="600"/>
              </a:spcAft>
              <a:buClr>
                <a:srgbClr val="000000"/>
              </a:buClr>
              <a:buFont typeface="Arial"/>
            </a:pPr>
            <a:r>
              <a:rPr lang="en-US" b="0" i="0" u="none" strike="noStrike" cap="none" dirty="0"/>
              <a:t>Visualized relationships for numerical and categorical factors.</a:t>
            </a:r>
          </a:p>
          <a:p>
            <a:pPr>
              <a:lnSpc>
                <a:spcPct val="150000"/>
              </a:lnSpc>
              <a:spcAft>
                <a:spcPts val="600"/>
              </a:spcAft>
              <a:buClr>
                <a:srgbClr val="000000"/>
              </a:buClr>
              <a:buFont typeface="Arial"/>
            </a:pPr>
            <a:r>
              <a:rPr lang="en-US" b="0" i="0" u="none" strike="noStrike" cap="none" dirty="0"/>
              <a:t>Insights on how factors like age, BMI, habits influence health.</a:t>
            </a:r>
          </a:p>
          <a:p>
            <a:pPr>
              <a:lnSpc>
                <a:spcPct val="150000"/>
              </a:lnSpc>
              <a:spcAft>
                <a:spcPts val="600"/>
              </a:spcAft>
              <a:buClr>
                <a:srgbClr val="000000"/>
              </a:buClr>
              <a:buFont typeface="Arial"/>
            </a:pPr>
            <a:r>
              <a:rPr lang="en-US" b="0" i="0" u="none" strike="noStrike" cap="none" dirty="0"/>
              <a:t>Noted higher children counts &amp; quit attempts in health issue group.</a:t>
            </a:r>
          </a:p>
        </p:txBody>
      </p:sp>
      <p:pic>
        <p:nvPicPr>
          <p:cNvPr id="6" name="Picture 5" descr="A blue and red graph&#10;&#10;AI-generated content may be incorrect.">
            <a:extLst>
              <a:ext uri="{FF2B5EF4-FFF2-40B4-BE49-F238E27FC236}">
                <a16:creationId xmlns:a16="http://schemas.microsoft.com/office/drawing/2014/main" id="{68321A69-911B-9691-A219-8379207DD8D4}"/>
              </a:ext>
            </a:extLst>
          </p:cNvPr>
          <p:cNvPicPr>
            <a:picLocks noChangeAspect="1"/>
          </p:cNvPicPr>
          <p:nvPr/>
        </p:nvPicPr>
        <p:blipFill>
          <a:blip r:embed="rId3">
            <a:extLst>
              <a:ext uri="{28A0092B-C50C-407E-A947-70E740481C1C}">
                <a14:useLocalDpi xmlns:a14="http://schemas.microsoft.com/office/drawing/2010/main" val="0"/>
              </a:ext>
            </a:extLst>
          </a:blip>
          <a:srcRect l="7576" r="1928" b="-2"/>
          <a:stretch>
            <a:fillRect/>
          </a:stretch>
        </p:blipFill>
        <p:spPr>
          <a:xfrm>
            <a:off x="5905468" y="975360"/>
            <a:ext cx="5986728" cy="5259360"/>
          </a:xfrm>
          <a:prstGeom prst="rect">
            <a:avLst/>
          </a:prstGeom>
          <a:noFill/>
          <a:ln>
            <a:noFill/>
          </a:ln>
        </p:spPr>
      </p:pic>
      <p:sp>
        <p:nvSpPr>
          <p:cNvPr id="7" name="TextBox 6">
            <a:extLst>
              <a:ext uri="{FF2B5EF4-FFF2-40B4-BE49-F238E27FC236}">
                <a16:creationId xmlns:a16="http://schemas.microsoft.com/office/drawing/2014/main" id="{505936E5-9FEF-875C-CFD0-50A490EE4369}"/>
              </a:ext>
            </a:extLst>
          </p:cNvPr>
          <p:cNvSpPr txBox="1"/>
          <p:nvPr/>
        </p:nvSpPr>
        <p:spPr>
          <a:xfrm>
            <a:off x="11232000" y="6144633"/>
            <a:ext cx="284052" cy="307777"/>
          </a:xfrm>
          <a:prstGeom prst="rect">
            <a:avLst/>
          </a:prstGeom>
          <a:noFill/>
        </p:spPr>
        <p:txBody>
          <a:bodyPr wrap="none" rtlCol="0">
            <a:spAutoFit/>
          </a:bodyPr>
          <a:lstStyle/>
          <a:p>
            <a:r>
              <a:rPr lang="en-US" dirty="0"/>
              <a:t>6</a:t>
            </a:r>
            <a:endParaRPr lang="en-CA" dirty="0"/>
          </a:p>
        </p:txBody>
      </p:sp>
    </p:spTree>
    <p:extLst>
      <p:ext uri="{BB962C8B-B14F-4D97-AF65-F5344CB8AC3E}">
        <p14:creationId xmlns:p14="http://schemas.microsoft.com/office/powerpoint/2010/main" val="1311609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AAA9F-2994-57BC-A54D-542A3B6A5A9C}"/>
              </a:ext>
            </a:extLst>
          </p:cNvPr>
          <p:cNvSpPr txBox="1">
            <a:spLocks/>
          </p:cNvSpPr>
          <p:nvPr/>
        </p:nvSpPr>
        <p:spPr>
          <a:xfrm>
            <a:off x="838200" y="975360"/>
            <a:ext cx="5562600" cy="1005840"/>
          </a:xfrm>
          <a:prstGeom prst="rect">
            <a:avLst/>
          </a:prstGeom>
        </p:spPr>
        <p:txBody>
          <a:bodyPr>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CA" sz="3000" b="1" dirty="0">
                <a:solidFill>
                  <a:schemeClr val="dk1"/>
                </a:solidFill>
                <a:latin typeface="EB Garamond"/>
                <a:ea typeface="EB Garamond"/>
              </a:rPr>
              <a:t>Predictive Modeling &amp; Key </a:t>
            </a:r>
            <a:r>
              <a:rPr lang="en-CA" sz="3000" b="1" dirty="0">
                <a:solidFill>
                  <a:schemeClr val="dk1"/>
                </a:solidFill>
                <a:latin typeface="EB Garamond"/>
                <a:ea typeface="EB Garamond"/>
                <a:sym typeface="EB Garamond"/>
              </a:rPr>
              <a:t>Results</a:t>
            </a:r>
          </a:p>
        </p:txBody>
      </p:sp>
      <p:sp>
        <p:nvSpPr>
          <p:cNvPr id="3" name="Content Placeholder 2">
            <a:extLst>
              <a:ext uri="{FF2B5EF4-FFF2-40B4-BE49-F238E27FC236}">
                <a16:creationId xmlns:a16="http://schemas.microsoft.com/office/drawing/2014/main" id="{49FCB5FD-C52B-2225-B568-1EB39FAC7DEC}"/>
              </a:ext>
            </a:extLst>
          </p:cNvPr>
          <p:cNvSpPr txBox="1">
            <a:spLocks/>
          </p:cNvSpPr>
          <p:nvPr/>
        </p:nvSpPr>
        <p:spPr>
          <a:xfrm>
            <a:off x="838200" y="1981200"/>
            <a:ext cx="5562600" cy="4376738"/>
          </a:xfrm>
          <a:prstGeom prst="rect">
            <a:avLst/>
          </a:prstGeom>
        </p:spPr>
        <p:txBody>
          <a:bodyPr>
            <a:normAutofit fontScale="92500" lnSpcReduction="10000"/>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nSpc>
                <a:spcPct val="150000"/>
              </a:lnSpc>
              <a:buFont typeface="Arial" panose="020B0604020202020204" pitchFamily="34" charset="0"/>
              <a:buChar char="•"/>
            </a:pPr>
            <a:r>
              <a:rPr lang="en-US" sz="1900" b="1" dirty="0">
                <a:solidFill>
                  <a:schemeClr val="dk1"/>
                </a:solidFill>
                <a:latin typeface="Figtree"/>
              </a:rPr>
              <a:t>Model Selection: </a:t>
            </a:r>
            <a:r>
              <a:rPr lang="en-US" sz="1900" dirty="0">
                <a:solidFill>
                  <a:schemeClr val="dk1"/>
                </a:solidFill>
                <a:latin typeface="Figtree"/>
              </a:rPr>
              <a:t>Logistic Regression, Classification Trees.</a:t>
            </a:r>
          </a:p>
          <a:p>
            <a:pPr marL="342900" indent="-342900">
              <a:lnSpc>
                <a:spcPct val="150000"/>
              </a:lnSpc>
              <a:buFont typeface="Arial" panose="020B0604020202020204" pitchFamily="34" charset="0"/>
              <a:buChar char="•"/>
            </a:pPr>
            <a:r>
              <a:rPr lang="en-US" sz="1900" b="1" dirty="0">
                <a:solidFill>
                  <a:schemeClr val="dk1"/>
                </a:solidFill>
                <a:latin typeface="Figtree"/>
              </a:rPr>
              <a:t>Feature Engineering: </a:t>
            </a:r>
            <a:r>
              <a:rPr lang="en-US" sz="1900" dirty="0">
                <a:solidFill>
                  <a:schemeClr val="dk1"/>
                </a:solidFill>
                <a:latin typeface="Figtree"/>
              </a:rPr>
              <a:t>Categorical encoding, numerical scaling.</a:t>
            </a:r>
          </a:p>
          <a:p>
            <a:pPr marL="342900" indent="-342900">
              <a:lnSpc>
                <a:spcPct val="150000"/>
              </a:lnSpc>
              <a:buFont typeface="Arial" panose="020B0604020202020204" pitchFamily="34" charset="0"/>
              <a:buChar char="•"/>
            </a:pPr>
            <a:r>
              <a:rPr lang="en-US" sz="1900" b="1" dirty="0">
                <a:solidFill>
                  <a:schemeClr val="dk1"/>
                </a:solidFill>
                <a:latin typeface="Figtree"/>
                <a:sym typeface="Figtree"/>
              </a:rPr>
              <a:t>Evaluation</a:t>
            </a:r>
            <a:r>
              <a:rPr lang="en-US" sz="1900" b="1" dirty="0">
                <a:solidFill>
                  <a:schemeClr val="dk1"/>
                </a:solidFill>
                <a:latin typeface="Figtree"/>
              </a:rPr>
              <a:t> Metrics: </a:t>
            </a:r>
            <a:r>
              <a:rPr lang="en-US" sz="1900" dirty="0">
                <a:solidFill>
                  <a:schemeClr val="dk1"/>
                </a:solidFill>
                <a:latin typeface="Figtree"/>
              </a:rPr>
              <a:t>Accuracy, Precision, Recall, F1-Score, ROC AUC.</a:t>
            </a:r>
          </a:p>
          <a:p>
            <a:pPr marL="342900" indent="-342900">
              <a:lnSpc>
                <a:spcPct val="150000"/>
              </a:lnSpc>
              <a:buFont typeface="Arial" panose="020B0604020202020204" pitchFamily="34" charset="0"/>
              <a:buChar char="•"/>
            </a:pPr>
            <a:r>
              <a:rPr lang="en-US" sz="1900" b="1" dirty="0">
                <a:solidFill>
                  <a:schemeClr val="dk1"/>
                </a:solidFill>
                <a:latin typeface="Figtree"/>
              </a:rPr>
              <a:t>Key Predictors: </a:t>
            </a:r>
            <a:r>
              <a:rPr lang="en-US" sz="1900" dirty="0" err="1">
                <a:solidFill>
                  <a:schemeClr val="dk1"/>
                </a:solidFill>
                <a:latin typeface="Figtree"/>
              </a:rPr>
              <a:t>smokes_per_day</a:t>
            </a:r>
            <a:r>
              <a:rPr lang="en-US" sz="1900" dirty="0">
                <a:solidFill>
                  <a:schemeClr val="dk1"/>
                </a:solidFill>
                <a:latin typeface="Figtree"/>
              </a:rPr>
              <a:t>, </a:t>
            </a:r>
            <a:r>
              <a:rPr lang="en-US" sz="1900" dirty="0" err="1">
                <a:solidFill>
                  <a:schemeClr val="dk1"/>
                </a:solidFill>
                <a:latin typeface="Figtree"/>
              </a:rPr>
              <a:t>bmi</a:t>
            </a:r>
            <a:r>
              <a:rPr lang="en-US" sz="1900" dirty="0">
                <a:solidFill>
                  <a:schemeClr val="dk1"/>
                </a:solidFill>
                <a:latin typeface="Figtree"/>
              </a:rPr>
              <a:t>, age.</a:t>
            </a:r>
          </a:p>
          <a:p>
            <a:pPr marL="342900" indent="-342900">
              <a:lnSpc>
                <a:spcPct val="150000"/>
              </a:lnSpc>
              <a:buFont typeface="Arial" panose="020B0604020202020204" pitchFamily="34" charset="0"/>
              <a:buChar char="•"/>
            </a:pPr>
            <a:r>
              <a:rPr lang="en-US" sz="1900" b="1" dirty="0">
                <a:solidFill>
                  <a:schemeClr val="dk1"/>
                </a:solidFill>
                <a:latin typeface="Figtree"/>
              </a:rPr>
              <a:t>Model Performance: </a:t>
            </a:r>
            <a:r>
              <a:rPr lang="en-US" sz="1900" dirty="0">
                <a:solidFill>
                  <a:schemeClr val="dk1"/>
                </a:solidFill>
                <a:latin typeface="Figtree"/>
              </a:rPr>
              <a:t>Logistic Regression: 49% accuracy (AUC ~0.51). Random Forest: 51% accuracy (AUC ~0.50). Performance is close to random guessing, indicating lack of meaningful classification.</a:t>
            </a:r>
          </a:p>
        </p:txBody>
      </p:sp>
      <p:pic>
        <p:nvPicPr>
          <p:cNvPr id="4" name="Picture 3" descr="A bar graph with text&#10;&#10;AI-generated content may be incorrect.">
            <a:extLst>
              <a:ext uri="{FF2B5EF4-FFF2-40B4-BE49-F238E27FC236}">
                <a16:creationId xmlns:a16="http://schemas.microsoft.com/office/drawing/2014/main" id="{6CF1A5BB-7A92-4BD1-3EB6-41DA891EC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7424" y="66817"/>
            <a:ext cx="5562600" cy="3422544"/>
          </a:xfrm>
          <a:prstGeom prst="rect">
            <a:avLst/>
          </a:prstGeom>
        </p:spPr>
      </p:pic>
      <p:pic>
        <p:nvPicPr>
          <p:cNvPr id="5" name="Picture 4" descr="A blue squares with white text&#10;&#10;AI-generated content may be incorrect.">
            <a:extLst>
              <a:ext uri="{FF2B5EF4-FFF2-40B4-BE49-F238E27FC236}">
                <a16:creationId xmlns:a16="http://schemas.microsoft.com/office/drawing/2014/main" id="{39A32836-0D4C-7896-D487-4BF2D72D29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7424" y="3530529"/>
            <a:ext cx="3939191" cy="3327471"/>
          </a:xfrm>
          <a:prstGeom prst="rect">
            <a:avLst/>
          </a:prstGeom>
        </p:spPr>
      </p:pic>
      <p:sp>
        <p:nvSpPr>
          <p:cNvPr id="6" name="TextBox 5">
            <a:extLst>
              <a:ext uri="{FF2B5EF4-FFF2-40B4-BE49-F238E27FC236}">
                <a16:creationId xmlns:a16="http://schemas.microsoft.com/office/drawing/2014/main" id="{3AD779E0-A61C-C040-6DA8-13A0EAC4BD73}"/>
              </a:ext>
            </a:extLst>
          </p:cNvPr>
          <p:cNvSpPr txBox="1"/>
          <p:nvPr/>
        </p:nvSpPr>
        <p:spPr>
          <a:xfrm>
            <a:off x="11232000" y="6144633"/>
            <a:ext cx="284052" cy="307777"/>
          </a:xfrm>
          <a:prstGeom prst="rect">
            <a:avLst/>
          </a:prstGeom>
          <a:noFill/>
        </p:spPr>
        <p:txBody>
          <a:bodyPr wrap="none" rtlCol="0">
            <a:spAutoFit/>
          </a:bodyPr>
          <a:lstStyle/>
          <a:p>
            <a:r>
              <a:rPr lang="en-US" dirty="0"/>
              <a:t>7</a:t>
            </a:r>
            <a:endParaRPr lang="en-CA" dirty="0"/>
          </a:p>
        </p:txBody>
      </p:sp>
    </p:spTree>
    <p:extLst>
      <p:ext uri="{BB962C8B-B14F-4D97-AF65-F5344CB8AC3E}">
        <p14:creationId xmlns:p14="http://schemas.microsoft.com/office/powerpoint/2010/main" val="1448590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4913C-43C3-72E5-D220-47CC89700DAB}"/>
              </a:ext>
            </a:extLst>
          </p:cNvPr>
          <p:cNvSpPr>
            <a:spLocks noGrp="1"/>
          </p:cNvSpPr>
          <p:nvPr>
            <p:ph type="title"/>
          </p:nvPr>
        </p:nvSpPr>
        <p:spPr/>
        <p:txBody>
          <a:bodyPr/>
          <a:lstStyle/>
          <a:p>
            <a:r>
              <a:rPr lang="en-CA" dirty="0"/>
              <a:t>Results &amp; Conclusion</a:t>
            </a:r>
          </a:p>
        </p:txBody>
      </p:sp>
      <p:sp>
        <p:nvSpPr>
          <p:cNvPr id="3" name="Subtitle 2">
            <a:extLst>
              <a:ext uri="{FF2B5EF4-FFF2-40B4-BE49-F238E27FC236}">
                <a16:creationId xmlns:a16="http://schemas.microsoft.com/office/drawing/2014/main" id="{D4D13087-5EDF-11EC-FFE8-9D2FA9799F55}"/>
              </a:ext>
            </a:extLst>
          </p:cNvPr>
          <p:cNvSpPr>
            <a:spLocks noGrp="1"/>
          </p:cNvSpPr>
          <p:nvPr>
            <p:ph type="subTitle" idx="1"/>
          </p:nvPr>
        </p:nvSpPr>
        <p:spPr>
          <a:xfrm>
            <a:off x="1250166" y="2287953"/>
            <a:ext cx="3190567" cy="1159200"/>
          </a:xfrm>
        </p:spPr>
        <p:txBody>
          <a:bodyPr/>
          <a:lstStyle/>
          <a:p>
            <a:r>
              <a:rPr lang="en-US" dirty="0"/>
              <a:t>Key Health Risk Factors:</a:t>
            </a:r>
          </a:p>
          <a:p>
            <a:r>
              <a:rPr lang="en-US" dirty="0"/>
              <a:t>behavior, demographic </a:t>
            </a:r>
            <a:r>
              <a:rPr lang="en-US" dirty="0" err="1"/>
              <a:t>etc</a:t>
            </a:r>
            <a:endParaRPr lang="en-US" dirty="0"/>
          </a:p>
        </p:txBody>
      </p:sp>
      <p:sp>
        <p:nvSpPr>
          <p:cNvPr id="4" name="Subtitle 3">
            <a:extLst>
              <a:ext uri="{FF2B5EF4-FFF2-40B4-BE49-F238E27FC236}">
                <a16:creationId xmlns:a16="http://schemas.microsoft.com/office/drawing/2014/main" id="{44D776E3-A3AF-DB73-D07B-ACEAB67C0D19}"/>
              </a:ext>
            </a:extLst>
          </p:cNvPr>
          <p:cNvSpPr>
            <a:spLocks noGrp="1"/>
          </p:cNvSpPr>
          <p:nvPr>
            <p:ph type="subTitle" idx="2"/>
          </p:nvPr>
        </p:nvSpPr>
        <p:spPr>
          <a:xfrm>
            <a:off x="4645795" y="2287953"/>
            <a:ext cx="2900400" cy="1159200"/>
          </a:xfrm>
        </p:spPr>
        <p:txBody>
          <a:bodyPr/>
          <a:lstStyle/>
          <a:p>
            <a:r>
              <a:rPr lang="en-CA" dirty="0"/>
              <a:t>Moderate Predictive Power using ML algorithms</a:t>
            </a:r>
          </a:p>
        </p:txBody>
      </p:sp>
      <p:sp>
        <p:nvSpPr>
          <p:cNvPr id="5" name="Subtitle 4">
            <a:extLst>
              <a:ext uri="{FF2B5EF4-FFF2-40B4-BE49-F238E27FC236}">
                <a16:creationId xmlns:a16="http://schemas.microsoft.com/office/drawing/2014/main" id="{52809801-66CE-94AF-71BD-3810AB6B4C89}"/>
              </a:ext>
            </a:extLst>
          </p:cNvPr>
          <p:cNvSpPr>
            <a:spLocks noGrp="1"/>
          </p:cNvSpPr>
          <p:nvPr>
            <p:ph type="subTitle" idx="3"/>
          </p:nvPr>
        </p:nvSpPr>
        <p:spPr>
          <a:xfrm>
            <a:off x="8041432" y="2287953"/>
            <a:ext cx="2900400" cy="1159200"/>
          </a:xfrm>
        </p:spPr>
        <p:txBody>
          <a:bodyPr/>
          <a:lstStyle/>
          <a:p>
            <a:r>
              <a:rPr lang="en-CA" dirty="0"/>
              <a:t>Low Model </a:t>
            </a:r>
            <a:r>
              <a:rPr lang="en-CA"/>
              <a:t>Accuracy – </a:t>
            </a:r>
          </a:p>
          <a:p>
            <a:r>
              <a:rPr lang="en-CA"/>
              <a:t>close </a:t>
            </a:r>
            <a:r>
              <a:rPr lang="en-CA" dirty="0"/>
              <a:t>to guess</a:t>
            </a:r>
          </a:p>
        </p:txBody>
      </p:sp>
      <p:sp>
        <p:nvSpPr>
          <p:cNvPr id="6" name="Subtitle 5">
            <a:extLst>
              <a:ext uri="{FF2B5EF4-FFF2-40B4-BE49-F238E27FC236}">
                <a16:creationId xmlns:a16="http://schemas.microsoft.com/office/drawing/2014/main" id="{4ADB41A6-74D7-5387-2E2A-26264D0FA1D7}"/>
              </a:ext>
            </a:extLst>
          </p:cNvPr>
          <p:cNvSpPr>
            <a:spLocks noGrp="1"/>
          </p:cNvSpPr>
          <p:nvPr>
            <p:ph type="subTitle" idx="4"/>
          </p:nvPr>
        </p:nvSpPr>
        <p:spPr>
          <a:xfrm>
            <a:off x="1250167" y="1702353"/>
            <a:ext cx="2900400" cy="697200"/>
          </a:xfrm>
        </p:spPr>
        <p:txBody>
          <a:bodyPr/>
          <a:lstStyle/>
          <a:p>
            <a:r>
              <a:rPr lang="en-US" dirty="0"/>
              <a:t>1.</a:t>
            </a:r>
          </a:p>
        </p:txBody>
      </p:sp>
      <p:sp>
        <p:nvSpPr>
          <p:cNvPr id="7" name="Subtitle 6">
            <a:extLst>
              <a:ext uri="{FF2B5EF4-FFF2-40B4-BE49-F238E27FC236}">
                <a16:creationId xmlns:a16="http://schemas.microsoft.com/office/drawing/2014/main" id="{0C6C040E-455E-DA94-DBB0-DE47743987DC}"/>
              </a:ext>
            </a:extLst>
          </p:cNvPr>
          <p:cNvSpPr>
            <a:spLocks noGrp="1"/>
          </p:cNvSpPr>
          <p:nvPr>
            <p:ph type="subTitle" idx="5"/>
          </p:nvPr>
        </p:nvSpPr>
        <p:spPr>
          <a:xfrm>
            <a:off x="4645796" y="1702353"/>
            <a:ext cx="2900400" cy="697200"/>
          </a:xfrm>
        </p:spPr>
        <p:txBody>
          <a:bodyPr/>
          <a:lstStyle/>
          <a:p>
            <a:r>
              <a:rPr lang="en-US" dirty="0"/>
              <a:t>2.</a:t>
            </a:r>
            <a:endParaRPr lang="en-CA" dirty="0"/>
          </a:p>
        </p:txBody>
      </p:sp>
      <p:sp>
        <p:nvSpPr>
          <p:cNvPr id="8" name="Subtitle 7">
            <a:extLst>
              <a:ext uri="{FF2B5EF4-FFF2-40B4-BE49-F238E27FC236}">
                <a16:creationId xmlns:a16="http://schemas.microsoft.com/office/drawing/2014/main" id="{A32D24E7-0062-67F4-F357-3D88F733E811}"/>
              </a:ext>
            </a:extLst>
          </p:cNvPr>
          <p:cNvSpPr>
            <a:spLocks noGrp="1"/>
          </p:cNvSpPr>
          <p:nvPr>
            <p:ph type="subTitle" idx="6"/>
          </p:nvPr>
        </p:nvSpPr>
        <p:spPr>
          <a:xfrm>
            <a:off x="8041433" y="1702353"/>
            <a:ext cx="2900400" cy="697200"/>
          </a:xfrm>
        </p:spPr>
        <p:txBody>
          <a:bodyPr/>
          <a:lstStyle/>
          <a:p>
            <a:r>
              <a:rPr lang="en-US" dirty="0"/>
              <a:t>3.</a:t>
            </a:r>
            <a:endParaRPr lang="en-CA" dirty="0"/>
          </a:p>
        </p:txBody>
      </p:sp>
      <p:sp>
        <p:nvSpPr>
          <p:cNvPr id="9" name="Subtitle 3">
            <a:extLst>
              <a:ext uri="{FF2B5EF4-FFF2-40B4-BE49-F238E27FC236}">
                <a16:creationId xmlns:a16="http://schemas.microsoft.com/office/drawing/2014/main" id="{33E8A1E0-4BDE-5BED-DA8B-0C15DA9A6625}"/>
              </a:ext>
            </a:extLst>
          </p:cNvPr>
          <p:cNvSpPr txBox="1">
            <a:spLocks/>
          </p:cNvSpPr>
          <p:nvPr/>
        </p:nvSpPr>
        <p:spPr>
          <a:xfrm>
            <a:off x="2799355" y="4256219"/>
            <a:ext cx="3584883" cy="18884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1pPr>
            <a:lvl2pPr marL="914400" marR="0" lvl="1"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2pPr>
            <a:lvl3pPr marL="1371600" marR="0" lvl="2"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3pPr>
            <a:lvl4pPr marL="1828800" marR="0" lvl="3"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4pPr>
            <a:lvl5pPr marL="2286000" marR="0" lvl="4"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5pPr>
            <a:lvl6pPr marL="2743200" marR="0" lvl="5"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6pPr>
            <a:lvl7pPr marL="3200400" marR="0" lvl="6"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7pPr>
            <a:lvl8pPr marL="3657600" marR="0" lvl="7"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8pPr>
            <a:lvl9pPr marL="4114800" marR="0" lvl="8"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9pPr>
          </a:lstStyle>
          <a:p>
            <a:r>
              <a:rPr lang="en-CA" dirty="0"/>
              <a:t>Feature Importance Insights: </a:t>
            </a:r>
          </a:p>
          <a:p>
            <a:r>
              <a:rPr lang="en-CA" dirty="0" err="1"/>
              <a:t>smokes_per_day</a:t>
            </a:r>
            <a:r>
              <a:rPr lang="en-CA" dirty="0"/>
              <a:t>, </a:t>
            </a:r>
            <a:r>
              <a:rPr lang="en-CA" dirty="0" err="1"/>
              <a:t>bmi</a:t>
            </a:r>
            <a:r>
              <a:rPr lang="en-CA" dirty="0"/>
              <a:t>, age</a:t>
            </a:r>
          </a:p>
        </p:txBody>
      </p:sp>
      <p:sp>
        <p:nvSpPr>
          <p:cNvPr id="10" name="Subtitle 4">
            <a:extLst>
              <a:ext uri="{FF2B5EF4-FFF2-40B4-BE49-F238E27FC236}">
                <a16:creationId xmlns:a16="http://schemas.microsoft.com/office/drawing/2014/main" id="{58C57614-0B5D-9F4A-A94D-D38DA4F51E39}"/>
              </a:ext>
            </a:extLst>
          </p:cNvPr>
          <p:cNvSpPr txBox="1">
            <a:spLocks/>
          </p:cNvSpPr>
          <p:nvPr/>
        </p:nvSpPr>
        <p:spPr>
          <a:xfrm>
            <a:off x="6492244" y="4256219"/>
            <a:ext cx="2900400" cy="1159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1pPr>
            <a:lvl2pPr marL="914400" marR="0" lvl="1"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2pPr>
            <a:lvl3pPr marL="1371600" marR="0" lvl="2"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3pPr>
            <a:lvl4pPr marL="1828800" marR="0" lvl="3"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4pPr>
            <a:lvl5pPr marL="2286000" marR="0" lvl="4"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5pPr>
            <a:lvl6pPr marL="2743200" marR="0" lvl="5"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6pPr>
            <a:lvl7pPr marL="3200400" marR="0" lvl="6"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7pPr>
            <a:lvl8pPr marL="3657600" marR="0" lvl="7"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8pPr>
            <a:lvl9pPr marL="4114800" marR="0" lvl="8" indent="-317500" algn="ctr" rtl="0" eaLnBrk="1" hangingPunct="1">
              <a:lnSpc>
                <a:spcPct val="115000"/>
              </a:lnSpc>
              <a:spcBef>
                <a:spcPts val="0"/>
              </a:spcBef>
              <a:spcAft>
                <a:spcPts val="0"/>
              </a:spcAft>
              <a:buClr>
                <a:schemeClr val="dk1"/>
              </a:buClr>
              <a:buSzPts val="1400"/>
              <a:buFont typeface="Figtree"/>
              <a:buNone/>
              <a:defRPr sz="1867" b="0" i="0" u="none" strike="noStrike" cap="none">
                <a:solidFill>
                  <a:schemeClr val="dk1"/>
                </a:solidFill>
                <a:latin typeface="Figtree"/>
                <a:ea typeface="Figtree"/>
                <a:cs typeface="Figtree"/>
                <a:sym typeface="Figtree"/>
              </a:defRPr>
            </a:lvl9pPr>
          </a:lstStyle>
          <a:p>
            <a:r>
              <a:rPr lang="en-US" dirty="0"/>
              <a:t>Need for Better Data – </a:t>
            </a:r>
          </a:p>
          <a:p>
            <a:r>
              <a:rPr lang="en-CA" dirty="0"/>
              <a:t>lacked depth or quality</a:t>
            </a:r>
          </a:p>
        </p:txBody>
      </p:sp>
      <p:sp>
        <p:nvSpPr>
          <p:cNvPr id="11" name="Subtitle 6">
            <a:extLst>
              <a:ext uri="{FF2B5EF4-FFF2-40B4-BE49-F238E27FC236}">
                <a16:creationId xmlns:a16="http://schemas.microsoft.com/office/drawing/2014/main" id="{673BA79A-1881-C337-3080-2C9AA4874935}"/>
              </a:ext>
            </a:extLst>
          </p:cNvPr>
          <p:cNvSpPr txBox="1">
            <a:spLocks/>
          </p:cNvSpPr>
          <p:nvPr/>
        </p:nvSpPr>
        <p:spPr>
          <a:xfrm>
            <a:off x="3096608" y="3670619"/>
            <a:ext cx="2900400" cy="69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eaLnBrk="1" hangingPunct="1">
              <a:lnSpc>
                <a:spcPct val="115000"/>
              </a:lnSpc>
              <a:spcBef>
                <a:spcPts val="0"/>
              </a:spcBef>
              <a:spcAft>
                <a:spcPts val="0"/>
              </a:spcAft>
              <a:buClr>
                <a:schemeClr val="dk1"/>
              </a:buClr>
              <a:buSzPts val="2600"/>
              <a:buFont typeface="EB Garamond"/>
              <a:buNone/>
              <a:defRPr sz="2933" b="1" i="0" u="none" strike="noStrike" cap="none">
                <a:solidFill>
                  <a:schemeClr val="dk1"/>
                </a:solidFill>
                <a:latin typeface="EB Garamond"/>
                <a:ea typeface="EB Garamond"/>
                <a:cs typeface="EB Garamond"/>
                <a:sym typeface="EB Garamond"/>
              </a:defRPr>
            </a:lvl1pPr>
            <a:lvl2pPr marL="914400" marR="0" lvl="1"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2pPr>
            <a:lvl3pPr marL="1371600" marR="0" lvl="2"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3pPr>
            <a:lvl4pPr marL="1828800" marR="0" lvl="3"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4pPr>
            <a:lvl5pPr marL="2286000" marR="0" lvl="4"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5pPr>
            <a:lvl6pPr marL="2743200" marR="0" lvl="5"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6pPr>
            <a:lvl7pPr marL="3200400" marR="0" lvl="6"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7pPr>
            <a:lvl8pPr marL="3657600" marR="0" lvl="7"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8pPr>
            <a:lvl9pPr marL="4114800" marR="0" lvl="8"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9pPr>
          </a:lstStyle>
          <a:p>
            <a:r>
              <a:rPr lang="en-US" dirty="0"/>
              <a:t>4.</a:t>
            </a:r>
            <a:endParaRPr lang="en-CA" dirty="0"/>
          </a:p>
        </p:txBody>
      </p:sp>
      <p:sp>
        <p:nvSpPr>
          <p:cNvPr id="12" name="Subtitle 7">
            <a:extLst>
              <a:ext uri="{FF2B5EF4-FFF2-40B4-BE49-F238E27FC236}">
                <a16:creationId xmlns:a16="http://schemas.microsoft.com/office/drawing/2014/main" id="{8E53A900-C8A0-C55C-0EA1-EBDCDE6C473E}"/>
              </a:ext>
            </a:extLst>
          </p:cNvPr>
          <p:cNvSpPr txBox="1">
            <a:spLocks/>
          </p:cNvSpPr>
          <p:nvPr/>
        </p:nvSpPr>
        <p:spPr>
          <a:xfrm>
            <a:off x="6492245" y="3670619"/>
            <a:ext cx="2900400" cy="69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eaLnBrk="1" hangingPunct="1">
              <a:lnSpc>
                <a:spcPct val="115000"/>
              </a:lnSpc>
              <a:spcBef>
                <a:spcPts val="0"/>
              </a:spcBef>
              <a:spcAft>
                <a:spcPts val="0"/>
              </a:spcAft>
              <a:buClr>
                <a:schemeClr val="dk1"/>
              </a:buClr>
              <a:buSzPts val="2600"/>
              <a:buFont typeface="EB Garamond"/>
              <a:buNone/>
              <a:defRPr sz="2933" b="1" i="0" u="none" strike="noStrike" cap="none">
                <a:solidFill>
                  <a:schemeClr val="dk1"/>
                </a:solidFill>
                <a:latin typeface="EB Garamond"/>
                <a:ea typeface="EB Garamond"/>
                <a:cs typeface="EB Garamond"/>
                <a:sym typeface="EB Garamond"/>
              </a:defRPr>
            </a:lvl1pPr>
            <a:lvl2pPr marL="914400" marR="0" lvl="1"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2pPr>
            <a:lvl3pPr marL="1371600" marR="0" lvl="2"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3pPr>
            <a:lvl4pPr marL="1828800" marR="0" lvl="3"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4pPr>
            <a:lvl5pPr marL="2286000" marR="0" lvl="4"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5pPr>
            <a:lvl6pPr marL="2743200" marR="0" lvl="5"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6pPr>
            <a:lvl7pPr marL="3200400" marR="0" lvl="6"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7pPr>
            <a:lvl8pPr marL="3657600" marR="0" lvl="7"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8pPr>
            <a:lvl9pPr marL="4114800" marR="0" lvl="8" indent="-317500" algn="ctr" rtl="0" eaLnBrk="1" hangingPunct="1">
              <a:lnSpc>
                <a:spcPct val="115000"/>
              </a:lnSpc>
              <a:spcBef>
                <a:spcPts val="0"/>
              </a:spcBef>
              <a:spcAft>
                <a:spcPts val="0"/>
              </a:spcAft>
              <a:buClr>
                <a:schemeClr val="dk1"/>
              </a:buClr>
              <a:buSzPts val="2600"/>
              <a:buFont typeface="EB Garamond"/>
              <a:buNone/>
              <a:defRPr sz="3467" b="1" i="0" u="none" strike="noStrike" cap="none">
                <a:solidFill>
                  <a:schemeClr val="dk1"/>
                </a:solidFill>
                <a:latin typeface="EB Garamond"/>
                <a:ea typeface="EB Garamond"/>
                <a:cs typeface="EB Garamond"/>
                <a:sym typeface="EB Garamond"/>
              </a:defRPr>
            </a:lvl9pPr>
          </a:lstStyle>
          <a:p>
            <a:r>
              <a:rPr lang="en-US" dirty="0"/>
              <a:t>5.</a:t>
            </a:r>
            <a:endParaRPr lang="en-CA" dirty="0"/>
          </a:p>
        </p:txBody>
      </p:sp>
      <p:sp>
        <p:nvSpPr>
          <p:cNvPr id="13" name="TextBox 12">
            <a:extLst>
              <a:ext uri="{FF2B5EF4-FFF2-40B4-BE49-F238E27FC236}">
                <a16:creationId xmlns:a16="http://schemas.microsoft.com/office/drawing/2014/main" id="{9D0D67D1-FA70-C0B2-264C-889F5D4DC6CD}"/>
              </a:ext>
            </a:extLst>
          </p:cNvPr>
          <p:cNvSpPr txBox="1"/>
          <p:nvPr/>
        </p:nvSpPr>
        <p:spPr>
          <a:xfrm>
            <a:off x="11232000" y="6144633"/>
            <a:ext cx="284052" cy="307777"/>
          </a:xfrm>
          <a:prstGeom prst="rect">
            <a:avLst/>
          </a:prstGeom>
          <a:noFill/>
        </p:spPr>
        <p:txBody>
          <a:bodyPr wrap="none" rtlCol="0">
            <a:spAutoFit/>
          </a:bodyPr>
          <a:lstStyle/>
          <a:p>
            <a:r>
              <a:rPr lang="en-US" dirty="0"/>
              <a:t>8</a:t>
            </a:r>
            <a:endParaRPr lang="en-CA" dirty="0"/>
          </a:p>
        </p:txBody>
      </p:sp>
    </p:spTree>
    <p:extLst>
      <p:ext uri="{BB962C8B-B14F-4D97-AF65-F5344CB8AC3E}">
        <p14:creationId xmlns:p14="http://schemas.microsoft.com/office/powerpoint/2010/main" val="3271687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8754D4F4-D330-4071-ADD6-87381C82581D}"/>
              </a:ext>
            </a:extLst>
          </p:cNvPr>
          <p:cNvSpPr>
            <a:spLocks noGrp="1"/>
          </p:cNvSpPr>
          <p:nvPr>
            <p:ph type="ctrTitle"/>
          </p:nvPr>
        </p:nvSpPr>
        <p:spPr>
          <a:xfrm>
            <a:off x="1927967" y="1552099"/>
            <a:ext cx="8336000" cy="2981600"/>
          </a:xfrm>
        </p:spPr>
        <p:txBody>
          <a:bodyPr wrap="square" anchor="b">
            <a:normAutofit/>
          </a:bodyPr>
          <a:lstStyle/>
          <a:p>
            <a:pPr marL="0" indent="0">
              <a:buNone/>
            </a:pPr>
            <a:endParaRPr lang="en-US" sz="3700" b="1" dirty="0"/>
          </a:p>
          <a:p>
            <a:pPr marL="0" indent="0">
              <a:buNone/>
            </a:pPr>
            <a:r>
              <a:rPr lang="en-US" sz="4800" b="1" dirty="0"/>
              <a:t>Thank you for your attention!</a:t>
            </a:r>
          </a:p>
          <a:p>
            <a:pPr marL="0" indent="0">
              <a:buNone/>
            </a:pPr>
            <a:endParaRPr lang="en-US" sz="3700" b="1" dirty="0"/>
          </a:p>
          <a:p>
            <a:pPr marL="0" indent="0">
              <a:buNone/>
            </a:pPr>
            <a:r>
              <a:rPr lang="en-US" sz="3200" b="1" dirty="0"/>
              <a:t>We are now open for any questions.</a:t>
            </a:r>
            <a:endParaRPr lang="en-CA" sz="3200" b="1" dirty="0"/>
          </a:p>
        </p:txBody>
      </p:sp>
    </p:spTree>
    <p:extLst>
      <p:ext uri="{BB962C8B-B14F-4D97-AF65-F5344CB8AC3E}">
        <p14:creationId xmlns:p14="http://schemas.microsoft.com/office/powerpoint/2010/main" val="563680138"/>
      </p:ext>
    </p:extLst>
  </p:cSld>
  <p:clrMapOvr>
    <a:masterClrMapping/>
  </p:clrMapOvr>
</p:sld>
</file>

<file path=ppt/theme/theme1.xml><?xml version="1.0" encoding="utf-8"?>
<a:theme xmlns:a="http://schemas.openxmlformats.org/drawingml/2006/main" name="Theme1ppt">
  <a:themeElements>
    <a:clrScheme name="Simple Light">
      <a:dk1>
        <a:srgbClr val="444953"/>
      </a:dk1>
      <a:lt1>
        <a:srgbClr val="FDFDFD"/>
      </a:lt1>
      <a:dk2>
        <a:srgbClr val="64728D"/>
      </a:dk2>
      <a:lt2>
        <a:srgbClr val="8C96AA"/>
      </a:lt2>
      <a:accent1>
        <a:srgbClr val="E48748"/>
      </a:accent1>
      <a:accent2>
        <a:srgbClr val="EBB59E"/>
      </a:accent2>
      <a:accent3>
        <a:srgbClr val="F4DCD6"/>
      </a:accent3>
      <a:accent4>
        <a:srgbClr val="F2DAE3"/>
      </a:accent4>
      <a:accent5>
        <a:srgbClr val="FFFFFF"/>
      </a:accent5>
      <a:accent6>
        <a:srgbClr val="FFFFFF"/>
      </a:accent6>
      <a:hlink>
        <a:srgbClr val="4449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ppt" id="{59DC1411-1DDE-47B2-B69C-3E602939743E}" vid="{9EA427AB-3115-4480-9405-034031F79178}"/>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heme1ppt">
  <a:themeElements>
    <a:clrScheme name="Simple Light">
      <a:dk1>
        <a:srgbClr val="444953"/>
      </a:dk1>
      <a:lt1>
        <a:srgbClr val="FDFDFD"/>
      </a:lt1>
      <a:dk2>
        <a:srgbClr val="64728D"/>
      </a:dk2>
      <a:lt2>
        <a:srgbClr val="8C96AA"/>
      </a:lt2>
      <a:accent1>
        <a:srgbClr val="E48748"/>
      </a:accent1>
      <a:accent2>
        <a:srgbClr val="EBB59E"/>
      </a:accent2>
      <a:accent3>
        <a:srgbClr val="F4DCD6"/>
      </a:accent3>
      <a:accent4>
        <a:srgbClr val="F2DAE3"/>
      </a:accent4>
      <a:accent5>
        <a:srgbClr val="FFFFFF"/>
      </a:accent5>
      <a:accent6>
        <a:srgbClr val="FFFFFF"/>
      </a:accent6>
      <a:hlink>
        <a:srgbClr val="4449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ppt" id="{59DC1411-1DDE-47B2-B69C-3E602939743E}" vid="{9EA427AB-3115-4480-9405-034031F79178}"/>
    </a:ext>
  </a:extLst>
</a:theme>
</file>

<file path=ppt/theme/theme4.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Theme1ppt">
  <a:themeElements>
    <a:clrScheme name="Simple Light">
      <a:dk1>
        <a:srgbClr val="444953"/>
      </a:dk1>
      <a:lt1>
        <a:srgbClr val="FDFDFD"/>
      </a:lt1>
      <a:dk2>
        <a:srgbClr val="64728D"/>
      </a:dk2>
      <a:lt2>
        <a:srgbClr val="8C96AA"/>
      </a:lt2>
      <a:accent1>
        <a:srgbClr val="E48748"/>
      </a:accent1>
      <a:accent2>
        <a:srgbClr val="EBB59E"/>
      </a:accent2>
      <a:accent3>
        <a:srgbClr val="F4DCD6"/>
      </a:accent3>
      <a:accent4>
        <a:srgbClr val="F2DAE3"/>
      </a:accent4>
      <a:accent5>
        <a:srgbClr val="FFFFFF"/>
      </a:accent5>
      <a:accent6>
        <a:srgbClr val="FFFFFF"/>
      </a:accent6>
      <a:hlink>
        <a:srgbClr val="4449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ppt" id="{59DC1411-1DDE-47B2-B69C-3E602939743E}" vid="{9EA427AB-3115-4480-9405-034031F79178}"/>
    </a:ext>
  </a:extLst>
</a:theme>
</file>

<file path=ppt/theme/theme6.xml><?xml version="1.0" encoding="utf-8"?>
<a:theme xmlns:a="http://schemas.openxmlformats.org/drawingml/2006/main" name="2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Theme1ppt</Template>
  <TotalTime>199</TotalTime>
  <Words>1591</Words>
  <Application>Microsoft Office PowerPoint</Application>
  <PresentationFormat>Widescreen</PresentationFormat>
  <Paragraphs>119</Paragraphs>
  <Slides>9</Slides>
  <Notes>8</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9</vt:i4>
      </vt:variant>
    </vt:vector>
  </HeadingPairs>
  <TitlesOfParts>
    <vt:vector size="23" baseType="lpstr">
      <vt:lpstr>Aptos</vt:lpstr>
      <vt:lpstr>Arial</vt:lpstr>
      <vt:lpstr>EB Garamond</vt:lpstr>
      <vt:lpstr>Figtree</vt:lpstr>
      <vt:lpstr>Figtree Light</vt:lpstr>
      <vt:lpstr>Nunito Light</vt:lpstr>
      <vt:lpstr>Proxima Nova</vt:lpstr>
      <vt:lpstr>Proxima Nova Semibold</vt:lpstr>
      <vt:lpstr>Theme1ppt</vt:lpstr>
      <vt:lpstr>Slidesgo Final Pages</vt:lpstr>
      <vt:lpstr>1_Theme1ppt</vt:lpstr>
      <vt:lpstr>1_Slidesgo Final Pages</vt:lpstr>
      <vt:lpstr>2_Theme1ppt</vt:lpstr>
      <vt:lpstr>2_Slidesgo Final Pages</vt:lpstr>
      <vt:lpstr>  Group 1: Predictive Statistical Problems Assignment Part 2 </vt:lpstr>
      <vt:lpstr>Project Goal &amp; Motivation</vt:lpstr>
      <vt:lpstr>Methodology: Data Preparation</vt:lpstr>
      <vt:lpstr>Data Preparation: Key Steps</vt:lpstr>
      <vt:lpstr>Methodology: Exploratory Data Analysis (EDA)</vt:lpstr>
      <vt:lpstr>EDA: Insights &amp; Patterns</vt:lpstr>
      <vt:lpstr>PowerPoint Presentation</vt:lpstr>
      <vt:lpstr>Results &amp; Conclusion</vt:lpstr>
      <vt:lpstr> Thank you for your attention!  We are now open for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Luciana Popa</dc:creator>
  <cp:lastModifiedBy>Bruno De Arantes Leite Sassi</cp:lastModifiedBy>
  <cp:revision>9</cp:revision>
  <dcterms:created xsi:type="dcterms:W3CDTF">2025-06-15T20:01:27Z</dcterms:created>
  <dcterms:modified xsi:type="dcterms:W3CDTF">2025-06-16T03:03:02Z</dcterms:modified>
</cp:coreProperties>
</file>