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44" r:id="rId3"/>
    <p:sldId id="403" r:id="rId4"/>
    <p:sldId id="402" r:id="rId5"/>
    <p:sldId id="401" r:id="rId6"/>
    <p:sldId id="400" r:id="rId7"/>
    <p:sldId id="453" r:id="rId8"/>
    <p:sldId id="465" r:id="rId9"/>
    <p:sldId id="455" r:id="rId10"/>
    <p:sldId id="460" r:id="rId11"/>
    <p:sldId id="459" r:id="rId12"/>
    <p:sldId id="4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181E6-CBBD-4DAC-8B80-8D847D3B9D1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8F513-4459-46C1-9043-10E5B6401B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753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07A6-5530-40E3-B073-95FF9F03A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08987-43D0-4849-90C4-C7278BCE4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4C436-C31E-4537-ACE7-EC9F7B2C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EEBC-C62E-48D2-8F8A-734B72D603FD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0C278-2145-4DA6-BF0E-0B0450CFA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3D8E4-8778-46C3-9548-85C12E2F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3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B452-8672-40C9-B678-CDD7B16A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7F57-2597-4AD9-8B6A-DBB4790A3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4F267-B76C-421B-8A7C-48EEA017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FB104-3E9E-4DA0-A309-1A6653AFC5D5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37D46-F4AE-408C-A1FF-A04829C4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B3429-CA9B-4E27-BAA7-7B1C1403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83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7816-737E-4F9D-90EF-6FA3F45E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B0C60-626F-4B8D-B22C-80357B146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8526D-5DF3-4485-AE2A-500B0D80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32DE-5DB3-477F-A4C4-DF479FFC3FE7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7EFD1-2833-40D9-AFEB-7464B86F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E50F-826E-4A52-A7C5-D1E057C0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6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2F65-C96F-416D-9103-A6779037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D3BA-434F-4B1D-AD95-87324981F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8100B-2BC4-4B85-BCED-88B3C8CAF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D93FF-B635-4DF0-BB65-CC76F02B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03D-1C10-4C09-B0BB-2236F150414F}" type="datetime1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5995B-7A31-4B9C-903A-C21B3046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45119-DD59-4F5F-BA45-A8B97373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1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9C38-D7CA-4A6D-AF1F-506E1370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0D0B6-90F8-4837-AC5C-98A219294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45032-B732-4D51-B785-99F811320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B6C36-5278-4B00-B6CA-6CF204D90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1E88B-8817-4CF2-AC65-4BA70C061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A1807-1BB6-47A4-9ABE-953AEBE4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E992E-D4E8-4D29-BF3E-7884FD927D3E}" type="datetime1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C0196-DD34-4266-9D62-4F54D24A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A43022-1370-40A6-81DB-3CFB9AB9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07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A058-AFAF-4A34-8B8D-4A3E141A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38831-CD0F-497F-8CA6-5B0C396E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899C-8D25-40EC-BAAA-0424CF34B81A}" type="datetime1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5C0D9-CEB0-4E9A-B901-4106AF8B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A8A31-9139-4488-8955-CE6CC342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143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CF9BC-E583-4649-81BC-4D9FB82E0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CBC0-B9B3-4C9B-A720-676774D5C063}" type="datetime1">
              <a:rPr lang="en-CA" smtClean="0"/>
              <a:t>2025-05-25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ABCA3-CC69-4C14-B48F-252D9F5F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97CA3-19F9-44B1-B8FB-271F8253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75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ED02-E3CF-4DC9-B623-09F7215EC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46F9B-59B1-434E-9B6E-A56974758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2AD9C-0F90-4237-8A71-977F34112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743DA-FCD1-4966-AEB6-9F1F25A6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440F-8CF1-460A-9026-02C2B841BA91}" type="datetime1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CBCF7-C594-4942-AC16-9C6D5317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E2C2A-7E89-4C0E-A3B7-75C76ECD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746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60FE-256A-428D-9C88-2260B653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B3180-737A-45AD-A46E-30A9F557F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99C3B-8A52-49E3-A8FA-F6CE41212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5FE04-FC19-4E8E-9375-3811B65E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A637-CF19-4E2E-9397-34A9F7FA1D60}" type="datetime1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33D77-4DF3-46D0-B81C-077942A6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29990-6A2A-47DC-A50A-8F78C5AE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32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F984-85CE-48D7-B690-1FEDDB43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F0180-8F5A-43A4-905C-40C8196AB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C210C-919F-4DD5-8663-DCE45CC7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DBC67-2335-4A0E-BE80-2DCC8F709644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5DF1-0C99-46FC-B3DF-2C719C68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8612E-2538-4426-B95C-7FA94034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426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03242-E69C-4B77-990C-7EB07AE3A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BB309-EA58-4073-923C-DE34F58BB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346D1-053B-499D-A3CF-D091817A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EA40-8CD8-4BEC-BDCE-B400AD5032F2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87247-B987-42EA-BE0A-BA3FAFC4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BCB90-CA30-4843-AA33-D893D32F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733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2A941-BF70-41DE-B662-AE8BEE10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B534C-41E9-45CB-A725-10DCC68CC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6B1D-CEFB-4947-B615-85318B6B2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5B058-5749-493B-86AE-C4E240017BE4}" type="datetime1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EEC3-E918-45F1-A2E1-13634926C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5AC07-95FA-48D2-B0EF-B9D39F70D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07272-7205-4E6D-9A0F-7B2B9B6344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84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DABA4D-805F-A698-BE9B-F68447762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487" y="2671595"/>
            <a:ext cx="3787025" cy="75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45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2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D26E4-4823-1430-E983-0A10D4D1B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54" y="428734"/>
            <a:ext cx="5643899" cy="629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9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3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CF055-68B4-3774-B56F-C0BD5B2DE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97" y="437064"/>
            <a:ext cx="4270537" cy="615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2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4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A9758C-9956-56FA-9629-48D9AFB0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75" y="668391"/>
            <a:ext cx="3933347" cy="5669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BB554E-BBD5-9024-2962-A733F4E17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513" y="1979629"/>
            <a:ext cx="3505200" cy="33131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09143C-0F8C-F99E-D229-F506A4115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587" y="5628207"/>
            <a:ext cx="1569053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4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5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D5766-6CD4-EC52-4A11-22CB3C15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9" y="468008"/>
            <a:ext cx="3852248" cy="5569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035AF-D3A5-263B-4497-C774B6E14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223" y="875488"/>
            <a:ext cx="3666347" cy="487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0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6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08A89-F51B-DEDD-5391-FC45CB7F8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6" y="739143"/>
            <a:ext cx="3806852" cy="5521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999630-CA49-3890-B9B3-2B2E64B62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47" y="480074"/>
            <a:ext cx="3624336" cy="607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5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7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029569-2D5C-E5D0-145D-D2E5C151E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87" y="2812712"/>
            <a:ext cx="682942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2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8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58CF6-BFC4-2BEC-FF3B-66BFCA999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08" y="448333"/>
            <a:ext cx="10296525" cy="1181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D41D02-E946-E995-64D6-A2790CF0C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249" y="1746165"/>
            <a:ext cx="2962440" cy="466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0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9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41A054-C5A5-E1BA-0E30-C756FFED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9" y="568148"/>
            <a:ext cx="9963150" cy="133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89042E-22F9-7A38-CC74-D9E91FB2F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160" y="2082151"/>
            <a:ext cx="4433529" cy="427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67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10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D834D-1D38-D0CB-DB74-0C1DC0786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01" y="486383"/>
            <a:ext cx="6000750" cy="466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592505-99BD-71DF-CEC9-A06BCE2D3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9" y="1343681"/>
            <a:ext cx="4002980" cy="502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7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11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1A9A4-1F75-C3E8-8626-07AC2619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38" y="511353"/>
            <a:ext cx="44958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FD1FB5-1AFF-3C83-8BC9-A15427EF1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00242"/>
            <a:ext cx="4100550" cy="48561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9B7DA5-AD88-19EE-2472-8911557FA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782" y="1500242"/>
            <a:ext cx="3031278" cy="474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3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4A73C-47FC-4748-8DE2-1E328BAE35D4}"/>
              </a:ext>
            </a:extLst>
          </p:cNvPr>
          <p:cNvSpPr txBox="1"/>
          <p:nvPr/>
        </p:nvSpPr>
        <p:spPr>
          <a:xfrm>
            <a:off x="2328421" y="1979629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 slide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D47C7-F4C9-4AAF-849A-EA0D316F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07272-7205-4E6D-9A0F-7B2B9B6344B6}" type="slidenum">
              <a:rPr lang="en-CA" smtClean="0"/>
              <a:t>12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E1877C-FCDF-7875-8918-CCF2DA18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50" y="583145"/>
            <a:ext cx="1136332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01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5940</TotalTime>
  <Words>36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Zeeshan Ahmad</dc:creator>
  <cp:lastModifiedBy>Zeeshan Ahmad</cp:lastModifiedBy>
  <cp:revision>688</cp:revision>
  <dcterms:created xsi:type="dcterms:W3CDTF">2020-05-02T06:29:33Z</dcterms:created>
  <dcterms:modified xsi:type="dcterms:W3CDTF">2025-05-25T21:07:28Z</dcterms:modified>
</cp:coreProperties>
</file>